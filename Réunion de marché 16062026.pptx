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ags/tag49.xml" ContentType="application/vnd.openxmlformats-officedocument.presentationml.tags+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3.xml" ContentType="application/vnd.openxmlformats-officedocument.theme+xml"/>
  <Override PartName="/ppt/tags/tag50.xml" ContentType="application/vnd.openxmlformats-officedocument.presentationml.tags+xml"/>
  <Override PartName="/ppt/tags/tag51.xml" ContentType="application/vnd.openxmlformats-officedocument.presentationml.tags+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4.xml" ContentType="application/vnd.openxmlformats-officedocument.theme+xml"/>
  <Override PartName="/ppt/tags/tag52.xml" ContentType="application/vnd.openxmlformats-officedocument.presentationml.tags+xml"/>
  <Override PartName="/ppt/tags/tag53.xml" ContentType="application/vnd.openxmlformats-officedocument.presentationml.tags+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5.xml" ContentType="application/vnd.openxmlformats-officedocument.them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6.xml" ContentType="application/vnd.openxmlformats-officedocument.them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7.xml" ContentType="application/vnd.openxmlformats-officedocument.them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8.xml" ContentType="application/vnd.openxmlformats-officedocument.them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slideLayouts/slideLayout100.xml" ContentType="application/vnd.openxmlformats-officedocument.presentationml.slideLayout+xml"/>
  <Override PartName="/ppt/theme/theme9.xml" ContentType="application/vnd.openxmlformats-officedocument.theme+xml"/>
  <Override PartName="/ppt/tags/tag75.xml" ContentType="application/vnd.openxmlformats-officedocument.presentationml.tags+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10.xml" ContentType="application/vnd.openxmlformats-officedocument.them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11.xml" ContentType="application/vnd.openxmlformats-officedocument.them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heme/theme12.xml" ContentType="application/vnd.openxmlformats-officedocument.theme+xml"/>
  <Override PartName="/ppt/theme/theme13.xml" ContentType="application/vnd.openxmlformats-officedocument.theme+xml"/>
  <Override PartName="/ppt/tags/tag9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5"/>
    <p:sldMasterId id="2147483818" r:id="rId6"/>
    <p:sldMasterId id="2147483820" r:id="rId7"/>
    <p:sldMasterId id="2147483891" r:id="rId8"/>
    <p:sldMasterId id="2147484673" r:id="rId9"/>
    <p:sldMasterId id="2147484607" r:id="rId10"/>
    <p:sldMasterId id="2147484419" r:id="rId11"/>
    <p:sldMasterId id="2147484839" r:id="rId12"/>
    <p:sldMasterId id="2147484845" r:id="rId13"/>
    <p:sldMasterId id="2147484847" r:id="rId14"/>
    <p:sldMasterId id="2147484859" r:id="rId15"/>
  </p:sldMasterIdLst>
  <p:notesMasterIdLst>
    <p:notesMasterId r:id="rId33"/>
  </p:notesMasterIdLst>
  <p:handoutMasterIdLst>
    <p:handoutMasterId r:id="rId34"/>
  </p:handoutMasterIdLst>
  <p:sldIdLst>
    <p:sldId id="2147482496" r:id="rId16"/>
    <p:sldId id="2147482497" r:id="rId17"/>
    <p:sldId id="2147482507" r:id="rId18"/>
    <p:sldId id="2147482442" r:id="rId19"/>
    <p:sldId id="2147482521" r:id="rId20"/>
    <p:sldId id="2147482517" r:id="rId21"/>
    <p:sldId id="2147482514" r:id="rId22"/>
    <p:sldId id="2147482516" r:id="rId23"/>
    <p:sldId id="2147482518" r:id="rId24"/>
    <p:sldId id="2147482519" r:id="rId25"/>
    <p:sldId id="2147482508" r:id="rId26"/>
    <p:sldId id="2147482509" r:id="rId27"/>
    <p:sldId id="2147482510" r:id="rId28"/>
    <p:sldId id="2147482512" r:id="rId29"/>
    <p:sldId id="2147482505" r:id="rId30"/>
    <p:sldId id="2147482513" r:id="rId31"/>
    <p:sldId id="2147482520" r:id="rId32"/>
  </p:sldIdLst>
  <p:sldSz cx="12192000" cy="6858000"/>
  <p:notesSz cx="7099300" cy="10234613"/>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3" userDrawn="1">
          <p15:clr>
            <a:srgbClr val="A4A3A4"/>
          </p15:clr>
        </p15:guide>
        <p15:guide id="2" pos="2236"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32C5F35-C6B3-DF0B-59D5-EE89546FE93A}" name="Wolburg, Martin" initials="MW" userId="S::V175634@generali.de::1dbda3dd-f974-47c9-9a71-c58c5542529a" providerId="AD"/>
  <p188:author id="{3AC7C960-0501-687C-A955-CDC935919D10}" name="GHERARDI Enzo" initials="EG" userId="S::b304gmp@groupe.generali.fr::2fcda6ce-b45c-465d-98df-4e8272547bd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FRISCH Jean-Baptiste" initials="FJ" lastIdx="1" clrIdx="0">
    <p:extLst>
      <p:ext uri="{19B8F6BF-5375-455C-9EA6-DF929625EA0E}">
        <p15:presenceInfo xmlns:p15="http://schemas.microsoft.com/office/powerpoint/2012/main" userId="S::b301bxn@groupe.generali.fr::d041bd13-5512-4dc6-bf9e-45605280b40a" providerId="AD"/>
      </p:ext>
    </p:extLst>
  </p:cmAuthor>
  <p:cmAuthor id="2" name="ANDRES Frederic" initials="AF" lastIdx="1" clrIdx="1">
    <p:extLst>
      <p:ext uri="{19B8F6BF-5375-455C-9EA6-DF929625EA0E}">
        <p15:presenceInfo xmlns:p15="http://schemas.microsoft.com/office/powerpoint/2012/main" userId="S::b300owk@groupe.generali.fr::d65a21e8-2650-44e2-8b27-eb7da760433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9BFFC8"/>
    <a:srgbClr val="47B0FF"/>
    <a:srgbClr val="69BFFF"/>
    <a:srgbClr val="C00000"/>
    <a:srgbClr val="C21B17"/>
    <a:srgbClr val="000000"/>
    <a:srgbClr val="DF0000"/>
    <a:srgbClr val="FF9933"/>
    <a:srgbClr val="ACD4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01FC7C-00D6-4C84-B861-4CAB1856D05C}" v="2061" dt="2026-06-16T08:59:38.208"/>
    <p1510:client id="{66E014C3-850B-7C7A-A45B-4C4EFEF39033}" v="1" dt="2026-06-16T07:34:35.904"/>
    <p1510:client id="{6B010F40-C8B2-4CC5-BC51-EE08B4DDEF51}" v="408" dt="2026-06-16T08:43:23.919"/>
    <p1510:client id="{7712C339-09F6-DA90-E98B-AAA3C32F34DB}" v="14" dt="2026-06-15T14:32:18.630"/>
    <p1510:client id="{A2754E6F-F2CC-4553-BB61-823BF26F0645}" v="4" dt="2026-06-15T12:57:43.071"/>
    <p1510:client id="{E4D020EA-33AD-4929-A856-5FF6D44B8F8F}" v="1330" dt="2026-06-16T08:58:44.745"/>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Style moyen 3 - Accentuation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guide orient="horz" pos="2160"/>
        <p:guide pos="3840"/>
      </p:guideLst>
    </p:cSldViewPr>
  </p:slideViewPr>
  <p:notesViewPr>
    <p:cSldViewPr snapToGrid="0">
      <p:cViewPr varScale="1">
        <p:scale>
          <a:sx n="66" d="100"/>
          <a:sy n="66" d="100"/>
        </p:scale>
        <p:origin x="0" y="0"/>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9.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theme" Target="theme/theme1.xml"/><Relationship Id="rId21" Type="http://schemas.openxmlformats.org/officeDocument/2006/relationships/slide" Target="slides/slide6.xml"/><Relationship Id="rId34" Type="http://schemas.openxmlformats.org/officeDocument/2006/relationships/handoutMaster" Target="handoutMasters/handoutMaster1.xml"/><Relationship Id="rId42" Type="http://schemas.microsoft.com/office/2015/10/relationships/revisionInfo" Target="revisionInfo.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slide" Target="slides/slide14.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Master" Target="slideMasters/slideMaster7.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Master" Target="slideMasters/slideMaster11.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commentAuthors" Target="commentAuthors.xml"/><Relationship Id="rId10" Type="http://schemas.openxmlformats.org/officeDocument/2006/relationships/slideMaster" Target="slideMasters/slideMaster6.xml"/><Relationship Id="rId19" Type="http://schemas.openxmlformats.org/officeDocument/2006/relationships/slide" Target="slides/slide4.xml"/><Relationship Id="rId31" Type="http://schemas.openxmlformats.org/officeDocument/2006/relationships/slide" Target="slides/slide16.xml"/><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slideMaster" Target="slideMasters/slideMaster10.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tags" Target="tags/tag1.xml"/><Relationship Id="rId43" Type="http://schemas.microsoft.com/office/2018/10/relationships/authors" Target="authors.xml"/><Relationship Id="rId8" Type="http://schemas.openxmlformats.org/officeDocument/2006/relationships/slideMaster" Target="slideMasters/slideMaster4.xml"/><Relationship Id="rId3" Type="http://schemas.openxmlformats.org/officeDocument/2006/relationships/customXml" Target="../customXml/item3.xml"/><Relationship Id="rId12" Type="http://schemas.openxmlformats.org/officeDocument/2006/relationships/slideMaster" Target="slideMasters/slideMaster8.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notesMaster" Target="notesMasters/notesMaster1.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NNET Oscar" userId="S::b304tsv@groupe.generali.fr::0cc53f5c-695a-4036-ab2e-1bdb65f5fc27" providerId="AD" clId="Web-{66E014C3-850B-7C7A-A45B-4C4EFEF39033}"/>
    <pc:docChg chg="addSld">
      <pc:chgData name="BONNET Oscar" userId="S::b304tsv@groupe.generali.fr::0cc53f5c-695a-4036-ab2e-1bdb65f5fc27" providerId="AD" clId="Web-{66E014C3-850B-7C7A-A45B-4C4EFEF39033}" dt="2026-06-16T07:34:35.904" v="0"/>
      <pc:docMkLst>
        <pc:docMk/>
      </pc:docMkLst>
      <pc:sldChg chg="new">
        <pc:chgData name="BONNET Oscar" userId="S::b304tsv@groupe.generali.fr::0cc53f5c-695a-4036-ab2e-1bdb65f5fc27" providerId="AD" clId="Web-{66E014C3-850B-7C7A-A45B-4C4EFEF39033}" dt="2026-06-16T07:34:35.904" v="0"/>
        <pc:sldMkLst>
          <pc:docMk/>
          <pc:sldMk cId="249177689" sldId="2147482506"/>
        </pc:sldMkLst>
      </pc:sldChg>
    </pc:docChg>
  </pc:docChgLst>
  <pc:docChgLst>
    <pc:chgData name="LECOQ Hugo" userId="2c735782-5f99-41c8-8fdf-84d9db6c8740" providerId="ADAL" clId="{89FA6D65-1570-4CED-924E-216B547EDC2B}"/>
    <pc:docChg chg="modSld">
      <pc:chgData name="LECOQ Hugo" userId="2c735782-5f99-41c8-8fdf-84d9db6c8740" providerId="ADAL" clId="{89FA6D65-1570-4CED-924E-216B547EDC2B}" dt="2026-06-15T12:57:43.071" v="3" actId="20577"/>
      <pc:docMkLst>
        <pc:docMk/>
      </pc:docMkLst>
      <pc:sldChg chg="modSp mod">
        <pc:chgData name="LECOQ Hugo" userId="2c735782-5f99-41c8-8fdf-84d9db6c8740" providerId="ADAL" clId="{89FA6D65-1570-4CED-924E-216B547EDC2B}" dt="2026-06-15T12:57:43.071" v="3" actId="20577"/>
        <pc:sldMkLst>
          <pc:docMk/>
          <pc:sldMk cId="2283618724" sldId="2147482497"/>
        </pc:sldMkLst>
        <pc:spChg chg="mod">
          <ac:chgData name="LECOQ Hugo" userId="2c735782-5f99-41c8-8fdf-84d9db6c8740" providerId="ADAL" clId="{89FA6D65-1570-4CED-924E-216B547EDC2B}" dt="2026-06-15T12:57:43.071" v="3" actId="20577"/>
          <ac:spMkLst>
            <pc:docMk/>
            <pc:sldMk cId="2283618724" sldId="2147482497"/>
            <ac:spMk id="6" creationId="{150AE148-8EC5-DDE3-095C-B9AF08A8B78F}"/>
          </ac:spMkLst>
        </pc:spChg>
      </pc:sldChg>
    </pc:docChg>
  </pc:docChgLst>
  <pc:docChgLst>
    <pc:chgData name="BOUVIER Mathilde" userId="2a1d1d93-afbc-445e-8ed8-5388a1e0aaea" providerId="ADAL" clId="{E0F656F1-1343-43E8-A495-16A8DD075090}"/>
    <pc:docChg chg="custSel delSld modSld delMainMaster">
      <pc:chgData name="BOUVIER Mathilde" userId="2a1d1d93-afbc-445e-8ed8-5388a1e0aaea" providerId="ADAL" clId="{E0F656F1-1343-43E8-A495-16A8DD075090}" dt="2026-06-16T08:59:38.207" v="2852" actId="20577"/>
      <pc:docMkLst>
        <pc:docMk/>
      </pc:docMkLst>
      <pc:sldChg chg="modSp mod">
        <pc:chgData name="BOUVIER Mathilde" userId="2a1d1d93-afbc-445e-8ed8-5388a1e0aaea" providerId="ADAL" clId="{E0F656F1-1343-43E8-A495-16A8DD075090}" dt="2026-06-16T08:59:30.698" v="2846" actId="20577"/>
        <pc:sldMkLst>
          <pc:docMk/>
          <pc:sldMk cId="3026808034" sldId="2147482496"/>
        </pc:sldMkLst>
        <pc:spChg chg="mod">
          <ac:chgData name="BOUVIER Mathilde" userId="2a1d1d93-afbc-445e-8ed8-5388a1e0aaea" providerId="ADAL" clId="{E0F656F1-1343-43E8-A495-16A8DD075090}" dt="2026-06-15T09:20:42.286" v="1555" actId="20577"/>
          <ac:spMkLst>
            <pc:docMk/>
            <pc:sldMk cId="3026808034" sldId="2147482496"/>
            <ac:spMk id="5" creationId="{4FA32DA6-86D9-A14B-88E6-2986B1229504}"/>
          </ac:spMkLst>
        </pc:spChg>
        <pc:spChg chg="mod">
          <ac:chgData name="BOUVIER Mathilde" userId="2a1d1d93-afbc-445e-8ed8-5388a1e0aaea" providerId="ADAL" clId="{E0F656F1-1343-43E8-A495-16A8DD075090}" dt="2026-06-16T08:59:30.698" v="2846" actId="20577"/>
          <ac:spMkLst>
            <pc:docMk/>
            <pc:sldMk cId="3026808034" sldId="2147482496"/>
            <ac:spMk id="6" creationId="{DD99818F-9197-4FDE-846A-7938FB95B618}"/>
          </ac:spMkLst>
        </pc:spChg>
      </pc:sldChg>
      <pc:sldChg chg="addSp delSp modSp mod">
        <pc:chgData name="BOUVIER Mathilde" userId="2a1d1d93-afbc-445e-8ed8-5388a1e0aaea" providerId="ADAL" clId="{E0F656F1-1343-43E8-A495-16A8DD075090}" dt="2026-06-16T08:23:55.219" v="2816" actId="1036"/>
        <pc:sldMkLst>
          <pc:docMk/>
          <pc:sldMk cId="2283618724" sldId="2147482497"/>
        </pc:sldMkLst>
        <pc:spChg chg="mod">
          <ac:chgData name="BOUVIER Mathilde" userId="2a1d1d93-afbc-445e-8ed8-5388a1e0aaea" providerId="ADAL" clId="{E0F656F1-1343-43E8-A495-16A8DD075090}" dt="2026-06-16T08:23:55.219" v="2816" actId="1036"/>
          <ac:spMkLst>
            <pc:docMk/>
            <pc:sldMk cId="2283618724" sldId="2147482497"/>
            <ac:spMk id="5" creationId="{205CEB51-8609-668E-D703-E2CE3E4979DC}"/>
          </ac:spMkLst>
        </pc:spChg>
        <pc:spChg chg="mod">
          <ac:chgData name="BOUVIER Mathilde" userId="2a1d1d93-afbc-445e-8ed8-5388a1e0aaea" providerId="ADAL" clId="{E0F656F1-1343-43E8-A495-16A8DD075090}" dt="2026-06-16T08:23:48.432" v="2809" actId="1035"/>
          <ac:spMkLst>
            <pc:docMk/>
            <pc:sldMk cId="2283618724" sldId="2147482497"/>
            <ac:spMk id="6" creationId="{150AE148-8EC5-DDE3-095C-B9AF08A8B78F}"/>
          </ac:spMkLst>
        </pc:spChg>
        <pc:spChg chg="add del">
          <ac:chgData name="BOUVIER Mathilde" userId="2a1d1d93-afbc-445e-8ed8-5388a1e0aaea" providerId="ADAL" clId="{E0F656F1-1343-43E8-A495-16A8DD075090}" dt="2026-06-15T09:09:05.849" v="1530" actId="478"/>
          <ac:spMkLst>
            <pc:docMk/>
            <pc:sldMk cId="2283618724" sldId="2147482497"/>
            <ac:spMk id="8" creationId="{E6CACE2D-2979-4F51-3875-BD92343B39D5}"/>
          </ac:spMkLst>
        </pc:spChg>
        <pc:spChg chg="mod">
          <ac:chgData name="BOUVIER Mathilde" userId="2a1d1d93-afbc-445e-8ed8-5388a1e0aaea" providerId="ADAL" clId="{E0F656F1-1343-43E8-A495-16A8DD075090}" dt="2026-06-15T09:09:40.787" v="1543" actId="1036"/>
          <ac:spMkLst>
            <pc:docMk/>
            <pc:sldMk cId="2283618724" sldId="2147482497"/>
            <ac:spMk id="10" creationId="{DA22DD93-AC91-7A01-36A9-3DBCECBA8C55}"/>
          </ac:spMkLst>
        </pc:spChg>
        <pc:spChg chg="add del">
          <ac:chgData name="BOUVIER Mathilde" userId="2a1d1d93-afbc-445e-8ed8-5388a1e0aaea" providerId="ADAL" clId="{E0F656F1-1343-43E8-A495-16A8DD075090}" dt="2026-06-15T09:09:13.447" v="1532" actId="478"/>
          <ac:spMkLst>
            <pc:docMk/>
            <pc:sldMk cId="2283618724" sldId="2147482497"/>
            <ac:spMk id="11" creationId="{69A36175-179F-CA9F-BAED-E7E9286E1BD5}"/>
          </ac:spMkLst>
        </pc:spChg>
        <pc:spChg chg="add del">
          <ac:chgData name="BOUVIER Mathilde" userId="2a1d1d93-afbc-445e-8ed8-5388a1e0aaea" providerId="ADAL" clId="{E0F656F1-1343-43E8-A495-16A8DD075090}" dt="2026-06-15T09:09:17.791" v="1534" actId="478"/>
          <ac:spMkLst>
            <pc:docMk/>
            <pc:sldMk cId="2283618724" sldId="2147482497"/>
            <ac:spMk id="17" creationId="{C9420092-EF9D-7609-9ADD-2943D079F523}"/>
          </ac:spMkLst>
        </pc:spChg>
        <pc:spChg chg="add del">
          <ac:chgData name="BOUVIER Mathilde" userId="2a1d1d93-afbc-445e-8ed8-5388a1e0aaea" providerId="ADAL" clId="{E0F656F1-1343-43E8-A495-16A8DD075090}" dt="2026-06-15T09:09:24.812" v="1536" actId="478"/>
          <ac:spMkLst>
            <pc:docMk/>
            <pc:sldMk cId="2283618724" sldId="2147482497"/>
            <ac:spMk id="18" creationId="{1993C418-1B95-F091-FAF8-9E5DC386031E}"/>
          </ac:spMkLst>
        </pc:spChg>
        <pc:spChg chg="mod">
          <ac:chgData name="BOUVIER Mathilde" userId="2a1d1d93-afbc-445e-8ed8-5388a1e0aaea" providerId="ADAL" clId="{E0F656F1-1343-43E8-A495-16A8DD075090}" dt="2026-06-15T09:09:51.073" v="1545" actId="1076"/>
          <ac:spMkLst>
            <pc:docMk/>
            <pc:sldMk cId="2283618724" sldId="2147482497"/>
            <ac:spMk id="19" creationId="{7B7D20DD-AC1C-CDCB-AC49-DB466922D20E}"/>
          </ac:spMkLst>
        </pc:spChg>
        <pc:grpChg chg="mod">
          <ac:chgData name="BOUVIER Mathilde" userId="2a1d1d93-afbc-445e-8ed8-5388a1e0aaea" providerId="ADAL" clId="{E0F656F1-1343-43E8-A495-16A8DD075090}" dt="2026-06-16T08:23:55.219" v="2816" actId="1036"/>
          <ac:grpSpMkLst>
            <pc:docMk/>
            <pc:sldMk cId="2283618724" sldId="2147482497"/>
            <ac:grpSpMk id="4" creationId="{1398D56D-5B7B-C211-1449-DB14DB072252}"/>
          </ac:grpSpMkLst>
        </pc:grpChg>
        <pc:grpChg chg="mod">
          <ac:chgData name="BOUVIER Mathilde" userId="2a1d1d93-afbc-445e-8ed8-5388a1e0aaea" providerId="ADAL" clId="{E0F656F1-1343-43E8-A495-16A8DD075090}" dt="2026-06-15T12:16:26.511" v="1766" actId="1035"/>
          <ac:grpSpMkLst>
            <pc:docMk/>
            <pc:sldMk cId="2283618724" sldId="2147482497"/>
            <ac:grpSpMk id="7" creationId="{49D4FE1E-B84F-CE90-25E3-BBF12FC5B54E}"/>
          </ac:grpSpMkLst>
        </pc:grpChg>
        <pc:grpChg chg="add mod">
          <ac:chgData name="BOUVIER Mathilde" userId="2a1d1d93-afbc-445e-8ed8-5388a1e0aaea" providerId="ADAL" clId="{E0F656F1-1343-43E8-A495-16A8DD075090}" dt="2026-06-12T08:36:11.065" v="554" actId="1076"/>
          <ac:grpSpMkLst>
            <pc:docMk/>
            <pc:sldMk cId="2283618724" sldId="2147482497"/>
            <ac:grpSpMk id="22" creationId="{83E0A2B5-75B4-6795-DD21-92D6356C852E}"/>
          </ac:grpSpMkLst>
        </pc:grpChg>
        <pc:picChg chg="mod">
          <ac:chgData name="BOUVIER Mathilde" userId="2a1d1d93-afbc-445e-8ed8-5388a1e0aaea" providerId="ADAL" clId="{E0F656F1-1343-43E8-A495-16A8DD075090}" dt="2026-06-16T08:23:55.219" v="2816" actId="1036"/>
          <ac:picMkLst>
            <pc:docMk/>
            <pc:sldMk cId="2283618724" sldId="2147482497"/>
            <ac:picMk id="9" creationId="{825FBB4B-7208-EBA5-05F9-1021F7029286}"/>
          </ac:picMkLst>
        </pc:picChg>
        <pc:picChg chg="mod">
          <ac:chgData name="BOUVIER Mathilde" userId="2a1d1d93-afbc-445e-8ed8-5388a1e0aaea" providerId="ADAL" clId="{E0F656F1-1343-43E8-A495-16A8DD075090}" dt="2026-06-16T08:23:55.219" v="2816" actId="1036"/>
          <ac:picMkLst>
            <pc:docMk/>
            <pc:sldMk cId="2283618724" sldId="2147482497"/>
            <ac:picMk id="14" creationId="{6E439650-76CC-70D9-1921-1DF2D523BB37}"/>
          </ac:picMkLst>
        </pc:picChg>
        <pc:picChg chg="mod">
          <ac:chgData name="BOUVIER Mathilde" userId="2a1d1d93-afbc-445e-8ed8-5388a1e0aaea" providerId="ADAL" clId="{E0F656F1-1343-43E8-A495-16A8DD075090}" dt="2026-06-16T08:23:55.219" v="2816" actId="1036"/>
          <ac:picMkLst>
            <pc:docMk/>
            <pc:sldMk cId="2283618724" sldId="2147482497"/>
            <ac:picMk id="15" creationId="{9689E683-E758-BD7D-A37F-E9D997EE1E91}"/>
          </ac:picMkLst>
        </pc:picChg>
        <pc:picChg chg="add mod">
          <ac:chgData name="BOUVIER Mathilde" userId="2a1d1d93-afbc-445e-8ed8-5388a1e0aaea" providerId="ADAL" clId="{E0F656F1-1343-43E8-A495-16A8DD075090}" dt="2026-06-15T09:09:44.102" v="1544" actId="1036"/>
          <ac:picMkLst>
            <pc:docMk/>
            <pc:sldMk cId="2283618724" sldId="2147482497"/>
            <ac:picMk id="16" creationId="{C813EA1D-E9A9-337C-45C7-969E4E7AA873}"/>
          </ac:picMkLst>
        </pc:picChg>
        <pc:picChg chg="add mod">
          <ac:chgData name="BOUVIER Mathilde" userId="2a1d1d93-afbc-445e-8ed8-5388a1e0aaea" providerId="ADAL" clId="{E0F656F1-1343-43E8-A495-16A8DD075090}" dt="2026-06-12T08:36:02.032" v="552" actId="164"/>
          <ac:picMkLst>
            <pc:docMk/>
            <pc:sldMk cId="2283618724" sldId="2147482497"/>
            <ac:picMk id="21" creationId="{B28D07D9-E099-FF0A-80CE-A4BCD5E6301F}"/>
          </ac:picMkLst>
        </pc:picChg>
        <pc:picChg chg="add mod">
          <ac:chgData name="BOUVIER Mathilde" userId="2a1d1d93-afbc-445e-8ed8-5388a1e0aaea" providerId="ADAL" clId="{E0F656F1-1343-43E8-A495-16A8DD075090}" dt="2026-06-15T09:09:36.073" v="1540" actId="1035"/>
          <ac:picMkLst>
            <pc:docMk/>
            <pc:sldMk cId="2283618724" sldId="2147482497"/>
            <ac:picMk id="23" creationId="{DF00631B-AD6B-8E9A-B143-79172390628B}"/>
          </ac:picMkLst>
        </pc:picChg>
      </pc:sldChg>
      <pc:sldChg chg="modSp mod">
        <pc:chgData name="BOUVIER Mathilde" userId="2a1d1d93-afbc-445e-8ed8-5388a1e0aaea" providerId="ADAL" clId="{E0F656F1-1343-43E8-A495-16A8DD075090}" dt="2026-06-16T08:59:38.207" v="2852" actId="20577"/>
        <pc:sldMkLst>
          <pc:docMk/>
          <pc:sldMk cId="3978213357" sldId="2147482507"/>
        </pc:sldMkLst>
        <pc:spChg chg="mod">
          <ac:chgData name="BOUVIER Mathilde" userId="2a1d1d93-afbc-445e-8ed8-5388a1e0aaea" providerId="ADAL" clId="{E0F656F1-1343-43E8-A495-16A8DD075090}" dt="2026-06-16T08:59:38.207" v="2852" actId="20577"/>
          <ac:spMkLst>
            <pc:docMk/>
            <pc:sldMk cId="3978213357" sldId="2147482507"/>
            <ac:spMk id="2" creationId="{95A7A6E0-8E6D-263C-ADF3-08F4BAE5E347}"/>
          </ac:spMkLst>
        </pc:spChg>
      </pc:sldChg>
    </pc:docChg>
  </pc:docChgLst>
  <pc:docChgLst>
    <pc:chgData name="MANNAI Yassine" userId="2a881504-505d-4649-a1c9-8ad594d7baba" providerId="ADAL" clId="{CC1E77D8-D047-4F33-ABE1-1F5088580E3E}"/>
    <pc:docChg chg="undo custSel addSld delSld modSld">
      <pc:chgData name="MANNAI Yassine" userId="2a881504-505d-4649-a1c9-8ad594d7baba" providerId="ADAL" clId="{CC1E77D8-D047-4F33-ABE1-1F5088580E3E}" dt="2026-06-16T08:43:23.919" v="407" actId="20577"/>
      <pc:docMkLst>
        <pc:docMk/>
      </pc:docMkLst>
      <pc:sldChg chg="addSp modSp mod">
        <pc:chgData name="MANNAI Yassine" userId="2a881504-505d-4649-a1c9-8ad594d7baba" providerId="ADAL" clId="{CC1E77D8-D047-4F33-ABE1-1F5088580E3E}" dt="2026-06-16T08:07:59.500" v="287" actId="1076"/>
        <pc:sldMkLst>
          <pc:docMk/>
          <pc:sldMk cId="590279483" sldId="2147482442"/>
        </pc:sldMkLst>
        <pc:spChg chg="mod">
          <ac:chgData name="MANNAI Yassine" userId="2a881504-505d-4649-a1c9-8ad594d7baba" providerId="ADAL" clId="{CC1E77D8-D047-4F33-ABE1-1F5088580E3E}" dt="2026-06-16T07:48:57.456" v="230" actId="1076"/>
          <ac:spMkLst>
            <pc:docMk/>
            <pc:sldMk cId="590279483" sldId="2147482442"/>
            <ac:spMk id="2" creationId="{B87F23F5-FA38-4430-74EC-F65BBE422A74}"/>
          </ac:spMkLst>
        </pc:spChg>
        <pc:spChg chg="mod">
          <ac:chgData name="MANNAI Yassine" userId="2a881504-505d-4649-a1c9-8ad594d7baba" providerId="ADAL" clId="{CC1E77D8-D047-4F33-ABE1-1F5088580E3E}" dt="2026-06-16T08:03:59.824" v="262" actId="14100"/>
          <ac:spMkLst>
            <pc:docMk/>
            <pc:sldMk cId="590279483" sldId="2147482442"/>
            <ac:spMk id="3" creationId="{9B9E2070-3E45-C64E-5295-BCB6C2D4B078}"/>
          </ac:spMkLst>
        </pc:spChg>
        <pc:spChg chg="add mod">
          <ac:chgData name="MANNAI Yassine" userId="2a881504-505d-4649-a1c9-8ad594d7baba" providerId="ADAL" clId="{CC1E77D8-D047-4F33-ABE1-1F5088580E3E}" dt="2026-06-16T08:07:23.044" v="279"/>
          <ac:spMkLst>
            <pc:docMk/>
            <pc:sldMk cId="590279483" sldId="2147482442"/>
            <ac:spMk id="16" creationId="{3EB50004-CD71-85C9-C249-D5FFB956A7DE}"/>
          </ac:spMkLst>
        </pc:spChg>
        <pc:spChg chg="add mod">
          <ac:chgData name="MANNAI Yassine" userId="2a881504-505d-4649-a1c9-8ad594d7baba" providerId="ADAL" clId="{CC1E77D8-D047-4F33-ABE1-1F5088580E3E}" dt="2026-06-16T08:07:59.500" v="287" actId="1076"/>
          <ac:spMkLst>
            <pc:docMk/>
            <pc:sldMk cId="590279483" sldId="2147482442"/>
            <ac:spMk id="17" creationId="{06122D6D-18B5-48F9-DDD9-64D5A5C4438E}"/>
          </ac:spMkLst>
        </pc:spChg>
      </pc:sldChg>
      <pc:sldChg chg="modSp del mod">
        <pc:chgData name="MANNAI Yassine" userId="2a881504-505d-4649-a1c9-8ad594d7baba" providerId="ADAL" clId="{CC1E77D8-D047-4F33-ABE1-1F5088580E3E}" dt="2026-06-16T07:41:32.200" v="134" actId="47"/>
        <pc:sldMkLst>
          <pc:docMk/>
          <pc:sldMk cId="2684916333" sldId="2147482498"/>
        </pc:sldMkLst>
        <pc:spChg chg="mod">
          <ac:chgData name="MANNAI Yassine" userId="2a881504-505d-4649-a1c9-8ad594d7baba" providerId="ADAL" clId="{CC1E77D8-D047-4F33-ABE1-1F5088580E3E}" dt="2026-06-16T07:41:17.801" v="131" actId="21"/>
          <ac:spMkLst>
            <pc:docMk/>
            <pc:sldMk cId="2684916333" sldId="2147482498"/>
            <ac:spMk id="2" creationId="{60EF7C88-3229-124A-3818-2B36536DC25E}"/>
          </ac:spMkLst>
        </pc:spChg>
      </pc:sldChg>
      <pc:sldChg chg="del">
        <pc:chgData name="MANNAI Yassine" userId="2a881504-505d-4649-a1c9-8ad594d7baba" providerId="ADAL" clId="{CC1E77D8-D047-4F33-ABE1-1F5088580E3E}" dt="2026-06-16T07:29:48.816" v="1" actId="47"/>
        <pc:sldMkLst>
          <pc:docMk/>
          <pc:sldMk cId="3716870885" sldId="2147482499"/>
        </pc:sldMkLst>
      </pc:sldChg>
      <pc:sldChg chg="modSp add del mod">
        <pc:chgData name="MANNAI Yassine" userId="2a881504-505d-4649-a1c9-8ad594d7baba" providerId="ADAL" clId="{CC1E77D8-D047-4F33-ABE1-1F5088580E3E}" dt="2026-06-16T07:43:47.273" v="154" actId="47"/>
        <pc:sldMkLst>
          <pc:docMk/>
          <pc:sldMk cId="0" sldId="2147482500"/>
        </pc:sldMkLst>
        <pc:spChg chg="mod">
          <ac:chgData name="MANNAI Yassine" userId="2a881504-505d-4649-a1c9-8ad594d7baba" providerId="ADAL" clId="{CC1E77D8-D047-4F33-ABE1-1F5088580E3E}" dt="2026-06-16T07:42:50.336" v="146" actId="20577"/>
          <ac:spMkLst>
            <pc:docMk/>
            <pc:sldMk cId="0" sldId="2147482500"/>
            <ac:spMk id="3" creationId="{00000000-0000-0000-0000-000000000000}"/>
          </ac:spMkLst>
        </pc:spChg>
        <pc:spChg chg="mod">
          <ac:chgData name="MANNAI Yassine" userId="2a881504-505d-4649-a1c9-8ad594d7baba" providerId="ADAL" clId="{CC1E77D8-D047-4F33-ABE1-1F5088580E3E}" dt="2026-06-16T07:39:24.151" v="113" actId="20577"/>
          <ac:spMkLst>
            <pc:docMk/>
            <pc:sldMk cId="0" sldId="2147482500"/>
            <ac:spMk id="6" creationId="{00000000-0000-0000-0000-000000000000}"/>
          </ac:spMkLst>
        </pc:spChg>
        <pc:spChg chg="mod">
          <ac:chgData name="MANNAI Yassine" userId="2a881504-505d-4649-a1c9-8ad594d7baba" providerId="ADAL" clId="{CC1E77D8-D047-4F33-ABE1-1F5088580E3E}" dt="2026-06-16T07:31:36.145" v="10" actId="207"/>
          <ac:spMkLst>
            <pc:docMk/>
            <pc:sldMk cId="0" sldId="2147482500"/>
            <ac:spMk id="41" creationId="{00000000-0000-0000-0000-000000000000}"/>
          </ac:spMkLst>
        </pc:spChg>
        <pc:spChg chg="mod">
          <ac:chgData name="MANNAI Yassine" userId="2a881504-505d-4649-a1c9-8ad594d7baba" providerId="ADAL" clId="{CC1E77D8-D047-4F33-ABE1-1F5088580E3E}" dt="2026-06-16T07:31:41.019" v="11" actId="207"/>
          <ac:spMkLst>
            <pc:docMk/>
            <pc:sldMk cId="0" sldId="2147482500"/>
            <ac:spMk id="42" creationId="{00000000-0000-0000-0000-000000000000}"/>
          </ac:spMkLst>
        </pc:spChg>
        <pc:spChg chg="mod">
          <ac:chgData name="MANNAI Yassine" userId="2a881504-505d-4649-a1c9-8ad594d7baba" providerId="ADAL" clId="{CC1E77D8-D047-4F33-ABE1-1F5088580E3E}" dt="2026-06-16T07:31:43.641" v="12" actId="207"/>
          <ac:spMkLst>
            <pc:docMk/>
            <pc:sldMk cId="0" sldId="2147482500"/>
            <ac:spMk id="43" creationId="{00000000-0000-0000-0000-000000000000}"/>
          </ac:spMkLst>
        </pc:spChg>
        <pc:spChg chg="mod">
          <ac:chgData name="MANNAI Yassine" userId="2a881504-505d-4649-a1c9-8ad594d7baba" providerId="ADAL" clId="{CC1E77D8-D047-4F33-ABE1-1F5088580E3E}" dt="2026-06-16T07:31:45.920" v="13" actId="207"/>
          <ac:spMkLst>
            <pc:docMk/>
            <pc:sldMk cId="0" sldId="2147482500"/>
            <ac:spMk id="44" creationId="{00000000-0000-0000-0000-000000000000}"/>
          </ac:spMkLst>
        </pc:spChg>
        <pc:spChg chg="mod">
          <ac:chgData name="MANNAI Yassine" userId="2a881504-505d-4649-a1c9-8ad594d7baba" providerId="ADAL" clId="{CC1E77D8-D047-4F33-ABE1-1F5088580E3E}" dt="2026-06-16T07:31:26.863" v="7" actId="207"/>
          <ac:spMkLst>
            <pc:docMk/>
            <pc:sldMk cId="0" sldId="2147482500"/>
            <ac:spMk id="100" creationId="{00000000-0000-0000-0000-000000000000}"/>
          </ac:spMkLst>
        </pc:spChg>
        <pc:spChg chg="mod">
          <ac:chgData name="MANNAI Yassine" userId="2a881504-505d-4649-a1c9-8ad594d7baba" providerId="ADAL" clId="{CC1E77D8-D047-4F33-ABE1-1F5088580E3E}" dt="2026-06-16T07:31:31.586" v="8" actId="207"/>
          <ac:spMkLst>
            <pc:docMk/>
            <pc:sldMk cId="0" sldId="2147482500"/>
            <ac:spMk id="110" creationId="{00000000-0000-0000-0000-000000000000}"/>
          </ac:spMkLst>
        </pc:spChg>
        <pc:spChg chg="mod">
          <ac:chgData name="MANNAI Yassine" userId="2a881504-505d-4649-a1c9-8ad594d7baba" providerId="ADAL" clId="{CC1E77D8-D047-4F33-ABE1-1F5088580E3E}" dt="2026-06-16T07:31:34.065" v="9" actId="207"/>
          <ac:spMkLst>
            <pc:docMk/>
            <pc:sldMk cId="0" sldId="2147482500"/>
            <ac:spMk id="120" creationId="{00000000-0000-0000-0000-000000000000}"/>
          </ac:spMkLst>
        </pc:spChg>
      </pc:sldChg>
      <pc:sldChg chg="modSp add del mod">
        <pc:chgData name="MANNAI Yassine" userId="2a881504-505d-4649-a1c9-8ad594d7baba" providerId="ADAL" clId="{CC1E77D8-D047-4F33-ABE1-1F5088580E3E}" dt="2026-06-16T07:44:12.833" v="162" actId="47"/>
        <pc:sldMkLst>
          <pc:docMk/>
          <pc:sldMk cId="0" sldId="2147482501"/>
        </pc:sldMkLst>
        <pc:spChg chg="mod">
          <ac:chgData name="MANNAI Yassine" userId="2a881504-505d-4649-a1c9-8ad594d7baba" providerId="ADAL" clId="{CC1E77D8-D047-4F33-ABE1-1F5088580E3E}" dt="2026-06-16T07:35:22.114" v="92" actId="20577"/>
          <ac:spMkLst>
            <pc:docMk/>
            <pc:sldMk cId="0" sldId="2147482501"/>
            <ac:spMk id="6" creationId="{00000000-0000-0000-0000-000000000000}"/>
          </ac:spMkLst>
        </pc:spChg>
        <pc:spChg chg="mod">
          <ac:chgData name="MANNAI Yassine" userId="2a881504-505d-4649-a1c9-8ad594d7baba" providerId="ADAL" clId="{CC1E77D8-D047-4F33-ABE1-1F5088580E3E}" dt="2026-06-16T07:35:28.156" v="93" actId="14100"/>
          <ac:spMkLst>
            <pc:docMk/>
            <pc:sldMk cId="0" sldId="2147482501"/>
            <ac:spMk id="60" creationId="{00000000-0000-0000-0000-000000000000}"/>
          </ac:spMkLst>
        </pc:spChg>
        <pc:spChg chg="mod">
          <ac:chgData name="MANNAI Yassine" userId="2a881504-505d-4649-a1c9-8ad594d7baba" providerId="ADAL" clId="{CC1E77D8-D047-4F33-ABE1-1F5088580E3E}" dt="2026-06-16T07:31:53.625" v="15" actId="207"/>
          <ac:spMkLst>
            <pc:docMk/>
            <pc:sldMk cId="0" sldId="2147482501"/>
            <ac:spMk id="100" creationId="{00000000-0000-0000-0000-000000000000}"/>
          </ac:spMkLst>
        </pc:spChg>
        <pc:spChg chg="mod">
          <ac:chgData name="MANNAI Yassine" userId="2a881504-505d-4649-a1c9-8ad594d7baba" providerId="ADAL" clId="{CC1E77D8-D047-4F33-ABE1-1F5088580E3E}" dt="2026-06-16T07:35:11.956" v="85" actId="1076"/>
          <ac:spMkLst>
            <pc:docMk/>
            <pc:sldMk cId="0" sldId="2147482501"/>
            <ac:spMk id="110" creationId="{00000000-0000-0000-0000-000000000000}"/>
          </ac:spMkLst>
        </pc:spChg>
        <pc:spChg chg="mod">
          <ac:chgData name="MANNAI Yassine" userId="2a881504-505d-4649-a1c9-8ad594d7baba" providerId="ADAL" clId="{CC1E77D8-D047-4F33-ABE1-1F5088580E3E}" dt="2026-06-16T07:35:11.956" v="85" actId="1076"/>
          <ac:spMkLst>
            <pc:docMk/>
            <pc:sldMk cId="0" sldId="2147482501"/>
            <ac:spMk id="111" creationId="{00000000-0000-0000-0000-000000000000}"/>
          </ac:spMkLst>
        </pc:spChg>
        <pc:spChg chg="mod">
          <ac:chgData name="MANNAI Yassine" userId="2a881504-505d-4649-a1c9-8ad594d7baba" providerId="ADAL" clId="{CC1E77D8-D047-4F33-ABE1-1F5088580E3E}" dt="2026-06-16T07:35:11.956" v="85" actId="1076"/>
          <ac:spMkLst>
            <pc:docMk/>
            <pc:sldMk cId="0" sldId="2147482501"/>
            <ac:spMk id="112" creationId="{00000000-0000-0000-0000-000000000000}"/>
          </ac:spMkLst>
        </pc:spChg>
        <pc:graphicFrameChg chg="modGraphic">
          <ac:chgData name="MANNAI Yassine" userId="2a881504-505d-4649-a1c9-8ad594d7baba" providerId="ADAL" clId="{CC1E77D8-D047-4F33-ABE1-1F5088580E3E}" dt="2026-06-16T07:35:40.537" v="96" actId="403"/>
          <ac:graphicFrameMkLst>
            <pc:docMk/>
            <pc:sldMk cId="0" sldId="2147482501"/>
            <ac:graphicFrameMk id="50" creationId="{00000000-0000-0000-0000-000000000000}"/>
          </ac:graphicFrameMkLst>
        </pc:graphicFrameChg>
      </pc:sldChg>
      <pc:sldChg chg="modSp add del mod">
        <pc:chgData name="MANNAI Yassine" userId="2a881504-505d-4649-a1c9-8ad594d7baba" providerId="ADAL" clId="{CC1E77D8-D047-4F33-ABE1-1F5088580E3E}" dt="2026-06-16T07:45:27.037" v="177" actId="47"/>
        <pc:sldMkLst>
          <pc:docMk/>
          <pc:sldMk cId="0" sldId="2147482502"/>
        </pc:sldMkLst>
        <pc:spChg chg="mod">
          <ac:chgData name="MANNAI Yassine" userId="2a881504-505d-4649-a1c9-8ad594d7baba" providerId="ADAL" clId="{CC1E77D8-D047-4F33-ABE1-1F5088580E3E}" dt="2026-06-16T07:39:45.423" v="115" actId="20577"/>
          <ac:spMkLst>
            <pc:docMk/>
            <pc:sldMk cId="0" sldId="2147482502"/>
            <ac:spMk id="21" creationId="{00000000-0000-0000-0000-000000000000}"/>
          </ac:spMkLst>
        </pc:spChg>
        <pc:spChg chg="mod">
          <ac:chgData name="MANNAI Yassine" userId="2a881504-505d-4649-a1c9-8ad594d7baba" providerId="ADAL" clId="{CC1E77D8-D047-4F33-ABE1-1F5088580E3E}" dt="2026-06-16T07:32:12.962" v="17" actId="207"/>
          <ac:spMkLst>
            <pc:docMk/>
            <pc:sldMk cId="0" sldId="2147482502"/>
            <ac:spMk id="100" creationId="{00000000-0000-0000-0000-000000000000}"/>
          </ac:spMkLst>
        </pc:spChg>
        <pc:spChg chg="mod">
          <ac:chgData name="MANNAI Yassine" userId="2a881504-505d-4649-a1c9-8ad594d7baba" providerId="ADAL" clId="{CC1E77D8-D047-4F33-ABE1-1F5088580E3E}" dt="2026-06-16T07:32:15.377" v="18" actId="207"/>
          <ac:spMkLst>
            <pc:docMk/>
            <pc:sldMk cId="0" sldId="2147482502"/>
            <ac:spMk id="110" creationId="{00000000-0000-0000-0000-000000000000}"/>
          </ac:spMkLst>
        </pc:spChg>
        <pc:spChg chg="mod">
          <ac:chgData name="MANNAI Yassine" userId="2a881504-505d-4649-a1c9-8ad594d7baba" providerId="ADAL" clId="{CC1E77D8-D047-4F33-ABE1-1F5088580E3E}" dt="2026-06-16T07:32:17.993" v="19" actId="207"/>
          <ac:spMkLst>
            <pc:docMk/>
            <pc:sldMk cId="0" sldId="2147482502"/>
            <ac:spMk id="120" creationId="{00000000-0000-0000-0000-000000000000}"/>
          </ac:spMkLst>
        </pc:spChg>
      </pc:sldChg>
      <pc:sldChg chg="addSp delSp modSp add del mod">
        <pc:chgData name="MANNAI Yassine" userId="2a881504-505d-4649-a1c9-8ad594d7baba" providerId="ADAL" clId="{CC1E77D8-D047-4F33-ABE1-1F5088580E3E}" dt="2026-06-16T07:45:46.265" v="184" actId="47"/>
        <pc:sldMkLst>
          <pc:docMk/>
          <pc:sldMk cId="0" sldId="2147482503"/>
        </pc:sldMkLst>
        <pc:spChg chg="del">
          <ac:chgData name="MANNAI Yassine" userId="2a881504-505d-4649-a1c9-8ad594d7baba" providerId="ADAL" clId="{CC1E77D8-D047-4F33-ABE1-1F5088580E3E}" dt="2026-06-16T07:45:31.434" v="178" actId="21"/>
          <ac:spMkLst>
            <pc:docMk/>
            <pc:sldMk cId="0" sldId="2147482503"/>
            <ac:spMk id="2" creationId="{00000000-0000-0000-0000-000000000000}"/>
          </ac:spMkLst>
        </pc:spChg>
        <pc:spChg chg="add del">
          <ac:chgData name="MANNAI Yassine" userId="2a881504-505d-4649-a1c9-8ad594d7baba" providerId="ADAL" clId="{CC1E77D8-D047-4F33-ABE1-1F5088580E3E}" dt="2026-06-16T07:45:31.434" v="178" actId="21"/>
          <ac:spMkLst>
            <pc:docMk/>
            <pc:sldMk cId="0" sldId="2147482503"/>
            <ac:spMk id="3" creationId="{00000000-0000-0000-0000-000000000000}"/>
          </ac:spMkLst>
        </pc:spChg>
        <pc:spChg chg="add del mod">
          <ac:chgData name="MANNAI Yassine" userId="2a881504-505d-4649-a1c9-8ad594d7baba" providerId="ADAL" clId="{CC1E77D8-D047-4F33-ABE1-1F5088580E3E}" dt="2026-06-16T07:32:41.657" v="26" actId="478"/>
          <ac:spMkLst>
            <pc:docMk/>
            <pc:sldMk cId="0" sldId="2147482503"/>
            <ac:spMk id="5" creationId="{F242E951-C226-65D3-541C-F5847FE3235C}"/>
          </ac:spMkLst>
        </pc:spChg>
        <pc:spChg chg="mod">
          <ac:chgData name="MANNAI Yassine" userId="2a881504-505d-4649-a1c9-8ad594d7baba" providerId="ADAL" clId="{CC1E77D8-D047-4F33-ABE1-1F5088580E3E}" dt="2026-06-16T07:40:06.737" v="127" actId="20577"/>
          <ac:spMkLst>
            <pc:docMk/>
            <pc:sldMk cId="0" sldId="2147482503"/>
            <ac:spMk id="6" creationId="{00000000-0000-0000-0000-000000000000}"/>
          </ac:spMkLst>
        </pc:spChg>
        <pc:spChg chg="del">
          <ac:chgData name="MANNAI Yassine" userId="2a881504-505d-4649-a1c9-8ad594d7baba" providerId="ADAL" clId="{CC1E77D8-D047-4F33-ABE1-1F5088580E3E}" dt="2026-06-16T07:45:31.434" v="178" actId="21"/>
          <ac:spMkLst>
            <pc:docMk/>
            <pc:sldMk cId="0" sldId="2147482503"/>
            <ac:spMk id="50" creationId="{00000000-0000-0000-0000-000000000000}"/>
          </ac:spMkLst>
        </pc:spChg>
        <pc:spChg chg="del mod">
          <ac:chgData name="MANNAI Yassine" userId="2a881504-505d-4649-a1c9-8ad594d7baba" providerId="ADAL" clId="{CC1E77D8-D047-4F33-ABE1-1F5088580E3E}" dt="2026-06-16T07:45:31.434" v="178" actId="21"/>
          <ac:spMkLst>
            <pc:docMk/>
            <pc:sldMk cId="0" sldId="2147482503"/>
            <ac:spMk id="59" creationId="{00000000-0000-0000-0000-000000000000}"/>
          </ac:spMkLst>
        </pc:spChg>
        <pc:spChg chg="del">
          <ac:chgData name="MANNAI Yassine" userId="2a881504-505d-4649-a1c9-8ad594d7baba" providerId="ADAL" clId="{CC1E77D8-D047-4F33-ABE1-1F5088580E3E}" dt="2026-06-16T07:45:31.434" v="178" actId="21"/>
          <ac:spMkLst>
            <pc:docMk/>
            <pc:sldMk cId="0" sldId="2147482503"/>
            <ac:spMk id="62" creationId="{00000000-0000-0000-0000-000000000000}"/>
          </ac:spMkLst>
        </pc:spChg>
        <pc:spChg chg="mod">
          <ac:chgData name="MANNAI Yassine" userId="2a881504-505d-4649-a1c9-8ad594d7baba" providerId="ADAL" clId="{CC1E77D8-D047-4F33-ABE1-1F5088580E3E}" dt="2026-06-16T07:32:33.459" v="24" actId="207"/>
          <ac:spMkLst>
            <pc:docMk/>
            <pc:sldMk cId="0" sldId="2147482503"/>
            <ac:spMk id="79" creationId="{00000000-0000-0000-0000-000000000000}"/>
          </ac:spMkLst>
        </pc:spChg>
        <pc:spChg chg="del">
          <ac:chgData name="MANNAI Yassine" userId="2a881504-505d-4649-a1c9-8ad594d7baba" providerId="ADAL" clId="{CC1E77D8-D047-4F33-ABE1-1F5088580E3E}" dt="2026-06-16T07:45:31.434" v="178" actId="21"/>
          <ac:spMkLst>
            <pc:docMk/>
            <pc:sldMk cId="0" sldId="2147482503"/>
            <ac:spMk id="81" creationId="{00000000-0000-0000-0000-000000000000}"/>
          </ac:spMkLst>
        </pc:spChg>
        <pc:spChg chg="del mod">
          <ac:chgData name="MANNAI Yassine" userId="2a881504-505d-4649-a1c9-8ad594d7baba" providerId="ADAL" clId="{CC1E77D8-D047-4F33-ABE1-1F5088580E3E}" dt="2026-06-16T07:45:31.434" v="178" actId="21"/>
          <ac:spMkLst>
            <pc:docMk/>
            <pc:sldMk cId="0" sldId="2147482503"/>
            <ac:spMk id="100" creationId="{00000000-0000-0000-0000-000000000000}"/>
          </ac:spMkLst>
        </pc:spChg>
        <pc:spChg chg="mod">
          <ac:chgData name="MANNAI Yassine" userId="2a881504-505d-4649-a1c9-8ad594d7baba" providerId="ADAL" clId="{CC1E77D8-D047-4F33-ABE1-1F5088580E3E}" dt="2026-06-16T07:40:34.781" v="129" actId="1076"/>
          <ac:spMkLst>
            <pc:docMk/>
            <pc:sldMk cId="0" sldId="2147482503"/>
            <ac:spMk id="110" creationId="{00000000-0000-0000-0000-000000000000}"/>
          </ac:spMkLst>
        </pc:spChg>
        <pc:spChg chg="mod">
          <ac:chgData name="MANNAI Yassine" userId="2a881504-505d-4649-a1c9-8ad594d7baba" providerId="ADAL" clId="{CC1E77D8-D047-4F33-ABE1-1F5088580E3E}" dt="2026-06-16T07:40:34.781" v="129" actId="1076"/>
          <ac:spMkLst>
            <pc:docMk/>
            <pc:sldMk cId="0" sldId="2147482503"/>
            <ac:spMk id="111" creationId="{00000000-0000-0000-0000-000000000000}"/>
          </ac:spMkLst>
        </pc:spChg>
        <pc:spChg chg="del mod">
          <ac:chgData name="MANNAI Yassine" userId="2a881504-505d-4649-a1c9-8ad594d7baba" providerId="ADAL" clId="{CC1E77D8-D047-4F33-ABE1-1F5088580E3E}" dt="2026-06-16T07:45:31.434" v="178" actId="21"/>
          <ac:spMkLst>
            <pc:docMk/>
            <pc:sldMk cId="0" sldId="2147482503"/>
            <ac:spMk id="112" creationId="{00000000-0000-0000-0000-000000000000}"/>
          </ac:spMkLst>
        </pc:spChg>
        <pc:spChg chg="del mod">
          <ac:chgData name="MANNAI Yassine" userId="2a881504-505d-4649-a1c9-8ad594d7baba" providerId="ADAL" clId="{CC1E77D8-D047-4F33-ABE1-1F5088580E3E}" dt="2026-06-16T07:45:31.434" v="178" actId="21"/>
          <ac:spMkLst>
            <pc:docMk/>
            <pc:sldMk cId="0" sldId="2147482503"/>
            <ac:spMk id="120" creationId="{00000000-0000-0000-0000-000000000000}"/>
          </ac:spMkLst>
        </pc:spChg>
        <pc:spChg chg="mod">
          <ac:chgData name="MANNAI Yassine" userId="2a881504-505d-4649-a1c9-8ad594d7baba" providerId="ADAL" clId="{CC1E77D8-D047-4F33-ABE1-1F5088580E3E}" dt="2026-06-16T07:40:21.168" v="128" actId="1076"/>
          <ac:spMkLst>
            <pc:docMk/>
            <pc:sldMk cId="0" sldId="2147482503"/>
            <ac:spMk id="121" creationId="{00000000-0000-0000-0000-000000000000}"/>
          </ac:spMkLst>
        </pc:spChg>
        <pc:spChg chg="del">
          <ac:chgData name="MANNAI Yassine" userId="2a881504-505d-4649-a1c9-8ad594d7baba" providerId="ADAL" clId="{CC1E77D8-D047-4F33-ABE1-1F5088580E3E}" dt="2026-06-16T07:45:31.434" v="178" actId="21"/>
          <ac:spMkLst>
            <pc:docMk/>
            <pc:sldMk cId="0" sldId="2147482503"/>
            <ac:spMk id="122" creationId="{00000000-0000-0000-0000-000000000000}"/>
          </ac:spMkLst>
        </pc:spChg>
      </pc:sldChg>
      <pc:sldChg chg="addSp delSp modSp add del mod">
        <pc:chgData name="MANNAI Yassine" userId="2a881504-505d-4649-a1c9-8ad594d7baba" providerId="ADAL" clId="{CC1E77D8-D047-4F33-ABE1-1F5088580E3E}" dt="2026-06-16T07:45:47.026" v="185" actId="47"/>
        <pc:sldMkLst>
          <pc:docMk/>
          <pc:sldMk cId="0" sldId="2147482504"/>
        </pc:sldMkLst>
        <pc:spChg chg="del">
          <ac:chgData name="MANNAI Yassine" userId="2a881504-505d-4649-a1c9-8ad594d7baba" providerId="ADAL" clId="{CC1E77D8-D047-4F33-ABE1-1F5088580E3E}" dt="2026-06-16T07:45:37.759" v="180" actId="21"/>
          <ac:spMkLst>
            <pc:docMk/>
            <pc:sldMk cId="0" sldId="2147482504"/>
            <ac:spMk id="3" creationId="{00000000-0000-0000-0000-000000000000}"/>
          </ac:spMkLst>
        </pc:spChg>
        <pc:spChg chg="del">
          <ac:chgData name="MANNAI Yassine" userId="2a881504-505d-4649-a1c9-8ad594d7baba" providerId="ADAL" clId="{CC1E77D8-D047-4F33-ABE1-1F5088580E3E}" dt="2026-06-16T07:45:37.759" v="180" actId="21"/>
          <ac:spMkLst>
            <pc:docMk/>
            <pc:sldMk cId="0" sldId="2147482504"/>
            <ac:spMk id="4" creationId="{00000000-0000-0000-0000-000000000000}"/>
          </ac:spMkLst>
        </pc:spChg>
        <pc:spChg chg="del">
          <ac:chgData name="MANNAI Yassine" userId="2a881504-505d-4649-a1c9-8ad594d7baba" providerId="ADAL" clId="{CC1E77D8-D047-4F33-ABE1-1F5088580E3E}" dt="2026-06-16T07:45:37.759" v="180" actId="21"/>
          <ac:spMkLst>
            <pc:docMk/>
            <pc:sldMk cId="0" sldId="2147482504"/>
            <ac:spMk id="21" creationId="{00000000-0000-0000-0000-000000000000}"/>
          </ac:spMkLst>
        </pc:spChg>
        <pc:spChg chg="del mod">
          <ac:chgData name="MANNAI Yassine" userId="2a881504-505d-4649-a1c9-8ad594d7baba" providerId="ADAL" clId="{CC1E77D8-D047-4F33-ABE1-1F5088580E3E}" dt="2026-06-16T07:45:37.759" v="180" actId="21"/>
          <ac:spMkLst>
            <pc:docMk/>
            <pc:sldMk cId="0" sldId="2147482504"/>
            <ac:spMk id="100" creationId="{00000000-0000-0000-0000-000000000000}"/>
          </ac:spMkLst>
        </pc:spChg>
        <pc:spChg chg="del mod">
          <ac:chgData name="MANNAI Yassine" userId="2a881504-505d-4649-a1c9-8ad594d7baba" providerId="ADAL" clId="{CC1E77D8-D047-4F33-ABE1-1F5088580E3E}" dt="2026-06-16T07:45:37.759" v="180" actId="21"/>
          <ac:spMkLst>
            <pc:docMk/>
            <pc:sldMk cId="0" sldId="2147482504"/>
            <ac:spMk id="110" creationId="{00000000-0000-0000-0000-000000000000}"/>
          </ac:spMkLst>
        </pc:spChg>
        <pc:spChg chg="del">
          <ac:chgData name="MANNAI Yassine" userId="2a881504-505d-4649-a1c9-8ad594d7baba" providerId="ADAL" clId="{CC1E77D8-D047-4F33-ABE1-1F5088580E3E}" dt="2026-06-16T07:45:37.759" v="180" actId="21"/>
          <ac:spMkLst>
            <pc:docMk/>
            <pc:sldMk cId="0" sldId="2147482504"/>
            <ac:spMk id="111" creationId="{00000000-0000-0000-0000-000000000000}"/>
          </ac:spMkLst>
        </pc:spChg>
        <pc:spChg chg="del">
          <ac:chgData name="MANNAI Yassine" userId="2a881504-505d-4649-a1c9-8ad594d7baba" providerId="ADAL" clId="{CC1E77D8-D047-4F33-ABE1-1F5088580E3E}" dt="2026-06-16T07:45:37.759" v="180" actId="21"/>
          <ac:spMkLst>
            <pc:docMk/>
            <pc:sldMk cId="0" sldId="2147482504"/>
            <ac:spMk id="114" creationId="{00000000-0000-0000-0000-000000000000}"/>
          </ac:spMkLst>
        </pc:spChg>
        <pc:spChg chg="del mod">
          <ac:chgData name="MANNAI Yassine" userId="2a881504-505d-4649-a1c9-8ad594d7baba" providerId="ADAL" clId="{CC1E77D8-D047-4F33-ABE1-1F5088580E3E}" dt="2026-06-16T07:45:37.759" v="180" actId="21"/>
          <ac:spMkLst>
            <pc:docMk/>
            <pc:sldMk cId="0" sldId="2147482504"/>
            <ac:spMk id="120" creationId="{00000000-0000-0000-0000-000000000000}"/>
          </ac:spMkLst>
        </pc:spChg>
        <pc:spChg chg="mod">
          <ac:chgData name="MANNAI Yassine" userId="2a881504-505d-4649-a1c9-8ad594d7baba" providerId="ADAL" clId="{CC1E77D8-D047-4F33-ABE1-1F5088580E3E}" dt="2026-06-16T07:32:58.027" v="28" actId="207"/>
          <ac:spMkLst>
            <pc:docMk/>
            <pc:sldMk cId="0" sldId="2147482504"/>
            <ac:spMk id="210" creationId="{00000000-0000-0000-0000-000000000000}"/>
          </ac:spMkLst>
        </pc:spChg>
        <pc:spChg chg="mod">
          <ac:chgData name="MANNAI Yassine" userId="2a881504-505d-4649-a1c9-8ad594d7baba" providerId="ADAL" clId="{CC1E77D8-D047-4F33-ABE1-1F5088580E3E}" dt="2026-06-16T07:33:07.157" v="31" actId="207"/>
          <ac:spMkLst>
            <pc:docMk/>
            <pc:sldMk cId="0" sldId="2147482504"/>
            <ac:spMk id="220" creationId="{00000000-0000-0000-0000-000000000000}"/>
          </ac:spMkLst>
        </pc:spChg>
        <pc:spChg chg="mod">
          <ac:chgData name="MANNAI Yassine" userId="2a881504-505d-4649-a1c9-8ad594d7baba" providerId="ADAL" clId="{CC1E77D8-D047-4F33-ABE1-1F5088580E3E}" dt="2026-06-16T07:33:09.042" v="32" actId="207"/>
          <ac:spMkLst>
            <pc:docMk/>
            <pc:sldMk cId="0" sldId="2147482504"/>
            <ac:spMk id="221" creationId="{00000000-0000-0000-0000-000000000000}"/>
          </ac:spMkLst>
        </pc:spChg>
        <pc:spChg chg="mod">
          <ac:chgData name="MANNAI Yassine" userId="2a881504-505d-4649-a1c9-8ad594d7baba" providerId="ADAL" clId="{CC1E77D8-D047-4F33-ABE1-1F5088580E3E}" dt="2026-06-16T07:33:11.491" v="33" actId="207"/>
          <ac:spMkLst>
            <pc:docMk/>
            <pc:sldMk cId="0" sldId="2147482504"/>
            <ac:spMk id="222" creationId="{00000000-0000-0000-0000-000000000000}"/>
          </ac:spMkLst>
        </pc:spChg>
        <pc:spChg chg="mod">
          <ac:chgData name="MANNAI Yassine" userId="2a881504-505d-4649-a1c9-8ad594d7baba" providerId="ADAL" clId="{CC1E77D8-D047-4F33-ABE1-1F5088580E3E}" dt="2026-06-16T07:33:14.436" v="34" actId="207"/>
          <ac:spMkLst>
            <pc:docMk/>
            <pc:sldMk cId="0" sldId="2147482504"/>
            <ac:spMk id="223" creationId="{00000000-0000-0000-0000-000000000000}"/>
          </ac:spMkLst>
        </pc:spChg>
        <pc:spChg chg="del">
          <ac:chgData name="MANNAI Yassine" userId="2a881504-505d-4649-a1c9-8ad594d7baba" providerId="ADAL" clId="{CC1E77D8-D047-4F33-ABE1-1F5088580E3E}" dt="2026-06-16T07:45:37.759" v="180" actId="21"/>
          <ac:spMkLst>
            <pc:docMk/>
            <pc:sldMk cId="0" sldId="2147482504"/>
            <ac:spMk id="230" creationId="{00000000-0000-0000-0000-000000000000}"/>
          </ac:spMkLst>
        </pc:spChg>
        <pc:spChg chg="del">
          <ac:chgData name="MANNAI Yassine" userId="2a881504-505d-4649-a1c9-8ad594d7baba" providerId="ADAL" clId="{CC1E77D8-D047-4F33-ABE1-1F5088580E3E}" dt="2026-06-16T07:45:37.759" v="180" actId="21"/>
          <ac:spMkLst>
            <pc:docMk/>
            <pc:sldMk cId="0" sldId="2147482504"/>
            <ac:spMk id="231" creationId="{00000000-0000-0000-0000-000000000000}"/>
          </ac:spMkLst>
        </pc:spChg>
      </pc:sldChg>
      <pc:sldChg chg="addSp delSp modSp add del mod">
        <pc:chgData name="MANNAI Yassine" userId="2a881504-505d-4649-a1c9-8ad594d7baba" providerId="ADAL" clId="{CC1E77D8-D047-4F33-ABE1-1F5088580E3E}" dt="2026-06-16T08:42:15.418" v="397" actId="1076"/>
        <pc:sldMkLst>
          <pc:docMk/>
          <pc:sldMk cId="0" sldId="2147482505"/>
        </pc:sldMkLst>
        <pc:spChg chg="add mod">
          <ac:chgData name="MANNAI Yassine" userId="2a881504-505d-4649-a1c9-8ad594d7baba" providerId="ADAL" clId="{CC1E77D8-D047-4F33-ABE1-1F5088580E3E}" dt="2026-06-16T07:45:43.110" v="182" actId="21"/>
          <ac:spMkLst>
            <pc:docMk/>
            <pc:sldMk cId="0" sldId="2147482505"/>
            <ac:spMk id="5" creationId="{0112EDB7-141C-68B3-E47F-B3F8A13BF4BD}"/>
          </ac:spMkLst>
        </pc:spChg>
        <pc:spChg chg="del mod">
          <ac:chgData name="MANNAI Yassine" userId="2a881504-505d-4649-a1c9-8ad594d7baba" providerId="ADAL" clId="{CC1E77D8-D047-4F33-ABE1-1F5088580E3E}" dt="2026-06-16T08:40:22.268" v="395" actId="20577"/>
          <ac:spMkLst>
            <pc:docMk/>
            <pc:sldMk cId="0" sldId="2147482505"/>
            <ac:spMk id="6" creationId="{00000000-0000-0000-0000-000000000000}"/>
          </ac:spMkLst>
        </pc:spChg>
        <pc:spChg chg="mod">
          <ac:chgData name="MANNAI Yassine" userId="2a881504-505d-4649-a1c9-8ad594d7baba" providerId="ADAL" clId="{CC1E77D8-D047-4F33-ABE1-1F5088580E3E}" dt="2026-06-16T08:40:35.352" v="396" actId="1076"/>
          <ac:spMkLst>
            <pc:docMk/>
            <pc:sldMk cId="0" sldId="2147482505"/>
            <ac:spMk id="40" creationId="{00000000-0000-0000-0000-000000000000}"/>
          </ac:spMkLst>
        </pc:spChg>
        <pc:spChg chg="del mod">
          <ac:chgData name="MANNAI Yassine" userId="2a881504-505d-4649-a1c9-8ad594d7baba" providerId="ADAL" clId="{CC1E77D8-D047-4F33-ABE1-1F5088580E3E}" dt="2026-06-16T07:45:43.110" v="182" actId="21"/>
          <ac:spMkLst>
            <pc:docMk/>
            <pc:sldMk cId="0" sldId="2147482505"/>
            <ac:spMk id="41" creationId="{00000000-0000-0000-0000-000000000000}"/>
          </ac:spMkLst>
        </pc:spChg>
        <pc:spChg chg="del mod">
          <ac:chgData name="MANNAI Yassine" userId="2a881504-505d-4649-a1c9-8ad594d7baba" providerId="ADAL" clId="{CC1E77D8-D047-4F33-ABE1-1F5088580E3E}" dt="2026-06-16T07:45:43.110" v="182" actId="21"/>
          <ac:spMkLst>
            <pc:docMk/>
            <pc:sldMk cId="0" sldId="2147482505"/>
            <ac:spMk id="42" creationId="{00000000-0000-0000-0000-000000000000}"/>
          </ac:spMkLst>
        </pc:spChg>
        <pc:spChg chg="mod">
          <ac:chgData name="MANNAI Yassine" userId="2a881504-505d-4649-a1c9-8ad594d7baba" providerId="ADAL" clId="{CC1E77D8-D047-4F33-ABE1-1F5088580E3E}" dt="2026-06-16T07:34:49.166" v="77" actId="207"/>
          <ac:spMkLst>
            <pc:docMk/>
            <pc:sldMk cId="0" sldId="2147482505"/>
            <ac:spMk id="43" creationId="{00000000-0000-0000-0000-000000000000}"/>
          </ac:spMkLst>
        </pc:spChg>
        <pc:spChg chg="mod">
          <ac:chgData name="MANNAI Yassine" userId="2a881504-505d-4649-a1c9-8ad594d7baba" providerId="ADAL" clId="{CC1E77D8-D047-4F33-ABE1-1F5088580E3E}" dt="2026-06-16T07:34:51.414" v="78" actId="207"/>
          <ac:spMkLst>
            <pc:docMk/>
            <pc:sldMk cId="0" sldId="2147482505"/>
            <ac:spMk id="44" creationId="{00000000-0000-0000-0000-000000000000}"/>
          </ac:spMkLst>
        </pc:spChg>
        <pc:spChg chg="del mod">
          <ac:chgData name="MANNAI Yassine" userId="2a881504-505d-4649-a1c9-8ad594d7baba" providerId="ADAL" clId="{CC1E77D8-D047-4F33-ABE1-1F5088580E3E}" dt="2026-06-16T07:45:43.110" v="182" actId="21"/>
          <ac:spMkLst>
            <pc:docMk/>
            <pc:sldMk cId="0" sldId="2147482505"/>
            <ac:spMk id="45" creationId="{00000000-0000-0000-0000-000000000000}"/>
          </ac:spMkLst>
        </pc:spChg>
        <pc:spChg chg="del">
          <ac:chgData name="MANNAI Yassine" userId="2a881504-505d-4649-a1c9-8ad594d7baba" providerId="ADAL" clId="{CC1E77D8-D047-4F33-ABE1-1F5088580E3E}" dt="2026-06-16T07:45:43.110" v="182" actId="21"/>
          <ac:spMkLst>
            <pc:docMk/>
            <pc:sldMk cId="0" sldId="2147482505"/>
            <ac:spMk id="47" creationId="{00000000-0000-0000-0000-000000000000}"/>
          </ac:spMkLst>
        </pc:spChg>
        <pc:spChg chg="mod">
          <ac:chgData name="MANNAI Yassine" userId="2a881504-505d-4649-a1c9-8ad594d7baba" providerId="ADAL" clId="{CC1E77D8-D047-4F33-ABE1-1F5088580E3E}" dt="2026-06-16T08:42:15.418" v="397" actId="1076"/>
          <ac:spMkLst>
            <pc:docMk/>
            <pc:sldMk cId="0" sldId="2147482505"/>
            <ac:spMk id="49" creationId="{00000000-0000-0000-0000-000000000000}"/>
          </ac:spMkLst>
        </pc:spChg>
        <pc:spChg chg="del mod">
          <ac:chgData name="MANNAI Yassine" userId="2a881504-505d-4649-a1c9-8ad594d7baba" providerId="ADAL" clId="{CC1E77D8-D047-4F33-ABE1-1F5088580E3E}" dt="2026-06-16T07:45:43.110" v="182" actId="21"/>
          <ac:spMkLst>
            <pc:docMk/>
            <pc:sldMk cId="0" sldId="2147482505"/>
            <ac:spMk id="100" creationId="{00000000-0000-0000-0000-000000000000}"/>
          </ac:spMkLst>
        </pc:spChg>
        <pc:spChg chg="mod">
          <ac:chgData name="MANNAI Yassine" userId="2a881504-505d-4649-a1c9-8ad594d7baba" providerId="ADAL" clId="{CC1E77D8-D047-4F33-ABE1-1F5088580E3E}" dt="2026-06-16T07:34:23.970" v="70" actId="1076"/>
          <ac:spMkLst>
            <pc:docMk/>
            <pc:sldMk cId="0" sldId="2147482505"/>
            <ac:spMk id="101" creationId="{00000000-0000-0000-0000-000000000000}"/>
          </ac:spMkLst>
        </pc:spChg>
        <pc:spChg chg="mod">
          <ac:chgData name="MANNAI Yassine" userId="2a881504-505d-4649-a1c9-8ad594d7baba" providerId="ADAL" clId="{CC1E77D8-D047-4F33-ABE1-1F5088580E3E}" dt="2026-06-16T07:34:29.355" v="71" actId="1076"/>
          <ac:spMkLst>
            <pc:docMk/>
            <pc:sldMk cId="0" sldId="2147482505"/>
            <ac:spMk id="102" creationId="{00000000-0000-0000-0000-000000000000}"/>
          </ac:spMkLst>
        </pc:spChg>
        <pc:spChg chg="del mod">
          <ac:chgData name="MANNAI Yassine" userId="2a881504-505d-4649-a1c9-8ad594d7baba" providerId="ADAL" clId="{CC1E77D8-D047-4F33-ABE1-1F5088580E3E}" dt="2026-06-16T07:45:43.110" v="182" actId="21"/>
          <ac:spMkLst>
            <pc:docMk/>
            <pc:sldMk cId="0" sldId="2147482505"/>
            <ac:spMk id="110" creationId="{00000000-0000-0000-0000-000000000000}"/>
          </ac:spMkLst>
        </pc:spChg>
        <pc:spChg chg="del mod">
          <ac:chgData name="MANNAI Yassine" userId="2a881504-505d-4649-a1c9-8ad594d7baba" providerId="ADAL" clId="{CC1E77D8-D047-4F33-ABE1-1F5088580E3E}" dt="2026-06-16T07:45:43.110" v="182" actId="21"/>
          <ac:spMkLst>
            <pc:docMk/>
            <pc:sldMk cId="0" sldId="2147482505"/>
            <ac:spMk id="111" creationId="{00000000-0000-0000-0000-000000000000}"/>
          </ac:spMkLst>
        </pc:spChg>
        <pc:spChg chg="del mod">
          <ac:chgData name="MANNAI Yassine" userId="2a881504-505d-4649-a1c9-8ad594d7baba" providerId="ADAL" clId="{CC1E77D8-D047-4F33-ABE1-1F5088580E3E}" dt="2026-06-16T08:40:16.315" v="384" actId="478"/>
          <ac:spMkLst>
            <pc:docMk/>
            <pc:sldMk cId="0" sldId="2147482505"/>
            <ac:spMk id="120" creationId="{00000000-0000-0000-0000-000000000000}"/>
          </ac:spMkLst>
        </pc:spChg>
        <pc:spChg chg="del mod">
          <ac:chgData name="MANNAI Yassine" userId="2a881504-505d-4649-a1c9-8ad594d7baba" providerId="ADAL" clId="{CC1E77D8-D047-4F33-ABE1-1F5088580E3E}" dt="2026-06-16T07:45:43.110" v="182" actId="21"/>
          <ac:spMkLst>
            <pc:docMk/>
            <pc:sldMk cId="0" sldId="2147482505"/>
            <ac:spMk id="121" creationId="{00000000-0000-0000-0000-000000000000}"/>
          </ac:spMkLst>
        </pc:spChg>
      </pc:sldChg>
      <pc:sldChg chg="modSp new del mod">
        <pc:chgData name="MANNAI Yassine" userId="2a881504-505d-4649-a1c9-8ad594d7baba" providerId="ADAL" clId="{CC1E77D8-D047-4F33-ABE1-1F5088580E3E}" dt="2026-06-16T07:42:31.856" v="139" actId="47"/>
        <pc:sldMkLst>
          <pc:docMk/>
          <pc:sldMk cId="3018650599" sldId="2147482506"/>
        </pc:sldMkLst>
        <pc:spChg chg="mod">
          <ac:chgData name="MANNAI Yassine" userId="2a881504-505d-4649-a1c9-8ad594d7baba" providerId="ADAL" clId="{CC1E77D8-D047-4F33-ABE1-1F5088580E3E}" dt="2026-06-16T07:41:30.448" v="133"/>
          <ac:spMkLst>
            <pc:docMk/>
            <pc:sldMk cId="3018650599" sldId="2147482506"/>
            <ac:spMk id="3" creationId="{174C3C35-AA32-E6D0-2D09-61D8D83505BB}"/>
          </ac:spMkLst>
        </pc:spChg>
      </pc:sldChg>
      <pc:sldChg chg="add del">
        <pc:chgData name="MANNAI Yassine" userId="2a881504-505d-4649-a1c9-8ad594d7baba" providerId="ADAL" clId="{CC1E77D8-D047-4F33-ABE1-1F5088580E3E}" dt="2026-06-16T07:36:07.001" v="98" actId="47"/>
        <pc:sldMkLst>
          <pc:docMk/>
          <pc:sldMk cId="1324679624" sldId="2147482507"/>
        </pc:sldMkLst>
      </pc:sldChg>
      <pc:sldChg chg="add del">
        <pc:chgData name="MANNAI Yassine" userId="2a881504-505d-4649-a1c9-8ad594d7baba" providerId="ADAL" clId="{CC1E77D8-D047-4F33-ABE1-1F5088580E3E}" dt="2026-06-16T07:36:16.141" v="100" actId="47"/>
        <pc:sldMkLst>
          <pc:docMk/>
          <pc:sldMk cId="1672263221" sldId="2147482507"/>
        </pc:sldMkLst>
      </pc:sldChg>
      <pc:sldChg chg="delSp modSp new mod">
        <pc:chgData name="MANNAI Yassine" userId="2a881504-505d-4649-a1c9-8ad594d7baba" providerId="ADAL" clId="{CC1E77D8-D047-4F33-ABE1-1F5088580E3E}" dt="2026-06-16T08:07:15.526" v="277" actId="20577"/>
        <pc:sldMkLst>
          <pc:docMk/>
          <pc:sldMk cId="3978213357" sldId="2147482507"/>
        </pc:sldMkLst>
        <pc:spChg chg="mod">
          <ac:chgData name="MANNAI Yassine" userId="2a881504-505d-4649-a1c9-8ad594d7baba" providerId="ADAL" clId="{CC1E77D8-D047-4F33-ABE1-1F5088580E3E}" dt="2026-06-16T07:42:26.758" v="138" actId="14100"/>
          <ac:spMkLst>
            <pc:docMk/>
            <pc:sldMk cId="3978213357" sldId="2147482507"/>
            <ac:spMk id="2" creationId="{95A7A6E0-8E6D-263C-ADF3-08F4BAE5E347}"/>
          </ac:spMkLst>
        </pc:spChg>
        <pc:spChg chg="del">
          <ac:chgData name="MANNAI Yassine" userId="2a881504-505d-4649-a1c9-8ad594d7baba" providerId="ADAL" clId="{CC1E77D8-D047-4F33-ABE1-1F5088580E3E}" dt="2026-06-16T07:42:23.232" v="137" actId="478"/>
          <ac:spMkLst>
            <pc:docMk/>
            <pc:sldMk cId="3978213357" sldId="2147482507"/>
            <ac:spMk id="4" creationId="{A1073C42-0751-DB4D-CF83-7C22261D5721}"/>
          </ac:spMkLst>
        </pc:spChg>
        <pc:spChg chg="mod">
          <ac:chgData name="MANNAI Yassine" userId="2a881504-505d-4649-a1c9-8ad594d7baba" providerId="ADAL" clId="{CC1E77D8-D047-4F33-ABE1-1F5088580E3E}" dt="2026-06-16T08:07:15.526" v="277" actId="20577"/>
          <ac:spMkLst>
            <pc:docMk/>
            <pc:sldMk cId="3978213357" sldId="2147482507"/>
            <ac:spMk id="5" creationId="{2067A9A6-5EBD-E7E9-86B8-FB2E6A124DAF}"/>
          </ac:spMkLst>
        </pc:spChg>
      </pc:sldChg>
      <pc:sldChg chg="addSp delSp modSp add mod">
        <pc:chgData name="MANNAI Yassine" userId="2a881504-505d-4649-a1c9-8ad594d7baba" providerId="ADAL" clId="{CC1E77D8-D047-4F33-ABE1-1F5088580E3E}" dt="2026-06-16T07:47:12.984" v="196" actId="20577"/>
        <pc:sldMkLst>
          <pc:docMk/>
          <pc:sldMk cId="217202396" sldId="2147482508"/>
        </pc:sldMkLst>
        <pc:spChg chg="del">
          <ac:chgData name="MANNAI Yassine" userId="2a881504-505d-4649-a1c9-8ad594d7baba" providerId="ADAL" clId="{CC1E77D8-D047-4F33-ABE1-1F5088580E3E}" dt="2026-06-16T07:43:31.104" v="148" actId="478"/>
          <ac:spMkLst>
            <pc:docMk/>
            <pc:sldMk cId="217202396" sldId="2147482508"/>
            <ac:spMk id="2" creationId="{268EBAB0-BA82-694C-74A4-FCD72C70EDDD}"/>
          </ac:spMkLst>
        </pc:spChg>
        <pc:spChg chg="del mod">
          <ac:chgData name="MANNAI Yassine" userId="2a881504-505d-4649-a1c9-8ad594d7baba" providerId="ADAL" clId="{CC1E77D8-D047-4F33-ABE1-1F5088580E3E}" dt="2026-06-16T07:43:33.226" v="150" actId="478"/>
          <ac:spMkLst>
            <pc:docMk/>
            <pc:sldMk cId="217202396" sldId="2147482508"/>
            <ac:spMk id="3" creationId="{9A355E3A-DB57-7DCA-75C6-AEB84F2014FF}"/>
          </ac:spMkLst>
        </pc:spChg>
        <pc:spChg chg="add del mod">
          <ac:chgData name="MANNAI Yassine" userId="2a881504-505d-4649-a1c9-8ad594d7baba" providerId="ADAL" clId="{CC1E77D8-D047-4F33-ABE1-1F5088580E3E}" dt="2026-06-16T07:43:34.162" v="151" actId="478"/>
          <ac:spMkLst>
            <pc:docMk/>
            <pc:sldMk cId="217202396" sldId="2147482508"/>
            <ac:spMk id="5" creationId="{70C44AF9-CA8E-FC95-5A88-B15233BC25F9}"/>
          </ac:spMkLst>
        </pc:spChg>
        <pc:spChg chg="add del mod">
          <ac:chgData name="MANNAI Yassine" userId="2a881504-505d-4649-a1c9-8ad594d7baba" providerId="ADAL" clId="{CC1E77D8-D047-4F33-ABE1-1F5088580E3E}" dt="2026-06-16T07:43:35.492" v="152" actId="478"/>
          <ac:spMkLst>
            <pc:docMk/>
            <pc:sldMk cId="217202396" sldId="2147482508"/>
            <ac:spMk id="7" creationId="{70907F2D-ADC6-752B-17B4-36694145FCE7}"/>
          </ac:spMkLst>
        </pc:spChg>
        <pc:spChg chg="add mod">
          <ac:chgData name="MANNAI Yassine" userId="2a881504-505d-4649-a1c9-8ad594d7baba" providerId="ADAL" clId="{CC1E77D8-D047-4F33-ABE1-1F5088580E3E}" dt="2026-06-16T07:47:12.984" v="196" actId="20577"/>
          <ac:spMkLst>
            <pc:docMk/>
            <pc:sldMk cId="217202396" sldId="2147482508"/>
            <ac:spMk id="8" creationId="{E3CE378F-A999-2DDC-84F1-23C26503EAA9}"/>
          </ac:spMkLst>
        </pc:spChg>
        <pc:spChg chg="add mod">
          <ac:chgData name="MANNAI Yassine" userId="2a881504-505d-4649-a1c9-8ad594d7baba" providerId="ADAL" clId="{CC1E77D8-D047-4F33-ABE1-1F5088580E3E}" dt="2026-06-16T07:43:36.694" v="153"/>
          <ac:spMkLst>
            <pc:docMk/>
            <pc:sldMk cId="217202396" sldId="2147482508"/>
            <ac:spMk id="15" creationId="{7AC6A5F9-7C40-0131-4FE4-0A5F5CE87B99}"/>
          </ac:spMkLst>
        </pc:spChg>
        <pc:spChg chg="add mod">
          <ac:chgData name="MANNAI Yassine" userId="2a881504-505d-4649-a1c9-8ad594d7baba" providerId="ADAL" clId="{CC1E77D8-D047-4F33-ABE1-1F5088580E3E}" dt="2026-06-16T07:43:36.694" v="153"/>
          <ac:spMkLst>
            <pc:docMk/>
            <pc:sldMk cId="217202396" sldId="2147482508"/>
            <ac:spMk id="18" creationId="{6EA73CA3-EC97-897B-9602-E37E1F424CD6}"/>
          </ac:spMkLst>
        </pc:spChg>
        <pc:spChg chg="add mod">
          <ac:chgData name="MANNAI Yassine" userId="2a881504-505d-4649-a1c9-8ad594d7baba" providerId="ADAL" clId="{CC1E77D8-D047-4F33-ABE1-1F5088580E3E}" dt="2026-06-16T07:43:36.694" v="153"/>
          <ac:spMkLst>
            <pc:docMk/>
            <pc:sldMk cId="217202396" sldId="2147482508"/>
            <ac:spMk id="19" creationId="{50D67947-3904-7428-A041-C1737CB4D7BD}"/>
          </ac:spMkLst>
        </pc:spChg>
        <pc:spChg chg="add mod">
          <ac:chgData name="MANNAI Yassine" userId="2a881504-505d-4649-a1c9-8ad594d7baba" providerId="ADAL" clId="{CC1E77D8-D047-4F33-ABE1-1F5088580E3E}" dt="2026-06-16T07:43:36.694" v="153"/>
          <ac:spMkLst>
            <pc:docMk/>
            <pc:sldMk cId="217202396" sldId="2147482508"/>
            <ac:spMk id="22" creationId="{FCE04CDE-CE3D-808D-04B5-7E60FEA39F92}"/>
          </ac:spMkLst>
        </pc:spChg>
        <pc:spChg chg="add mod">
          <ac:chgData name="MANNAI Yassine" userId="2a881504-505d-4649-a1c9-8ad594d7baba" providerId="ADAL" clId="{CC1E77D8-D047-4F33-ABE1-1F5088580E3E}" dt="2026-06-16T07:43:36.694" v="153"/>
          <ac:spMkLst>
            <pc:docMk/>
            <pc:sldMk cId="217202396" sldId="2147482508"/>
            <ac:spMk id="23" creationId="{5B1ED920-91AC-AE76-1752-8ECDD57F5A29}"/>
          </ac:spMkLst>
        </pc:spChg>
        <pc:spChg chg="add mod">
          <ac:chgData name="MANNAI Yassine" userId="2a881504-505d-4649-a1c9-8ad594d7baba" providerId="ADAL" clId="{CC1E77D8-D047-4F33-ABE1-1F5088580E3E}" dt="2026-06-16T07:43:36.694" v="153"/>
          <ac:spMkLst>
            <pc:docMk/>
            <pc:sldMk cId="217202396" sldId="2147482508"/>
            <ac:spMk id="25" creationId="{D9CFF16F-5751-1B12-C363-1EC5EA49C91E}"/>
          </ac:spMkLst>
        </pc:spChg>
        <pc:spChg chg="add mod">
          <ac:chgData name="MANNAI Yassine" userId="2a881504-505d-4649-a1c9-8ad594d7baba" providerId="ADAL" clId="{CC1E77D8-D047-4F33-ABE1-1F5088580E3E}" dt="2026-06-16T07:43:36.694" v="153"/>
          <ac:spMkLst>
            <pc:docMk/>
            <pc:sldMk cId="217202396" sldId="2147482508"/>
            <ac:spMk id="26" creationId="{D0691A58-F07B-7662-FF97-4A3BDD024FC5}"/>
          </ac:spMkLst>
        </pc:spChg>
        <pc:spChg chg="add mod">
          <ac:chgData name="MANNAI Yassine" userId="2a881504-505d-4649-a1c9-8ad594d7baba" providerId="ADAL" clId="{CC1E77D8-D047-4F33-ABE1-1F5088580E3E}" dt="2026-06-16T07:43:36.694" v="153"/>
          <ac:spMkLst>
            <pc:docMk/>
            <pc:sldMk cId="217202396" sldId="2147482508"/>
            <ac:spMk id="27" creationId="{45069953-A3FE-280F-33C3-E5A7D0446529}"/>
          </ac:spMkLst>
        </pc:spChg>
        <pc:spChg chg="add mod">
          <ac:chgData name="MANNAI Yassine" userId="2a881504-505d-4649-a1c9-8ad594d7baba" providerId="ADAL" clId="{CC1E77D8-D047-4F33-ABE1-1F5088580E3E}" dt="2026-06-16T07:43:36.694" v="153"/>
          <ac:spMkLst>
            <pc:docMk/>
            <pc:sldMk cId="217202396" sldId="2147482508"/>
            <ac:spMk id="28" creationId="{3AB07D23-FE4E-C564-F2FD-17203C2CDB11}"/>
          </ac:spMkLst>
        </pc:spChg>
      </pc:sldChg>
      <pc:sldChg chg="addSp delSp modSp add mod">
        <pc:chgData name="MANNAI Yassine" userId="2a881504-505d-4649-a1c9-8ad594d7baba" providerId="ADAL" clId="{CC1E77D8-D047-4F33-ABE1-1F5088580E3E}" dt="2026-06-16T07:47:22.060" v="201" actId="20577"/>
        <pc:sldMkLst>
          <pc:docMk/>
          <pc:sldMk cId="170308754" sldId="2147482509"/>
        </pc:sldMkLst>
        <pc:spChg chg="del mod">
          <ac:chgData name="MANNAI Yassine" userId="2a881504-505d-4649-a1c9-8ad594d7baba" providerId="ADAL" clId="{CC1E77D8-D047-4F33-ABE1-1F5088580E3E}" dt="2026-06-16T07:43:55.841" v="158" actId="478"/>
          <ac:spMkLst>
            <pc:docMk/>
            <pc:sldMk cId="170308754" sldId="2147482509"/>
            <ac:spMk id="2" creationId="{3CFA5ADF-491B-DEDC-D89A-47179DE77B5B}"/>
          </ac:spMkLst>
        </pc:spChg>
        <pc:spChg chg="del">
          <ac:chgData name="MANNAI Yassine" userId="2a881504-505d-4649-a1c9-8ad594d7baba" providerId="ADAL" clId="{CC1E77D8-D047-4F33-ABE1-1F5088580E3E}" dt="2026-06-16T07:43:54.175" v="156" actId="478"/>
          <ac:spMkLst>
            <pc:docMk/>
            <pc:sldMk cId="170308754" sldId="2147482509"/>
            <ac:spMk id="3" creationId="{7C701170-B8E0-F9CA-C747-98A379D64612}"/>
          </ac:spMkLst>
        </pc:spChg>
        <pc:spChg chg="add del mod">
          <ac:chgData name="MANNAI Yassine" userId="2a881504-505d-4649-a1c9-8ad594d7baba" providerId="ADAL" clId="{CC1E77D8-D047-4F33-ABE1-1F5088580E3E}" dt="2026-06-16T07:43:58.890" v="160" actId="478"/>
          <ac:spMkLst>
            <pc:docMk/>
            <pc:sldMk cId="170308754" sldId="2147482509"/>
            <ac:spMk id="5" creationId="{C7C83B04-5E24-6BED-3E5A-74DA55C80DB9}"/>
          </ac:spMkLst>
        </pc:spChg>
        <pc:spChg chg="add del mod">
          <ac:chgData name="MANNAI Yassine" userId="2a881504-505d-4649-a1c9-8ad594d7baba" providerId="ADAL" clId="{CC1E77D8-D047-4F33-ABE1-1F5088580E3E}" dt="2026-06-16T07:43:57.634" v="159" actId="478"/>
          <ac:spMkLst>
            <pc:docMk/>
            <pc:sldMk cId="170308754" sldId="2147482509"/>
            <ac:spMk id="7" creationId="{17B42B03-3B0E-0088-8F07-88DF2B717179}"/>
          </ac:spMkLst>
        </pc:spChg>
        <pc:spChg chg="add mod">
          <ac:chgData name="MANNAI Yassine" userId="2a881504-505d-4649-a1c9-8ad594d7baba" providerId="ADAL" clId="{CC1E77D8-D047-4F33-ABE1-1F5088580E3E}" dt="2026-06-16T07:47:22.060" v="201" actId="20577"/>
          <ac:spMkLst>
            <pc:docMk/>
            <pc:sldMk cId="170308754" sldId="2147482509"/>
            <ac:spMk id="8" creationId="{1441C2AC-82BF-7A37-C67E-86D1FC6BB295}"/>
          </ac:spMkLst>
        </pc:spChg>
        <pc:spChg chg="add mod">
          <ac:chgData name="MANNAI Yassine" userId="2a881504-505d-4649-a1c9-8ad594d7baba" providerId="ADAL" clId="{CC1E77D8-D047-4F33-ABE1-1F5088580E3E}" dt="2026-06-16T07:44:05.008" v="161"/>
          <ac:spMkLst>
            <pc:docMk/>
            <pc:sldMk cId="170308754" sldId="2147482509"/>
            <ac:spMk id="9" creationId="{C858E11D-75D7-2754-964F-5BCEDA3C1020}"/>
          </ac:spMkLst>
        </pc:spChg>
        <pc:spChg chg="add mod">
          <ac:chgData name="MANNAI Yassine" userId="2a881504-505d-4649-a1c9-8ad594d7baba" providerId="ADAL" clId="{CC1E77D8-D047-4F33-ABE1-1F5088580E3E}" dt="2026-06-16T07:44:21.625" v="163" actId="14100"/>
          <ac:spMkLst>
            <pc:docMk/>
            <pc:sldMk cId="170308754" sldId="2147482509"/>
            <ac:spMk id="10" creationId="{346EAED1-18E6-CDE5-842D-B0681FF1287D}"/>
          </ac:spMkLst>
        </pc:spChg>
        <pc:spChg chg="add mod">
          <ac:chgData name="MANNAI Yassine" userId="2a881504-505d-4649-a1c9-8ad594d7baba" providerId="ADAL" clId="{CC1E77D8-D047-4F33-ABE1-1F5088580E3E}" dt="2026-06-16T07:44:05.008" v="161"/>
          <ac:spMkLst>
            <pc:docMk/>
            <pc:sldMk cId="170308754" sldId="2147482509"/>
            <ac:spMk id="11" creationId="{B2F3AE80-991A-E969-CD8E-402D70E1B3EF}"/>
          </ac:spMkLst>
        </pc:spChg>
        <pc:spChg chg="add mod">
          <ac:chgData name="MANNAI Yassine" userId="2a881504-505d-4649-a1c9-8ad594d7baba" providerId="ADAL" clId="{CC1E77D8-D047-4F33-ABE1-1F5088580E3E}" dt="2026-06-16T07:44:05.008" v="161"/>
          <ac:spMkLst>
            <pc:docMk/>
            <pc:sldMk cId="170308754" sldId="2147482509"/>
            <ac:spMk id="12" creationId="{BEB50180-8692-ED38-973A-497EB5D851EA}"/>
          </ac:spMkLst>
        </pc:spChg>
        <pc:spChg chg="add mod">
          <ac:chgData name="MANNAI Yassine" userId="2a881504-505d-4649-a1c9-8ad594d7baba" providerId="ADAL" clId="{CC1E77D8-D047-4F33-ABE1-1F5088580E3E}" dt="2026-06-16T07:44:05.008" v="161"/>
          <ac:spMkLst>
            <pc:docMk/>
            <pc:sldMk cId="170308754" sldId="2147482509"/>
            <ac:spMk id="13" creationId="{4DB4B428-7DEF-C775-4115-A08B67E72D3E}"/>
          </ac:spMkLst>
        </pc:spChg>
        <pc:spChg chg="add mod">
          <ac:chgData name="MANNAI Yassine" userId="2a881504-505d-4649-a1c9-8ad594d7baba" providerId="ADAL" clId="{CC1E77D8-D047-4F33-ABE1-1F5088580E3E}" dt="2026-06-16T07:44:05.008" v="161"/>
          <ac:spMkLst>
            <pc:docMk/>
            <pc:sldMk cId="170308754" sldId="2147482509"/>
            <ac:spMk id="14" creationId="{27C089F1-BADB-A61B-8958-36E8CA67A47D}"/>
          </ac:spMkLst>
        </pc:spChg>
        <pc:spChg chg="add mod">
          <ac:chgData name="MANNAI Yassine" userId="2a881504-505d-4649-a1c9-8ad594d7baba" providerId="ADAL" clId="{CC1E77D8-D047-4F33-ABE1-1F5088580E3E}" dt="2026-06-16T07:44:05.008" v="161"/>
          <ac:spMkLst>
            <pc:docMk/>
            <pc:sldMk cId="170308754" sldId="2147482509"/>
            <ac:spMk id="15" creationId="{185172B3-7A4E-5460-1AE1-8E07DEB57711}"/>
          </ac:spMkLst>
        </pc:spChg>
        <pc:spChg chg="add mod">
          <ac:chgData name="MANNAI Yassine" userId="2a881504-505d-4649-a1c9-8ad594d7baba" providerId="ADAL" clId="{CC1E77D8-D047-4F33-ABE1-1F5088580E3E}" dt="2026-06-16T07:44:05.008" v="161"/>
          <ac:spMkLst>
            <pc:docMk/>
            <pc:sldMk cId="170308754" sldId="2147482509"/>
            <ac:spMk id="16" creationId="{5FDF153B-8CE8-D623-7668-804B582641D8}"/>
          </ac:spMkLst>
        </pc:spChg>
        <pc:spChg chg="add mod">
          <ac:chgData name="MANNAI Yassine" userId="2a881504-505d-4649-a1c9-8ad594d7baba" providerId="ADAL" clId="{CC1E77D8-D047-4F33-ABE1-1F5088580E3E}" dt="2026-06-16T07:44:42.223" v="167" actId="122"/>
          <ac:spMkLst>
            <pc:docMk/>
            <pc:sldMk cId="170308754" sldId="2147482509"/>
            <ac:spMk id="18" creationId="{A63CC6B4-398A-9458-FC13-51EC1F629EF9}"/>
          </ac:spMkLst>
        </pc:spChg>
      </pc:sldChg>
      <pc:sldChg chg="addSp delSp modSp add mod">
        <pc:chgData name="MANNAI Yassine" userId="2a881504-505d-4649-a1c9-8ad594d7baba" providerId="ADAL" clId="{CC1E77D8-D047-4F33-ABE1-1F5088580E3E}" dt="2026-06-16T07:47:36.909" v="211" actId="20577"/>
        <pc:sldMkLst>
          <pc:docMk/>
          <pc:sldMk cId="3509758338" sldId="2147482510"/>
        </pc:sldMkLst>
        <pc:spChg chg="del">
          <ac:chgData name="MANNAI Yassine" userId="2a881504-505d-4649-a1c9-8ad594d7baba" providerId="ADAL" clId="{CC1E77D8-D047-4F33-ABE1-1F5088580E3E}" dt="2026-06-16T07:45:08.740" v="171" actId="478"/>
          <ac:spMkLst>
            <pc:docMk/>
            <pc:sldMk cId="3509758338" sldId="2147482510"/>
            <ac:spMk id="2" creationId="{D61CB3F6-E94A-93B3-52C6-4B2C6775E865}"/>
          </ac:spMkLst>
        </pc:spChg>
        <pc:spChg chg="del">
          <ac:chgData name="MANNAI Yassine" userId="2a881504-505d-4649-a1c9-8ad594d7baba" providerId="ADAL" clId="{CC1E77D8-D047-4F33-ABE1-1F5088580E3E}" dt="2026-06-16T07:45:05.666" v="169" actId="478"/>
          <ac:spMkLst>
            <pc:docMk/>
            <pc:sldMk cId="3509758338" sldId="2147482510"/>
            <ac:spMk id="3" creationId="{74D34297-1400-FFB6-F763-EA1925887B1F}"/>
          </ac:spMkLst>
        </pc:spChg>
        <pc:spChg chg="add del mod">
          <ac:chgData name="MANNAI Yassine" userId="2a881504-505d-4649-a1c9-8ad594d7baba" providerId="ADAL" clId="{CC1E77D8-D047-4F33-ABE1-1F5088580E3E}" dt="2026-06-16T07:45:07.030" v="170" actId="478"/>
          <ac:spMkLst>
            <pc:docMk/>
            <pc:sldMk cId="3509758338" sldId="2147482510"/>
            <ac:spMk id="5" creationId="{2D050FF3-C942-3FAA-2FB3-2FA80D8CEA0D}"/>
          </ac:spMkLst>
        </pc:spChg>
        <pc:spChg chg="add del mod">
          <ac:chgData name="MANNAI Yassine" userId="2a881504-505d-4649-a1c9-8ad594d7baba" providerId="ADAL" clId="{CC1E77D8-D047-4F33-ABE1-1F5088580E3E}" dt="2026-06-16T07:45:10.365" v="172" actId="478"/>
          <ac:spMkLst>
            <pc:docMk/>
            <pc:sldMk cId="3509758338" sldId="2147482510"/>
            <ac:spMk id="7" creationId="{C48AFF28-3ED4-669B-E281-791111A0D00B}"/>
          </ac:spMkLst>
        </pc:spChg>
        <pc:spChg chg="add mod">
          <ac:chgData name="MANNAI Yassine" userId="2a881504-505d-4649-a1c9-8ad594d7baba" providerId="ADAL" clId="{CC1E77D8-D047-4F33-ABE1-1F5088580E3E}" dt="2026-06-16T07:47:36.909" v="211" actId="20577"/>
          <ac:spMkLst>
            <pc:docMk/>
            <pc:sldMk cId="3509758338" sldId="2147482510"/>
            <ac:spMk id="8" creationId="{D24D965D-11D9-BDCE-F05B-3688997A1355}"/>
          </ac:spMkLst>
        </pc:spChg>
        <pc:spChg chg="add mod">
          <ac:chgData name="MANNAI Yassine" userId="2a881504-505d-4649-a1c9-8ad594d7baba" providerId="ADAL" clId="{CC1E77D8-D047-4F33-ABE1-1F5088580E3E}" dt="2026-06-16T07:45:24.452" v="176"/>
          <ac:spMkLst>
            <pc:docMk/>
            <pc:sldMk cId="3509758338" sldId="2147482510"/>
            <ac:spMk id="12" creationId="{FB82F219-D4E4-3B4B-77B3-C1B9FB66139B}"/>
          </ac:spMkLst>
        </pc:spChg>
        <pc:spChg chg="add mod">
          <ac:chgData name="MANNAI Yassine" userId="2a881504-505d-4649-a1c9-8ad594d7baba" providerId="ADAL" clId="{CC1E77D8-D047-4F33-ABE1-1F5088580E3E}" dt="2026-06-16T07:45:24.452" v="176"/>
          <ac:spMkLst>
            <pc:docMk/>
            <pc:sldMk cId="3509758338" sldId="2147482510"/>
            <ac:spMk id="14" creationId="{0878DB62-2F81-50B8-B3DB-772A62939A36}"/>
          </ac:spMkLst>
        </pc:spChg>
        <pc:spChg chg="add mod">
          <ac:chgData name="MANNAI Yassine" userId="2a881504-505d-4649-a1c9-8ad594d7baba" providerId="ADAL" clId="{CC1E77D8-D047-4F33-ABE1-1F5088580E3E}" dt="2026-06-16T07:45:24.452" v="176"/>
          <ac:spMkLst>
            <pc:docMk/>
            <pc:sldMk cId="3509758338" sldId="2147482510"/>
            <ac:spMk id="15" creationId="{ABB3B5BA-22EB-7D92-58E0-87F9A4BA83E3}"/>
          </ac:spMkLst>
        </pc:spChg>
        <pc:spChg chg="add mod">
          <ac:chgData name="MANNAI Yassine" userId="2a881504-505d-4649-a1c9-8ad594d7baba" providerId="ADAL" clId="{CC1E77D8-D047-4F33-ABE1-1F5088580E3E}" dt="2026-06-16T07:45:24.452" v="176"/>
          <ac:spMkLst>
            <pc:docMk/>
            <pc:sldMk cId="3509758338" sldId="2147482510"/>
            <ac:spMk id="18" creationId="{8988DA43-4299-D5ED-965C-EBFFFE1FC9F0}"/>
          </ac:spMkLst>
        </pc:spChg>
        <pc:spChg chg="add mod">
          <ac:chgData name="MANNAI Yassine" userId="2a881504-505d-4649-a1c9-8ad594d7baba" providerId="ADAL" clId="{CC1E77D8-D047-4F33-ABE1-1F5088580E3E}" dt="2026-06-16T07:45:24.452" v="176"/>
          <ac:spMkLst>
            <pc:docMk/>
            <pc:sldMk cId="3509758338" sldId="2147482510"/>
            <ac:spMk id="19" creationId="{61168D3F-4F6B-B621-27B6-A7E0EDB42427}"/>
          </ac:spMkLst>
        </pc:spChg>
        <pc:spChg chg="add mod">
          <ac:chgData name="MANNAI Yassine" userId="2a881504-505d-4649-a1c9-8ad594d7baba" providerId="ADAL" clId="{CC1E77D8-D047-4F33-ABE1-1F5088580E3E}" dt="2026-06-16T07:45:24.452" v="176"/>
          <ac:spMkLst>
            <pc:docMk/>
            <pc:sldMk cId="3509758338" sldId="2147482510"/>
            <ac:spMk id="20" creationId="{62247C03-AC40-CA7E-FF40-2BD000684DD8}"/>
          </ac:spMkLst>
        </pc:spChg>
        <pc:spChg chg="add mod">
          <ac:chgData name="MANNAI Yassine" userId="2a881504-505d-4649-a1c9-8ad594d7baba" providerId="ADAL" clId="{CC1E77D8-D047-4F33-ABE1-1F5088580E3E}" dt="2026-06-16T07:45:24.452" v="176"/>
          <ac:spMkLst>
            <pc:docMk/>
            <pc:sldMk cId="3509758338" sldId="2147482510"/>
            <ac:spMk id="21" creationId="{1AE87920-D181-70A6-E83C-347A75C627AD}"/>
          </ac:spMkLst>
        </pc:spChg>
        <pc:spChg chg="add mod">
          <ac:chgData name="MANNAI Yassine" userId="2a881504-505d-4649-a1c9-8ad594d7baba" providerId="ADAL" clId="{CC1E77D8-D047-4F33-ABE1-1F5088580E3E}" dt="2026-06-16T07:45:24.452" v="176"/>
          <ac:spMkLst>
            <pc:docMk/>
            <pc:sldMk cId="3509758338" sldId="2147482510"/>
            <ac:spMk id="25" creationId="{2C5EA1E9-4422-70A8-9670-B5A54DC655AF}"/>
          </ac:spMkLst>
        </pc:spChg>
        <pc:spChg chg="add mod">
          <ac:chgData name="MANNAI Yassine" userId="2a881504-505d-4649-a1c9-8ad594d7baba" providerId="ADAL" clId="{CC1E77D8-D047-4F33-ABE1-1F5088580E3E}" dt="2026-06-16T07:45:24.452" v="176"/>
          <ac:spMkLst>
            <pc:docMk/>
            <pc:sldMk cId="3509758338" sldId="2147482510"/>
            <ac:spMk id="26" creationId="{CFC33B1F-C33C-0D29-8D37-3F54A13BF1BF}"/>
          </ac:spMkLst>
        </pc:spChg>
      </pc:sldChg>
      <pc:sldChg chg="addSp modSp add del mod">
        <pc:chgData name="MANNAI Yassine" userId="2a881504-505d-4649-a1c9-8ad594d7baba" providerId="ADAL" clId="{CC1E77D8-D047-4F33-ABE1-1F5088580E3E}" dt="2026-06-16T08:42:55.392" v="398" actId="47"/>
        <pc:sldMkLst>
          <pc:docMk/>
          <pc:sldMk cId="2837052352" sldId="2147482511"/>
        </pc:sldMkLst>
        <pc:spChg chg="add mod">
          <ac:chgData name="MANNAI Yassine" userId="2a881504-505d-4649-a1c9-8ad594d7baba" providerId="ADAL" clId="{CC1E77D8-D047-4F33-ABE1-1F5088580E3E}" dt="2026-06-16T07:49:53.083" v="235" actId="1076"/>
          <ac:spMkLst>
            <pc:docMk/>
            <pc:sldMk cId="2837052352" sldId="2147482511"/>
            <ac:spMk id="40" creationId="{00000000-0000-0000-0000-000000000000}"/>
          </ac:spMkLst>
        </pc:spChg>
        <pc:spChg chg="add mod">
          <ac:chgData name="MANNAI Yassine" userId="2a881504-505d-4649-a1c9-8ad594d7baba" providerId="ADAL" clId="{CC1E77D8-D047-4F33-ABE1-1F5088580E3E}" dt="2026-06-16T07:49:53.083" v="235" actId="1076"/>
          <ac:spMkLst>
            <pc:docMk/>
            <pc:sldMk cId="2837052352" sldId="2147482511"/>
            <ac:spMk id="50" creationId="{00000000-0000-0000-0000-000000000000}"/>
          </ac:spMkLst>
        </pc:spChg>
        <pc:spChg chg="mod">
          <ac:chgData name="MANNAI Yassine" userId="2a881504-505d-4649-a1c9-8ad594d7baba" providerId="ADAL" clId="{CC1E77D8-D047-4F33-ABE1-1F5088580E3E}" dt="2026-06-16T07:49:53.083" v="235" actId="1076"/>
          <ac:spMkLst>
            <pc:docMk/>
            <pc:sldMk cId="2837052352" sldId="2147482511"/>
            <ac:spMk id="59" creationId="{00000000-0000-0000-0000-000000000000}"/>
          </ac:spMkLst>
        </pc:spChg>
        <pc:spChg chg="mod">
          <ac:chgData name="MANNAI Yassine" userId="2a881504-505d-4649-a1c9-8ad594d7baba" providerId="ADAL" clId="{CC1E77D8-D047-4F33-ABE1-1F5088580E3E}" dt="2026-06-16T07:49:53.083" v="235" actId="1076"/>
          <ac:spMkLst>
            <pc:docMk/>
            <pc:sldMk cId="2837052352" sldId="2147482511"/>
            <ac:spMk id="60" creationId="{00000000-0000-0000-0000-000000000000}"/>
          </ac:spMkLst>
        </pc:spChg>
        <pc:spChg chg="add mod">
          <ac:chgData name="MANNAI Yassine" userId="2a881504-505d-4649-a1c9-8ad594d7baba" providerId="ADAL" clId="{CC1E77D8-D047-4F33-ABE1-1F5088580E3E}" dt="2026-06-16T07:49:53.083" v="235" actId="1076"/>
          <ac:spMkLst>
            <pc:docMk/>
            <pc:sldMk cId="2837052352" sldId="2147482511"/>
            <ac:spMk id="61" creationId="{00000000-0000-0000-0000-000000000000}"/>
          </ac:spMkLst>
        </pc:spChg>
        <pc:spChg chg="mod">
          <ac:chgData name="MANNAI Yassine" userId="2a881504-505d-4649-a1c9-8ad594d7baba" providerId="ADAL" clId="{CC1E77D8-D047-4F33-ABE1-1F5088580E3E}" dt="2026-06-16T07:49:53.083" v="235" actId="1076"/>
          <ac:spMkLst>
            <pc:docMk/>
            <pc:sldMk cId="2837052352" sldId="2147482511"/>
            <ac:spMk id="62" creationId="{00000000-0000-0000-0000-000000000000}"/>
          </ac:spMkLst>
        </pc:spChg>
        <pc:spChg chg="mod">
          <ac:chgData name="MANNAI Yassine" userId="2a881504-505d-4649-a1c9-8ad594d7baba" providerId="ADAL" clId="{CC1E77D8-D047-4F33-ABE1-1F5088580E3E}" dt="2026-06-16T07:49:23.497" v="231" actId="14100"/>
          <ac:spMkLst>
            <pc:docMk/>
            <pc:sldMk cId="2837052352" sldId="2147482511"/>
            <ac:spMk id="70" creationId="{00000000-0000-0000-0000-000000000000}"/>
          </ac:spMkLst>
        </pc:spChg>
        <pc:spChg chg="add mod">
          <ac:chgData name="MANNAI Yassine" userId="2a881504-505d-4649-a1c9-8ad594d7baba" providerId="ADAL" clId="{CC1E77D8-D047-4F33-ABE1-1F5088580E3E}" dt="2026-06-16T07:45:33.534" v="179"/>
          <ac:spMkLst>
            <pc:docMk/>
            <pc:sldMk cId="2837052352" sldId="2147482511"/>
            <ac:spMk id="79" creationId="{00000000-0000-0000-0000-000000000000}"/>
          </ac:spMkLst>
        </pc:spChg>
        <pc:spChg chg="add mod">
          <ac:chgData name="MANNAI Yassine" userId="2a881504-505d-4649-a1c9-8ad594d7baba" providerId="ADAL" clId="{CC1E77D8-D047-4F33-ABE1-1F5088580E3E}" dt="2026-06-16T07:45:33.534" v="179"/>
          <ac:spMkLst>
            <pc:docMk/>
            <pc:sldMk cId="2837052352" sldId="2147482511"/>
            <ac:spMk id="80" creationId="{00000000-0000-0000-0000-000000000000}"/>
          </ac:spMkLst>
        </pc:spChg>
        <pc:spChg chg="add mod">
          <ac:chgData name="MANNAI Yassine" userId="2a881504-505d-4649-a1c9-8ad594d7baba" providerId="ADAL" clId="{CC1E77D8-D047-4F33-ABE1-1F5088580E3E}" dt="2026-06-16T07:45:33.534" v="179"/>
          <ac:spMkLst>
            <pc:docMk/>
            <pc:sldMk cId="2837052352" sldId="2147482511"/>
            <ac:spMk id="81" creationId="{00000000-0000-0000-0000-000000000000}"/>
          </ac:spMkLst>
        </pc:spChg>
        <pc:spChg chg="add mod">
          <ac:chgData name="MANNAI Yassine" userId="2a881504-505d-4649-a1c9-8ad594d7baba" providerId="ADAL" clId="{CC1E77D8-D047-4F33-ABE1-1F5088580E3E}" dt="2026-06-16T07:45:33.534" v="179"/>
          <ac:spMkLst>
            <pc:docMk/>
            <pc:sldMk cId="2837052352" sldId="2147482511"/>
            <ac:spMk id="100" creationId="{00000000-0000-0000-0000-000000000000}"/>
          </ac:spMkLst>
        </pc:spChg>
        <pc:spChg chg="add mod">
          <ac:chgData name="MANNAI Yassine" userId="2a881504-505d-4649-a1c9-8ad594d7baba" providerId="ADAL" clId="{CC1E77D8-D047-4F33-ABE1-1F5088580E3E}" dt="2026-06-16T07:45:33.534" v="179"/>
          <ac:spMkLst>
            <pc:docMk/>
            <pc:sldMk cId="2837052352" sldId="2147482511"/>
            <ac:spMk id="101" creationId="{00000000-0000-0000-0000-000000000000}"/>
          </ac:spMkLst>
        </pc:spChg>
        <pc:spChg chg="add mod">
          <ac:chgData name="MANNAI Yassine" userId="2a881504-505d-4649-a1c9-8ad594d7baba" providerId="ADAL" clId="{CC1E77D8-D047-4F33-ABE1-1F5088580E3E}" dt="2026-06-16T07:45:33.534" v="179"/>
          <ac:spMkLst>
            <pc:docMk/>
            <pc:sldMk cId="2837052352" sldId="2147482511"/>
            <ac:spMk id="102" creationId="{00000000-0000-0000-0000-000000000000}"/>
          </ac:spMkLst>
        </pc:spChg>
        <pc:spChg chg="add mod">
          <ac:chgData name="MANNAI Yassine" userId="2a881504-505d-4649-a1c9-8ad594d7baba" providerId="ADAL" clId="{CC1E77D8-D047-4F33-ABE1-1F5088580E3E}" dt="2026-06-16T07:45:33.534" v="179"/>
          <ac:spMkLst>
            <pc:docMk/>
            <pc:sldMk cId="2837052352" sldId="2147482511"/>
            <ac:spMk id="112" creationId="{00000000-0000-0000-0000-000000000000}"/>
          </ac:spMkLst>
        </pc:spChg>
      </pc:sldChg>
      <pc:sldChg chg="addSp modSp add mod">
        <pc:chgData name="MANNAI Yassine" userId="2a881504-505d-4649-a1c9-8ad594d7baba" providerId="ADAL" clId="{CC1E77D8-D047-4F33-ABE1-1F5088580E3E}" dt="2026-06-16T07:47:56.930" v="216" actId="20577"/>
        <pc:sldMkLst>
          <pc:docMk/>
          <pc:sldMk cId="567715850" sldId="2147482512"/>
        </pc:sldMkLst>
        <pc:spChg chg="mod">
          <ac:chgData name="MANNAI Yassine" userId="2a881504-505d-4649-a1c9-8ad594d7baba" providerId="ADAL" clId="{CC1E77D8-D047-4F33-ABE1-1F5088580E3E}" dt="2026-06-16T07:47:56.930" v="216" actId="20577"/>
          <ac:spMkLst>
            <pc:docMk/>
            <pc:sldMk cId="567715850" sldId="2147482512"/>
            <ac:spMk id="3" creationId="{00000000-0000-0000-0000-000000000000}"/>
          </ac:spMkLst>
        </pc:spChg>
        <pc:spChg chg="add mod">
          <ac:chgData name="MANNAI Yassine" userId="2a881504-505d-4649-a1c9-8ad594d7baba" providerId="ADAL" clId="{CC1E77D8-D047-4F33-ABE1-1F5088580E3E}" dt="2026-06-16T07:45:39.619" v="181"/>
          <ac:spMkLst>
            <pc:docMk/>
            <pc:sldMk cId="567715850" sldId="2147482512"/>
            <ac:spMk id="20" creationId="{00000000-0000-0000-0000-000000000000}"/>
          </ac:spMkLst>
        </pc:spChg>
        <pc:spChg chg="add mod">
          <ac:chgData name="MANNAI Yassine" userId="2a881504-505d-4649-a1c9-8ad594d7baba" providerId="ADAL" clId="{CC1E77D8-D047-4F33-ABE1-1F5088580E3E}" dt="2026-06-16T07:45:39.619" v="181"/>
          <ac:spMkLst>
            <pc:docMk/>
            <pc:sldMk cId="567715850" sldId="2147482512"/>
            <ac:spMk id="21" creationId="{00000000-0000-0000-0000-000000000000}"/>
          </ac:spMkLst>
        </pc:spChg>
        <pc:spChg chg="add mod">
          <ac:chgData name="MANNAI Yassine" userId="2a881504-505d-4649-a1c9-8ad594d7baba" providerId="ADAL" clId="{CC1E77D8-D047-4F33-ABE1-1F5088580E3E}" dt="2026-06-16T07:45:39.619" v="181"/>
          <ac:spMkLst>
            <pc:docMk/>
            <pc:sldMk cId="567715850" sldId="2147482512"/>
            <ac:spMk id="101" creationId="{00000000-0000-0000-0000-000000000000}"/>
          </ac:spMkLst>
        </pc:spChg>
        <pc:spChg chg="add mod">
          <ac:chgData name="MANNAI Yassine" userId="2a881504-505d-4649-a1c9-8ad594d7baba" providerId="ADAL" clId="{CC1E77D8-D047-4F33-ABE1-1F5088580E3E}" dt="2026-06-16T07:45:39.619" v="181"/>
          <ac:spMkLst>
            <pc:docMk/>
            <pc:sldMk cId="567715850" sldId="2147482512"/>
            <ac:spMk id="110" creationId="{00000000-0000-0000-0000-000000000000}"/>
          </ac:spMkLst>
        </pc:spChg>
        <pc:spChg chg="add mod">
          <ac:chgData name="MANNAI Yassine" userId="2a881504-505d-4649-a1c9-8ad594d7baba" providerId="ADAL" clId="{CC1E77D8-D047-4F33-ABE1-1F5088580E3E}" dt="2026-06-16T07:45:39.619" v="181"/>
          <ac:spMkLst>
            <pc:docMk/>
            <pc:sldMk cId="567715850" sldId="2147482512"/>
            <ac:spMk id="111" creationId="{00000000-0000-0000-0000-000000000000}"/>
          </ac:spMkLst>
        </pc:spChg>
        <pc:spChg chg="add mod">
          <ac:chgData name="MANNAI Yassine" userId="2a881504-505d-4649-a1c9-8ad594d7baba" providerId="ADAL" clId="{CC1E77D8-D047-4F33-ABE1-1F5088580E3E}" dt="2026-06-16T07:45:39.619" v="181"/>
          <ac:spMkLst>
            <pc:docMk/>
            <pc:sldMk cId="567715850" sldId="2147482512"/>
            <ac:spMk id="121" creationId="{00000000-0000-0000-0000-000000000000}"/>
          </ac:spMkLst>
        </pc:spChg>
        <pc:spChg chg="add mod">
          <ac:chgData name="MANNAI Yassine" userId="2a881504-505d-4649-a1c9-8ad594d7baba" providerId="ADAL" clId="{CC1E77D8-D047-4F33-ABE1-1F5088580E3E}" dt="2026-06-16T07:45:39.619" v="181"/>
          <ac:spMkLst>
            <pc:docMk/>
            <pc:sldMk cId="567715850" sldId="2147482512"/>
            <ac:spMk id="222" creationId="{00000000-0000-0000-0000-000000000000}"/>
          </ac:spMkLst>
        </pc:spChg>
        <pc:spChg chg="add mod">
          <ac:chgData name="MANNAI Yassine" userId="2a881504-505d-4649-a1c9-8ad594d7baba" providerId="ADAL" clId="{CC1E77D8-D047-4F33-ABE1-1F5088580E3E}" dt="2026-06-16T07:45:39.619" v="181"/>
          <ac:spMkLst>
            <pc:docMk/>
            <pc:sldMk cId="567715850" sldId="2147482512"/>
            <ac:spMk id="230" creationId="{00000000-0000-0000-0000-000000000000}"/>
          </ac:spMkLst>
        </pc:spChg>
        <pc:spChg chg="add mod">
          <ac:chgData name="MANNAI Yassine" userId="2a881504-505d-4649-a1c9-8ad594d7baba" providerId="ADAL" clId="{CC1E77D8-D047-4F33-ABE1-1F5088580E3E}" dt="2026-06-16T07:45:39.619" v="181"/>
          <ac:spMkLst>
            <pc:docMk/>
            <pc:sldMk cId="567715850" sldId="2147482512"/>
            <ac:spMk id="231" creationId="{00000000-0000-0000-0000-000000000000}"/>
          </ac:spMkLst>
        </pc:spChg>
        <pc:spChg chg="add mod">
          <ac:chgData name="MANNAI Yassine" userId="2a881504-505d-4649-a1c9-8ad594d7baba" providerId="ADAL" clId="{CC1E77D8-D047-4F33-ABE1-1F5088580E3E}" dt="2026-06-16T07:45:39.619" v="181"/>
          <ac:spMkLst>
            <pc:docMk/>
            <pc:sldMk cId="567715850" sldId="2147482512"/>
            <ac:spMk id="233" creationId="{00000000-0000-0000-0000-000000000000}"/>
          </ac:spMkLst>
        </pc:spChg>
      </pc:sldChg>
      <pc:sldChg chg="addSp delSp modSp add mod">
        <pc:chgData name="MANNAI Yassine" userId="2a881504-505d-4649-a1c9-8ad594d7baba" providerId="ADAL" clId="{CC1E77D8-D047-4F33-ABE1-1F5088580E3E}" dt="2026-06-16T08:16:01.562" v="377" actId="20577"/>
        <pc:sldMkLst>
          <pc:docMk/>
          <pc:sldMk cId="886935733" sldId="2147482513"/>
        </pc:sldMkLst>
        <pc:spChg chg="add mod">
          <ac:chgData name="MANNAI Yassine" userId="2a881504-505d-4649-a1c9-8ad594d7baba" providerId="ADAL" clId="{CC1E77D8-D047-4F33-ABE1-1F5088580E3E}" dt="2026-06-16T07:48:03.961" v="220" actId="20577"/>
          <ac:spMkLst>
            <pc:docMk/>
            <pc:sldMk cId="886935733" sldId="2147482513"/>
            <ac:spMk id="3" creationId="{00000000-0000-0000-0000-000000000000}"/>
          </ac:spMkLst>
        </pc:spChg>
        <pc:spChg chg="mod">
          <ac:chgData name="MANNAI Yassine" userId="2a881504-505d-4649-a1c9-8ad594d7baba" providerId="ADAL" clId="{CC1E77D8-D047-4F33-ABE1-1F5088580E3E}" dt="2026-06-16T08:16:01.562" v="377" actId="20577"/>
          <ac:spMkLst>
            <pc:docMk/>
            <pc:sldMk cId="886935733" sldId="2147482513"/>
            <ac:spMk id="6" creationId="{00000000-0000-0000-0000-000000000000}"/>
          </ac:spMkLst>
        </pc:spChg>
        <pc:spChg chg="add del mod">
          <ac:chgData name="MANNAI Yassine" userId="2a881504-505d-4649-a1c9-8ad594d7baba" providerId="ADAL" clId="{CC1E77D8-D047-4F33-ABE1-1F5088580E3E}" dt="2026-06-16T07:52:45.561" v="237" actId="478"/>
          <ac:spMkLst>
            <pc:docMk/>
            <pc:sldMk cId="886935733" sldId="2147482513"/>
            <ac:spMk id="40" creationId="{00000000-0000-0000-0000-000000000000}"/>
          </ac:spMkLst>
        </pc:spChg>
        <pc:spChg chg="add mod">
          <ac:chgData name="MANNAI Yassine" userId="2a881504-505d-4649-a1c9-8ad594d7baba" providerId="ADAL" clId="{CC1E77D8-D047-4F33-ABE1-1F5088580E3E}" dt="2026-06-16T07:45:44.873" v="183"/>
          <ac:spMkLst>
            <pc:docMk/>
            <pc:sldMk cId="886935733" sldId="2147482513"/>
            <ac:spMk id="41" creationId="{00000000-0000-0000-0000-000000000000}"/>
          </ac:spMkLst>
        </pc:spChg>
        <pc:spChg chg="add mod">
          <ac:chgData name="MANNAI Yassine" userId="2a881504-505d-4649-a1c9-8ad594d7baba" providerId="ADAL" clId="{CC1E77D8-D047-4F33-ABE1-1F5088580E3E}" dt="2026-06-16T07:45:44.873" v="183"/>
          <ac:spMkLst>
            <pc:docMk/>
            <pc:sldMk cId="886935733" sldId="2147482513"/>
            <ac:spMk id="42" creationId="{00000000-0000-0000-0000-000000000000}"/>
          </ac:spMkLst>
        </pc:spChg>
        <pc:spChg chg="add mod">
          <ac:chgData name="MANNAI Yassine" userId="2a881504-505d-4649-a1c9-8ad594d7baba" providerId="ADAL" clId="{CC1E77D8-D047-4F33-ABE1-1F5088580E3E}" dt="2026-06-16T07:45:44.873" v="183"/>
          <ac:spMkLst>
            <pc:docMk/>
            <pc:sldMk cId="886935733" sldId="2147482513"/>
            <ac:spMk id="44" creationId="{00000000-0000-0000-0000-000000000000}"/>
          </ac:spMkLst>
        </pc:spChg>
        <pc:spChg chg="add mod">
          <ac:chgData name="MANNAI Yassine" userId="2a881504-505d-4649-a1c9-8ad594d7baba" providerId="ADAL" clId="{CC1E77D8-D047-4F33-ABE1-1F5088580E3E}" dt="2026-06-16T07:45:44.873" v="183"/>
          <ac:spMkLst>
            <pc:docMk/>
            <pc:sldMk cId="886935733" sldId="2147482513"/>
            <ac:spMk id="45" creationId="{00000000-0000-0000-0000-000000000000}"/>
          </ac:spMkLst>
        </pc:spChg>
        <pc:spChg chg="add mod">
          <ac:chgData name="MANNAI Yassine" userId="2a881504-505d-4649-a1c9-8ad594d7baba" providerId="ADAL" clId="{CC1E77D8-D047-4F33-ABE1-1F5088580E3E}" dt="2026-06-16T07:45:44.873" v="183"/>
          <ac:spMkLst>
            <pc:docMk/>
            <pc:sldMk cId="886935733" sldId="2147482513"/>
            <ac:spMk id="47" creationId="{00000000-0000-0000-0000-000000000000}"/>
          </ac:spMkLst>
        </pc:spChg>
        <pc:spChg chg="add mod">
          <ac:chgData name="MANNAI Yassine" userId="2a881504-505d-4649-a1c9-8ad594d7baba" providerId="ADAL" clId="{CC1E77D8-D047-4F33-ABE1-1F5088580E3E}" dt="2026-06-16T07:45:44.873" v="183"/>
          <ac:spMkLst>
            <pc:docMk/>
            <pc:sldMk cId="886935733" sldId="2147482513"/>
            <ac:spMk id="48" creationId="{00000000-0000-0000-0000-000000000000}"/>
          </ac:spMkLst>
        </pc:spChg>
        <pc:spChg chg="add mod">
          <ac:chgData name="MANNAI Yassine" userId="2a881504-505d-4649-a1c9-8ad594d7baba" providerId="ADAL" clId="{CC1E77D8-D047-4F33-ABE1-1F5088580E3E}" dt="2026-06-16T07:45:44.873" v="183"/>
          <ac:spMkLst>
            <pc:docMk/>
            <pc:sldMk cId="886935733" sldId="2147482513"/>
            <ac:spMk id="101" creationId="{00000000-0000-0000-0000-000000000000}"/>
          </ac:spMkLst>
        </pc:spChg>
        <pc:spChg chg="add mod">
          <ac:chgData name="MANNAI Yassine" userId="2a881504-505d-4649-a1c9-8ad594d7baba" providerId="ADAL" clId="{CC1E77D8-D047-4F33-ABE1-1F5088580E3E}" dt="2026-06-16T07:45:44.873" v="183"/>
          <ac:spMkLst>
            <pc:docMk/>
            <pc:sldMk cId="886935733" sldId="2147482513"/>
            <ac:spMk id="102" creationId="{00000000-0000-0000-0000-000000000000}"/>
          </ac:spMkLst>
        </pc:spChg>
      </pc:sldChg>
      <pc:sldChg chg="modSp mod">
        <pc:chgData name="MANNAI Yassine" userId="2a881504-505d-4649-a1c9-8ad594d7baba" providerId="ADAL" clId="{CC1E77D8-D047-4F33-ABE1-1F5088580E3E}" dt="2026-06-16T08:06:59.022" v="275" actId="404"/>
        <pc:sldMkLst>
          <pc:docMk/>
          <pc:sldMk cId="1418929208" sldId="2147482514"/>
        </pc:sldMkLst>
        <pc:spChg chg="mod">
          <ac:chgData name="MANNAI Yassine" userId="2a881504-505d-4649-a1c9-8ad594d7baba" providerId="ADAL" clId="{CC1E77D8-D047-4F33-ABE1-1F5088580E3E}" dt="2026-06-16T08:06:59.022" v="275" actId="404"/>
          <ac:spMkLst>
            <pc:docMk/>
            <pc:sldMk cId="1418929208" sldId="2147482514"/>
            <ac:spMk id="3" creationId="{88EB5562-54E6-87BA-C293-1DC5A8AAD6DF}"/>
          </ac:spMkLst>
        </pc:spChg>
      </pc:sldChg>
      <pc:sldChg chg="del">
        <pc:chgData name="MANNAI Yassine" userId="2a881504-505d-4649-a1c9-8ad594d7baba" providerId="ADAL" clId="{CC1E77D8-D047-4F33-ABE1-1F5088580E3E}" dt="2026-06-16T08:04:54.834" v="270" actId="47"/>
        <pc:sldMkLst>
          <pc:docMk/>
          <pc:sldMk cId="135862309" sldId="2147482515"/>
        </pc:sldMkLst>
      </pc:sldChg>
      <pc:sldChg chg="addSp delSp modSp add mod">
        <pc:chgData name="MANNAI Yassine" userId="2a881504-505d-4649-a1c9-8ad594d7baba" providerId="ADAL" clId="{CC1E77D8-D047-4F33-ABE1-1F5088580E3E}" dt="2026-06-16T08:08:17.676" v="291" actId="20577"/>
        <pc:sldMkLst>
          <pc:docMk/>
          <pc:sldMk cId="1747582332" sldId="2147482517"/>
        </pc:sldMkLst>
        <pc:spChg chg="del">
          <ac:chgData name="MANNAI Yassine" userId="2a881504-505d-4649-a1c9-8ad594d7baba" providerId="ADAL" clId="{CC1E77D8-D047-4F33-ABE1-1F5088580E3E}" dt="2026-06-16T08:04:35.534" v="264" actId="478"/>
          <ac:spMkLst>
            <pc:docMk/>
            <pc:sldMk cId="1747582332" sldId="2147482517"/>
            <ac:spMk id="2" creationId="{08C85B5C-551D-AA9B-B02F-D8FE1AC720B3}"/>
          </ac:spMkLst>
        </pc:spChg>
        <pc:spChg chg="del">
          <ac:chgData name="MANNAI Yassine" userId="2a881504-505d-4649-a1c9-8ad594d7baba" providerId="ADAL" clId="{CC1E77D8-D047-4F33-ABE1-1F5088580E3E}" dt="2026-06-16T08:04:35.534" v="264" actId="478"/>
          <ac:spMkLst>
            <pc:docMk/>
            <pc:sldMk cId="1747582332" sldId="2147482517"/>
            <ac:spMk id="3" creationId="{EB01DDCA-6703-C838-D0B8-55F5240B7031}"/>
          </ac:spMkLst>
        </pc:spChg>
        <pc:spChg chg="add del mod">
          <ac:chgData name="MANNAI Yassine" userId="2a881504-505d-4649-a1c9-8ad594d7baba" providerId="ADAL" clId="{CC1E77D8-D047-4F33-ABE1-1F5088580E3E}" dt="2026-06-16T08:04:38.091" v="265" actId="478"/>
          <ac:spMkLst>
            <pc:docMk/>
            <pc:sldMk cId="1747582332" sldId="2147482517"/>
            <ac:spMk id="5" creationId="{9AF83F6C-DEF8-AD8E-5E68-796FFD41413B}"/>
          </ac:spMkLst>
        </pc:spChg>
        <pc:spChg chg="add del mod">
          <ac:chgData name="MANNAI Yassine" userId="2a881504-505d-4649-a1c9-8ad594d7baba" providerId="ADAL" clId="{CC1E77D8-D047-4F33-ABE1-1F5088580E3E}" dt="2026-06-16T08:04:39.482" v="266" actId="478"/>
          <ac:spMkLst>
            <pc:docMk/>
            <pc:sldMk cId="1747582332" sldId="2147482517"/>
            <ac:spMk id="7" creationId="{5BBEA6EE-36EF-F5AC-AFA2-F3043353373D}"/>
          </ac:spMkLst>
        </pc:spChg>
        <pc:spChg chg="add del mod">
          <ac:chgData name="MANNAI Yassine" userId="2a881504-505d-4649-a1c9-8ad594d7baba" providerId="ADAL" clId="{CC1E77D8-D047-4F33-ABE1-1F5088580E3E}" dt="2026-06-16T08:08:13.402" v="289" actId="478"/>
          <ac:spMkLst>
            <pc:docMk/>
            <pc:sldMk cId="1747582332" sldId="2147482517"/>
            <ac:spMk id="10" creationId="{7FCE654F-1ABD-A743-77D5-FC8A6875E0EC}"/>
          </ac:spMkLst>
        </pc:spChg>
        <pc:spChg chg="add mod">
          <ac:chgData name="MANNAI Yassine" userId="2a881504-505d-4649-a1c9-8ad594d7baba" providerId="ADAL" clId="{CC1E77D8-D047-4F33-ABE1-1F5088580E3E}" dt="2026-06-16T08:08:17.676" v="291" actId="20577"/>
          <ac:spMkLst>
            <pc:docMk/>
            <pc:sldMk cId="1747582332" sldId="2147482517"/>
            <ac:spMk id="11" creationId="{DABB407F-B204-F6CD-C9D8-74A140D75BB3}"/>
          </ac:spMkLst>
        </pc:spChg>
        <pc:picChg chg="add mod">
          <ac:chgData name="MANNAI Yassine" userId="2a881504-505d-4649-a1c9-8ad594d7baba" providerId="ADAL" clId="{CC1E77D8-D047-4F33-ABE1-1F5088580E3E}" dt="2026-06-16T08:05:16.233" v="271"/>
          <ac:picMkLst>
            <pc:docMk/>
            <pc:sldMk cId="1747582332" sldId="2147482517"/>
            <ac:picMk id="8" creationId="{7781CEA2-8D6F-AF27-FBBD-0A345664C19B}"/>
          </ac:picMkLst>
        </pc:picChg>
        <pc:picChg chg="add mod">
          <ac:chgData name="MANNAI Yassine" userId="2a881504-505d-4649-a1c9-8ad594d7baba" providerId="ADAL" clId="{CC1E77D8-D047-4F33-ABE1-1F5088580E3E}" dt="2026-06-16T08:05:19.482" v="272"/>
          <ac:picMkLst>
            <pc:docMk/>
            <pc:sldMk cId="1747582332" sldId="2147482517"/>
            <ac:picMk id="9" creationId="{0AB14B9E-22C4-20E0-64C1-864C87C15293}"/>
          </ac:picMkLst>
        </pc:picChg>
      </pc:sldChg>
      <pc:sldChg chg="modSp add mod">
        <pc:chgData name="MANNAI Yassine" userId="2a881504-505d-4649-a1c9-8ad594d7baba" providerId="ADAL" clId="{CC1E77D8-D047-4F33-ABE1-1F5088580E3E}" dt="2026-06-16T08:43:23.919" v="407" actId="20577"/>
        <pc:sldMkLst>
          <pc:docMk/>
          <pc:sldMk cId="1247225646" sldId="2147482520"/>
        </pc:sldMkLst>
        <pc:spChg chg="mod">
          <ac:chgData name="MANNAI Yassine" userId="2a881504-505d-4649-a1c9-8ad594d7baba" providerId="ADAL" clId="{CC1E77D8-D047-4F33-ABE1-1F5088580E3E}" dt="2026-06-16T08:43:23.919" v="407" actId="20577"/>
          <ac:spMkLst>
            <pc:docMk/>
            <pc:sldMk cId="1247225646" sldId="2147482520"/>
            <ac:spMk id="2" creationId="{166B75E9-E2B4-7F00-FC74-660827ED8642}"/>
          </ac:spMkLst>
        </pc:spChg>
      </pc:sldChg>
      <pc:sldMasterChg chg="delSldLayout">
        <pc:chgData name="MANNAI Yassine" userId="2a881504-505d-4649-a1c9-8ad594d7baba" providerId="ADAL" clId="{CC1E77D8-D047-4F33-ABE1-1F5088580E3E}" dt="2026-06-16T07:45:47.762" v="186" actId="47"/>
        <pc:sldMasterMkLst>
          <pc:docMk/>
          <pc:sldMasterMk cId="3673769582" sldId="2147483660"/>
        </pc:sldMasterMkLst>
        <pc:sldLayoutChg chg="del">
          <pc:chgData name="MANNAI Yassine" userId="2a881504-505d-4649-a1c9-8ad594d7baba" providerId="ADAL" clId="{CC1E77D8-D047-4F33-ABE1-1F5088580E3E}" dt="2026-06-16T07:45:47.762" v="186" actId="47"/>
          <pc:sldLayoutMkLst>
            <pc:docMk/>
            <pc:sldMasterMk cId="3673769582" sldId="2147483660"/>
            <pc:sldLayoutMk cId="2453145984" sldId="2147484869"/>
          </pc:sldLayoutMkLst>
        </pc:sldLayoutChg>
        <pc:sldLayoutChg chg="del">
          <pc:chgData name="MANNAI Yassine" userId="2a881504-505d-4649-a1c9-8ad594d7baba" providerId="ADAL" clId="{CC1E77D8-D047-4F33-ABE1-1F5088580E3E}" dt="2026-06-16T07:36:16.141" v="100" actId="47"/>
          <pc:sldLayoutMkLst>
            <pc:docMk/>
            <pc:sldMasterMk cId="3673769582" sldId="2147483660"/>
            <pc:sldLayoutMk cId="153378949" sldId="2147484871"/>
          </pc:sldLayoutMkLst>
        </pc:sldLayoutChg>
      </pc:sldMasterChg>
    </pc:docChg>
  </pc:docChgLst>
  <pc:docChgLst>
    <pc:chgData name="BONNET Oscar" userId="S::b304tsv@groupe.generali.fr::0cc53f5c-695a-4036-ab2e-1bdb65f5fc27" providerId="AD" clId="Web-{7712C339-09F6-DA90-E98B-AAA3C32F34DB}"/>
    <pc:docChg chg="addSld delSld modSld sldOrd">
      <pc:chgData name="BONNET Oscar" userId="S::b304tsv@groupe.generali.fr::0cc53f5c-695a-4036-ab2e-1bdb65f5fc27" providerId="AD" clId="Web-{7712C339-09F6-DA90-E98B-AAA3C32F34DB}" dt="2026-06-15T14:32:18.630" v="13" actId="20577"/>
      <pc:docMkLst>
        <pc:docMk/>
      </pc:docMkLst>
      <pc:sldChg chg="ord">
        <pc:chgData name="BONNET Oscar" userId="S::b304tsv@groupe.generali.fr::0cc53f5c-695a-4036-ab2e-1bdb65f5fc27" providerId="AD" clId="Web-{7712C339-09F6-DA90-E98B-AAA3C32F34DB}" dt="2026-06-15T14:18:15.626" v="1"/>
        <pc:sldMkLst>
          <pc:docMk/>
          <pc:sldMk cId="2283618724" sldId="2147482497"/>
        </pc:sldMkLst>
      </pc:sldChg>
      <pc:sldChg chg="new del">
        <pc:chgData name="BONNET Oscar" userId="S::b304tsv@groupe.generali.fr::0cc53f5c-695a-4036-ab2e-1bdb65f5fc27" providerId="AD" clId="Web-{7712C339-09F6-DA90-E98B-AAA3C32F34DB}" dt="2026-06-15T14:18:31.282" v="2"/>
        <pc:sldMkLst>
          <pc:docMk/>
          <pc:sldMk cId="2033390046" sldId="2147482498"/>
        </pc:sldMkLst>
      </pc:sldChg>
      <pc:sldChg chg="modSp new">
        <pc:chgData name="BONNET Oscar" userId="S::b304tsv@groupe.generali.fr::0cc53f5c-695a-4036-ab2e-1bdb65f5fc27" providerId="AD" clId="Web-{7712C339-09F6-DA90-E98B-AAA3C32F34DB}" dt="2026-06-15T14:32:18.630" v="13" actId="20577"/>
        <pc:sldMkLst>
          <pc:docMk/>
          <pc:sldMk cId="2684916333" sldId="2147482498"/>
        </pc:sldMkLst>
        <pc:spChg chg="mod">
          <ac:chgData name="BONNET Oscar" userId="S::b304tsv@groupe.generali.fr::0cc53f5c-695a-4036-ab2e-1bdb65f5fc27" providerId="AD" clId="Web-{7712C339-09F6-DA90-E98B-AAA3C32F34DB}" dt="2026-06-15T14:32:18.630" v="13" actId="20577"/>
          <ac:spMkLst>
            <pc:docMk/>
            <pc:sldMk cId="2684916333" sldId="2147482498"/>
            <ac:spMk id="2" creationId="{60EF7C88-3229-124A-3818-2B36536DC25E}"/>
          </ac:spMkLst>
        </pc:spChg>
      </pc:sldChg>
      <pc:sldChg chg="new del">
        <pc:chgData name="BONNET Oscar" userId="S::b304tsv@groupe.generali.fr::0cc53f5c-695a-4036-ab2e-1bdb65f5fc27" providerId="AD" clId="Web-{7712C339-09F6-DA90-E98B-AAA3C32F34DB}" dt="2026-06-15T14:19:22.376" v="9"/>
        <pc:sldMkLst>
          <pc:docMk/>
          <pc:sldMk cId="1244500707" sldId="2147482499"/>
        </pc:sldMkLst>
      </pc:sldChg>
      <pc:sldChg chg="new">
        <pc:chgData name="BONNET Oscar" userId="S::b304tsv@groupe.generali.fr::0cc53f5c-695a-4036-ab2e-1bdb65f5fc27" providerId="AD" clId="Web-{7712C339-09F6-DA90-E98B-AAA3C32F34DB}" dt="2026-06-15T14:19:28.220" v="10"/>
        <pc:sldMkLst>
          <pc:docMk/>
          <pc:sldMk cId="3716870885" sldId="2147482499"/>
        </pc:sldMkLst>
      </pc:sldChg>
    </pc:docChg>
  </pc:docChgLst>
  <pc:docChgLst>
    <pc:chgData name="BONNET Oscar" userId="0cc53f5c-695a-4036-ab2e-1bdb65f5fc27" providerId="ADAL" clId="{4AED646C-4731-4438-AC38-5A81E448F0DE}"/>
    <pc:docChg chg="undo custSel addSld delSld modSld sldOrd">
      <pc:chgData name="BONNET Oscar" userId="0cc53f5c-695a-4036-ab2e-1bdb65f5fc27" providerId="ADAL" clId="{4AED646C-4731-4438-AC38-5A81E448F0DE}" dt="2026-06-16T08:58:44.745" v="1269" actId="20577"/>
      <pc:docMkLst>
        <pc:docMk/>
      </pc:docMkLst>
      <pc:sldChg chg="addSp delSp modSp add del mod modShow">
        <pc:chgData name="BONNET Oscar" userId="0cc53f5c-695a-4036-ab2e-1bdb65f5fc27" providerId="ADAL" clId="{4AED646C-4731-4438-AC38-5A81E448F0DE}" dt="2026-06-16T08:57:06.082" v="1254" actId="729"/>
        <pc:sldMkLst>
          <pc:docMk/>
          <pc:sldMk cId="590279483" sldId="2147482442"/>
        </pc:sldMkLst>
        <pc:spChg chg="mod">
          <ac:chgData name="BONNET Oscar" userId="0cc53f5c-695a-4036-ab2e-1bdb65f5fc27" providerId="ADAL" clId="{4AED646C-4731-4438-AC38-5A81E448F0DE}" dt="2026-06-16T07:38:19.940" v="80" actId="14100"/>
          <ac:spMkLst>
            <pc:docMk/>
            <pc:sldMk cId="590279483" sldId="2147482442"/>
            <ac:spMk id="2" creationId="{B87F23F5-FA38-4430-74EC-F65BBE422A74}"/>
          </ac:spMkLst>
        </pc:spChg>
        <pc:spChg chg="mod">
          <ac:chgData name="BONNET Oscar" userId="0cc53f5c-695a-4036-ab2e-1bdb65f5fc27" providerId="ADAL" clId="{4AED646C-4731-4438-AC38-5A81E448F0DE}" dt="2026-06-16T08:46:35.818" v="934"/>
          <ac:spMkLst>
            <pc:docMk/>
            <pc:sldMk cId="590279483" sldId="2147482442"/>
            <ac:spMk id="3" creationId="{9B9E2070-3E45-C64E-5295-BCB6C2D4B078}"/>
          </ac:spMkLst>
        </pc:spChg>
        <pc:graphicFrameChg chg="add del mod">
          <ac:chgData name="BONNET Oscar" userId="0cc53f5c-695a-4036-ab2e-1bdb65f5fc27" providerId="ADAL" clId="{4AED646C-4731-4438-AC38-5A81E448F0DE}" dt="2026-06-16T07:39:19.983" v="85" actId="478"/>
          <ac:graphicFrameMkLst>
            <pc:docMk/>
            <pc:sldMk cId="590279483" sldId="2147482442"/>
            <ac:graphicFrameMk id="4" creationId="{0D486C3B-588E-F6B4-0FF8-FF60304B52DF}"/>
          </ac:graphicFrameMkLst>
        </pc:graphicFrameChg>
        <pc:graphicFrameChg chg="add mod">
          <ac:chgData name="BONNET Oscar" userId="0cc53f5c-695a-4036-ab2e-1bdb65f5fc27" providerId="ADAL" clId="{4AED646C-4731-4438-AC38-5A81E448F0DE}" dt="2026-06-16T07:39:27.632" v="87"/>
          <ac:graphicFrameMkLst>
            <pc:docMk/>
            <pc:sldMk cId="590279483" sldId="2147482442"/>
            <ac:graphicFrameMk id="5" creationId="{96B43FB5-FEF4-2DBA-5547-16F76875E38D}"/>
          </ac:graphicFrameMkLst>
        </pc:graphicFrameChg>
        <pc:graphicFrameChg chg="add del mod">
          <ac:chgData name="BONNET Oscar" userId="0cc53f5c-695a-4036-ab2e-1bdb65f5fc27" providerId="ADAL" clId="{4AED646C-4731-4438-AC38-5A81E448F0DE}" dt="2026-06-16T07:39:58.633" v="100" actId="478"/>
          <ac:graphicFrameMkLst>
            <pc:docMk/>
            <pc:sldMk cId="590279483" sldId="2147482442"/>
            <ac:graphicFrameMk id="6" creationId="{3D41DDC9-4357-2AF5-4F51-2F49A8BC1FF5}"/>
          </ac:graphicFrameMkLst>
        </pc:graphicFrameChg>
        <pc:graphicFrameChg chg="add del mod">
          <ac:chgData name="BONNET Oscar" userId="0cc53f5c-695a-4036-ab2e-1bdb65f5fc27" providerId="ADAL" clId="{4AED646C-4731-4438-AC38-5A81E448F0DE}" dt="2026-06-16T07:40:11.705" v="102" actId="478"/>
          <ac:graphicFrameMkLst>
            <pc:docMk/>
            <pc:sldMk cId="590279483" sldId="2147482442"/>
            <ac:graphicFrameMk id="7" creationId="{CB2CFE03-2648-93F5-69CD-C68B79414EF6}"/>
          </ac:graphicFrameMkLst>
        </pc:graphicFrameChg>
        <pc:graphicFrameChg chg="add del mod">
          <ac:chgData name="BONNET Oscar" userId="0cc53f5c-695a-4036-ab2e-1bdb65f5fc27" providerId="ADAL" clId="{4AED646C-4731-4438-AC38-5A81E448F0DE}" dt="2026-06-16T07:40:31.321" v="104" actId="478"/>
          <ac:graphicFrameMkLst>
            <pc:docMk/>
            <pc:sldMk cId="590279483" sldId="2147482442"/>
            <ac:graphicFrameMk id="8" creationId="{032F594F-5168-F087-8212-5717571CEB4E}"/>
          </ac:graphicFrameMkLst>
        </pc:graphicFrameChg>
        <pc:graphicFrameChg chg="add mod">
          <ac:chgData name="BONNET Oscar" userId="0cc53f5c-695a-4036-ab2e-1bdb65f5fc27" providerId="ADAL" clId="{4AED646C-4731-4438-AC38-5A81E448F0DE}" dt="2026-06-16T07:40:33.743" v="105"/>
          <ac:graphicFrameMkLst>
            <pc:docMk/>
            <pc:sldMk cId="590279483" sldId="2147482442"/>
            <ac:graphicFrameMk id="9" creationId="{F108C90D-C914-6370-A7C1-D91011DB314B}"/>
          </ac:graphicFrameMkLst>
        </pc:graphicFrameChg>
        <pc:graphicFrameChg chg="add mod">
          <ac:chgData name="BONNET Oscar" userId="0cc53f5c-695a-4036-ab2e-1bdb65f5fc27" providerId="ADAL" clId="{4AED646C-4731-4438-AC38-5A81E448F0DE}" dt="2026-06-16T07:40:54.443" v="115"/>
          <ac:graphicFrameMkLst>
            <pc:docMk/>
            <pc:sldMk cId="590279483" sldId="2147482442"/>
            <ac:graphicFrameMk id="10" creationId="{FF223994-E94B-337B-6E35-36B0ECDD657E}"/>
          </ac:graphicFrameMkLst>
        </pc:graphicFrameChg>
        <pc:graphicFrameChg chg="add del mod">
          <ac:chgData name="BONNET Oscar" userId="0cc53f5c-695a-4036-ab2e-1bdb65f5fc27" providerId="ADAL" clId="{4AED646C-4731-4438-AC38-5A81E448F0DE}" dt="2026-06-16T07:42:13.722" v="133" actId="478"/>
          <ac:graphicFrameMkLst>
            <pc:docMk/>
            <pc:sldMk cId="590279483" sldId="2147482442"/>
            <ac:graphicFrameMk id="11" creationId="{630F9117-7F9C-4BCE-CE47-AA338FE83F38}"/>
          </ac:graphicFrameMkLst>
        </pc:graphicFrameChg>
        <pc:graphicFrameChg chg="add del mod">
          <ac:chgData name="BONNET Oscar" userId="0cc53f5c-695a-4036-ab2e-1bdb65f5fc27" providerId="ADAL" clId="{4AED646C-4731-4438-AC38-5A81E448F0DE}" dt="2026-06-16T07:42:10.945" v="132" actId="478"/>
          <ac:graphicFrameMkLst>
            <pc:docMk/>
            <pc:sldMk cId="590279483" sldId="2147482442"/>
            <ac:graphicFrameMk id="12" creationId="{0758C96C-B9E7-9E57-D73F-28454589098B}"/>
          </ac:graphicFrameMkLst>
        </pc:graphicFrameChg>
        <pc:graphicFrameChg chg="add mod">
          <ac:chgData name="BONNET Oscar" userId="0cc53f5c-695a-4036-ab2e-1bdb65f5fc27" providerId="ADAL" clId="{4AED646C-4731-4438-AC38-5A81E448F0DE}" dt="2026-06-16T07:42:16.914" v="134"/>
          <ac:graphicFrameMkLst>
            <pc:docMk/>
            <pc:sldMk cId="590279483" sldId="2147482442"/>
            <ac:graphicFrameMk id="13" creationId="{F4AC7D64-B17A-78CE-DD18-34397DDA3077}"/>
          </ac:graphicFrameMkLst>
        </pc:graphicFrameChg>
        <pc:graphicFrameChg chg="add del mod">
          <ac:chgData name="BONNET Oscar" userId="0cc53f5c-695a-4036-ab2e-1bdb65f5fc27" providerId="ADAL" clId="{4AED646C-4731-4438-AC38-5A81E448F0DE}" dt="2026-06-16T07:48:37.895" v="180" actId="478"/>
          <ac:graphicFrameMkLst>
            <pc:docMk/>
            <pc:sldMk cId="590279483" sldId="2147482442"/>
            <ac:graphicFrameMk id="14" creationId="{97A61606-19E8-4831-7A96-890EEE2541E7}"/>
          </ac:graphicFrameMkLst>
        </pc:graphicFrameChg>
        <pc:graphicFrameChg chg="add mod">
          <ac:chgData name="BONNET Oscar" userId="0cc53f5c-695a-4036-ab2e-1bdb65f5fc27" providerId="ADAL" clId="{4AED646C-4731-4438-AC38-5A81E448F0DE}" dt="2026-06-16T07:48:42.206" v="182"/>
          <ac:graphicFrameMkLst>
            <pc:docMk/>
            <pc:sldMk cId="590279483" sldId="2147482442"/>
            <ac:graphicFrameMk id="15" creationId="{02140D6B-5D5D-DAC8-4271-32D960FCB5D6}"/>
          </ac:graphicFrameMkLst>
        </pc:graphicFrameChg>
        <pc:graphicFrameChg chg="add mod">
          <ac:chgData name="BONNET Oscar" userId="0cc53f5c-695a-4036-ab2e-1bdb65f5fc27" providerId="ADAL" clId="{4AED646C-4731-4438-AC38-5A81E448F0DE}" dt="2026-06-16T07:53:32.294" v="274"/>
          <ac:graphicFrameMkLst>
            <pc:docMk/>
            <pc:sldMk cId="590279483" sldId="2147482442"/>
            <ac:graphicFrameMk id="16" creationId="{CFF5F05A-F565-A273-7346-807CCE288183}"/>
          </ac:graphicFrameMkLst>
        </pc:graphicFrameChg>
        <pc:graphicFrameChg chg="add mod">
          <ac:chgData name="BONNET Oscar" userId="0cc53f5c-695a-4036-ab2e-1bdb65f5fc27" providerId="ADAL" clId="{4AED646C-4731-4438-AC38-5A81E448F0DE}" dt="2026-06-16T08:40:01.512" v="769"/>
          <ac:graphicFrameMkLst>
            <pc:docMk/>
            <pc:sldMk cId="590279483" sldId="2147482442"/>
            <ac:graphicFrameMk id="18" creationId="{22344B1E-8AC6-215E-68F3-4C90916EF804}"/>
          </ac:graphicFrameMkLst>
        </pc:graphicFrameChg>
        <pc:graphicFrameChg chg="add del mod modGraphic">
          <ac:chgData name="BONNET Oscar" userId="0cc53f5c-695a-4036-ab2e-1bdb65f5fc27" providerId="ADAL" clId="{4AED646C-4731-4438-AC38-5A81E448F0DE}" dt="2026-06-16T08:40:29.784" v="774" actId="478"/>
          <ac:graphicFrameMkLst>
            <pc:docMk/>
            <pc:sldMk cId="590279483" sldId="2147482442"/>
            <ac:graphicFrameMk id="19" creationId="{362D0405-A0E1-12DE-2D46-91D8BA69B2BE}"/>
          </ac:graphicFrameMkLst>
        </pc:graphicFrameChg>
        <pc:graphicFrameChg chg="add mod">
          <ac:chgData name="BONNET Oscar" userId="0cc53f5c-695a-4036-ab2e-1bdb65f5fc27" providerId="ADAL" clId="{4AED646C-4731-4438-AC38-5A81E448F0DE}" dt="2026-06-16T08:40:31.353" v="775"/>
          <ac:graphicFrameMkLst>
            <pc:docMk/>
            <pc:sldMk cId="590279483" sldId="2147482442"/>
            <ac:graphicFrameMk id="20" creationId="{F2AA46E1-7080-4ED2-C204-479AE8C43CC9}"/>
          </ac:graphicFrameMkLst>
        </pc:graphicFrameChg>
        <pc:graphicFrameChg chg="add mod">
          <ac:chgData name="BONNET Oscar" userId="0cc53f5c-695a-4036-ab2e-1bdb65f5fc27" providerId="ADAL" clId="{4AED646C-4731-4438-AC38-5A81E448F0DE}" dt="2026-06-16T08:43:20.671" v="825"/>
          <ac:graphicFrameMkLst>
            <pc:docMk/>
            <pc:sldMk cId="590279483" sldId="2147482442"/>
            <ac:graphicFrameMk id="21" creationId="{DF00B55D-15C6-5C64-8A75-9CED8CA3C75A}"/>
          </ac:graphicFrameMkLst>
        </pc:graphicFrameChg>
        <pc:graphicFrameChg chg="add mod">
          <ac:chgData name="BONNET Oscar" userId="0cc53f5c-695a-4036-ab2e-1bdb65f5fc27" providerId="ADAL" clId="{4AED646C-4731-4438-AC38-5A81E448F0DE}" dt="2026-06-16T08:45:05.565" v="921"/>
          <ac:graphicFrameMkLst>
            <pc:docMk/>
            <pc:sldMk cId="590279483" sldId="2147482442"/>
            <ac:graphicFrameMk id="22" creationId="{AE6525A7-1354-6C84-1F35-FA137D76141C}"/>
          </ac:graphicFrameMkLst>
        </pc:graphicFrameChg>
        <pc:graphicFrameChg chg="add mod">
          <ac:chgData name="BONNET Oscar" userId="0cc53f5c-695a-4036-ab2e-1bdb65f5fc27" providerId="ADAL" clId="{4AED646C-4731-4438-AC38-5A81E448F0DE}" dt="2026-06-16T08:45:16.921" v="925"/>
          <ac:graphicFrameMkLst>
            <pc:docMk/>
            <pc:sldMk cId="590279483" sldId="2147482442"/>
            <ac:graphicFrameMk id="23" creationId="{242703B1-5BCE-15D1-EB95-54323C488BAA}"/>
          </ac:graphicFrameMkLst>
        </pc:graphicFrameChg>
      </pc:sldChg>
      <pc:sldChg chg="addSp delSp mod">
        <pc:chgData name="BONNET Oscar" userId="0cc53f5c-695a-4036-ab2e-1bdb65f5fc27" providerId="ADAL" clId="{4AED646C-4731-4438-AC38-5A81E448F0DE}" dt="2026-06-16T07:36:09.919" v="5" actId="22"/>
        <pc:sldMkLst>
          <pc:docMk/>
          <pc:sldMk cId="2684916333" sldId="2147482498"/>
        </pc:sldMkLst>
        <pc:picChg chg="add del">
          <ac:chgData name="BONNET Oscar" userId="0cc53f5c-695a-4036-ab2e-1bdb65f5fc27" providerId="ADAL" clId="{4AED646C-4731-4438-AC38-5A81E448F0DE}" dt="2026-06-16T07:36:09.919" v="5" actId="22"/>
          <ac:picMkLst>
            <pc:docMk/>
            <pc:sldMk cId="2684916333" sldId="2147482498"/>
            <ac:picMk id="4" creationId="{AF517266-C499-2F5E-F258-9CA286F0A4D9}"/>
          </ac:picMkLst>
        </pc:picChg>
      </pc:sldChg>
      <pc:sldChg chg="modSp del mod">
        <pc:chgData name="BONNET Oscar" userId="0cc53f5c-695a-4036-ab2e-1bdb65f5fc27" providerId="ADAL" clId="{4AED646C-4731-4438-AC38-5A81E448F0DE}" dt="2026-06-16T07:37:41.234" v="34" actId="47"/>
        <pc:sldMkLst>
          <pc:docMk/>
          <pc:sldMk cId="249177689" sldId="2147482506"/>
        </pc:sldMkLst>
        <pc:spChg chg="mod">
          <ac:chgData name="BONNET Oscar" userId="0cc53f5c-695a-4036-ab2e-1bdb65f5fc27" providerId="ADAL" clId="{4AED646C-4731-4438-AC38-5A81E448F0DE}" dt="2026-06-16T07:37:03.723" v="27" actId="20577"/>
          <ac:spMkLst>
            <pc:docMk/>
            <pc:sldMk cId="249177689" sldId="2147482506"/>
            <ac:spMk id="2" creationId="{AB08D00D-ABD6-7244-2B6B-56E5C521AFA2}"/>
          </ac:spMkLst>
        </pc:spChg>
      </pc:sldChg>
      <pc:sldChg chg="add del">
        <pc:chgData name="BONNET Oscar" userId="0cc53f5c-695a-4036-ab2e-1bdb65f5fc27" providerId="ADAL" clId="{4AED646C-4731-4438-AC38-5A81E448F0DE}" dt="2026-06-16T07:36:39.850" v="9"/>
        <pc:sldMkLst>
          <pc:docMk/>
          <pc:sldMk cId="3245493756" sldId="2147482507"/>
        </pc:sldMkLst>
      </pc:sldChg>
      <pc:sldChg chg="new del">
        <pc:chgData name="BONNET Oscar" userId="0cc53f5c-695a-4036-ab2e-1bdb65f5fc27" providerId="ADAL" clId="{4AED646C-4731-4438-AC38-5A81E448F0DE}" dt="2026-06-16T07:37:41.848" v="35" actId="47"/>
        <pc:sldMkLst>
          <pc:docMk/>
          <pc:sldMk cId="3322755221" sldId="2147482507"/>
        </pc:sldMkLst>
      </pc:sldChg>
      <pc:sldChg chg="delSp mod">
        <pc:chgData name="BONNET Oscar" userId="0cc53f5c-695a-4036-ab2e-1bdb65f5fc27" providerId="ADAL" clId="{4AED646C-4731-4438-AC38-5A81E448F0DE}" dt="2026-06-16T08:26:14.078" v="758" actId="478"/>
        <pc:sldMkLst>
          <pc:docMk/>
          <pc:sldMk cId="3978213357" sldId="2147482507"/>
        </pc:sldMkLst>
        <pc:spChg chg="del">
          <ac:chgData name="BONNET Oscar" userId="0cc53f5c-695a-4036-ab2e-1bdb65f5fc27" providerId="ADAL" clId="{4AED646C-4731-4438-AC38-5A81E448F0DE}" dt="2026-06-16T08:26:14.078" v="758" actId="478"/>
          <ac:spMkLst>
            <pc:docMk/>
            <pc:sldMk cId="3978213357" sldId="2147482507"/>
            <ac:spMk id="3" creationId="{E71C5F6A-D8B6-980C-1154-03F60227B47F}"/>
          </ac:spMkLst>
        </pc:spChg>
      </pc:sldChg>
      <pc:sldChg chg="mod modShow">
        <pc:chgData name="BONNET Oscar" userId="0cc53f5c-695a-4036-ab2e-1bdb65f5fc27" providerId="ADAL" clId="{4AED646C-4731-4438-AC38-5A81E448F0DE}" dt="2026-06-16T08:29:20.665" v="765" actId="729"/>
        <pc:sldMkLst>
          <pc:docMk/>
          <pc:sldMk cId="217202396" sldId="2147482508"/>
        </pc:sldMkLst>
      </pc:sldChg>
      <pc:sldChg chg="new del">
        <pc:chgData name="BONNET Oscar" userId="0cc53f5c-695a-4036-ab2e-1bdb65f5fc27" providerId="ADAL" clId="{4AED646C-4731-4438-AC38-5A81E448F0DE}" dt="2026-06-16T07:37:43.810" v="37" actId="47"/>
        <pc:sldMkLst>
          <pc:docMk/>
          <pc:sldMk cId="4158771659" sldId="2147482508"/>
        </pc:sldMkLst>
      </pc:sldChg>
      <pc:sldChg chg="new del">
        <pc:chgData name="BONNET Oscar" userId="0cc53f5c-695a-4036-ab2e-1bdb65f5fc27" providerId="ADAL" clId="{4AED646C-4731-4438-AC38-5A81E448F0DE}" dt="2026-06-16T07:37:42.356" v="36" actId="47"/>
        <pc:sldMkLst>
          <pc:docMk/>
          <pc:sldMk cId="4103619893" sldId="2147482509"/>
        </pc:sldMkLst>
      </pc:sldChg>
      <pc:sldChg chg="addSp modSp add mod">
        <pc:chgData name="BONNET Oscar" userId="0cc53f5c-695a-4036-ab2e-1bdb65f5fc27" providerId="ADAL" clId="{4AED646C-4731-4438-AC38-5A81E448F0DE}" dt="2026-06-16T08:58:44.745" v="1269" actId="20577"/>
        <pc:sldMkLst>
          <pc:docMk/>
          <pc:sldMk cId="1418929208" sldId="2147482514"/>
        </pc:sldMkLst>
        <pc:spChg chg="mod">
          <ac:chgData name="BONNET Oscar" userId="0cc53f5c-695a-4036-ab2e-1bdb65f5fc27" providerId="ADAL" clId="{4AED646C-4731-4438-AC38-5A81E448F0DE}" dt="2026-06-16T07:52:48.559" v="269" actId="20577"/>
          <ac:spMkLst>
            <pc:docMk/>
            <pc:sldMk cId="1418929208" sldId="2147482514"/>
            <ac:spMk id="2" creationId="{55B2B795-5B0E-CA23-5377-E1C18DA9EA1F}"/>
          </ac:spMkLst>
        </pc:spChg>
        <pc:spChg chg="mod">
          <ac:chgData name="BONNET Oscar" userId="0cc53f5c-695a-4036-ab2e-1bdb65f5fc27" providerId="ADAL" clId="{4AED646C-4731-4438-AC38-5A81E448F0DE}" dt="2026-06-16T08:58:44.745" v="1269" actId="20577"/>
          <ac:spMkLst>
            <pc:docMk/>
            <pc:sldMk cId="1418929208" sldId="2147482514"/>
            <ac:spMk id="3" creationId="{88EB5562-54E6-87BA-C293-1DC5A8AAD6DF}"/>
          </ac:spMkLst>
        </pc:spChg>
        <pc:graphicFrameChg chg="add mod">
          <ac:chgData name="BONNET Oscar" userId="0cc53f5c-695a-4036-ab2e-1bdb65f5fc27" providerId="ADAL" clId="{4AED646C-4731-4438-AC38-5A81E448F0DE}" dt="2026-06-16T07:50:53.640" v="192"/>
          <ac:graphicFrameMkLst>
            <pc:docMk/>
            <pc:sldMk cId="1418929208" sldId="2147482514"/>
            <ac:graphicFrameMk id="4" creationId="{2C351AE8-21F0-14E5-FC7D-0413E11F9B2E}"/>
          </ac:graphicFrameMkLst>
        </pc:graphicFrameChg>
        <pc:graphicFrameChg chg="add mod">
          <ac:chgData name="BONNET Oscar" userId="0cc53f5c-695a-4036-ab2e-1bdb65f5fc27" providerId="ADAL" clId="{4AED646C-4731-4438-AC38-5A81E448F0DE}" dt="2026-06-16T08:01:53.158" v="305"/>
          <ac:graphicFrameMkLst>
            <pc:docMk/>
            <pc:sldMk cId="1418929208" sldId="2147482514"/>
            <ac:graphicFrameMk id="5" creationId="{083CAA3A-B2F4-057D-AD59-6FE41E9A2DA7}"/>
          </ac:graphicFrameMkLst>
        </pc:graphicFrameChg>
      </pc:sldChg>
      <pc:sldChg chg="addSp delSp modSp new mod">
        <pc:chgData name="BONNET Oscar" userId="0cc53f5c-695a-4036-ab2e-1bdb65f5fc27" providerId="ADAL" clId="{4AED646C-4731-4438-AC38-5A81E448F0DE}" dt="2026-06-16T08:00:53.392" v="304" actId="1076"/>
        <pc:sldMkLst>
          <pc:docMk/>
          <pc:sldMk cId="135862309" sldId="2147482515"/>
        </pc:sldMkLst>
        <pc:spChg chg="del">
          <ac:chgData name="BONNET Oscar" userId="0cc53f5c-695a-4036-ab2e-1bdb65f5fc27" providerId="ADAL" clId="{4AED646C-4731-4438-AC38-5A81E448F0DE}" dt="2026-06-16T07:54:26.457" v="286" actId="478"/>
          <ac:spMkLst>
            <pc:docMk/>
            <pc:sldMk cId="135862309" sldId="2147482515"/>
            <ac:spMk id="2" creationId="{295A4F69-EA3C-FA55-501A-C8AB49C30BA2}"/>
          </ac:spMkLst>
        </pc:spChg>
        <pc:spChg chg="del">
          <ac:chgData name="BONNET Oscar" userId="0cc53f5c-695a-4036-ab2e-1bdb65f5fc27" providerId="ADAL" clId="{4AED646C-4731-4438-AC38-5A81E448F0DE}" dt="2026-06-16T07:54:25.795" v="285" actId="478"/>
          <ac:spMkLst>
            <pc:docMk/>
            <pc:sldMk cId="135862309" sldId="2147482515"/>
            <ac:spMk id="4" creationId="{E0618DC8-D27A-40AC-45CB-D223F4280097}"/>
          </ac:spMkLst>
        </pc:spChg>
        <pc:spChg chg="del">
          <ac:chgData name="BONNET Oscar" userId="0cc53f5c-695a-4036-ab2e-1bdb65f5fc27" providerId="ADAL" clId="{4AED646C-4731-4438-AC38-5A81E448F0DE}" dt="2026-06-16T07:54:29.179" v="288" actId="478"/>
          <ac:spMkLst>
            <pc:docMk/>
            <pc:sldMk cId="135862309" sldId="2147482515"/>
            <ac:spMk id="5" creationId="{D7E8274B-FF11-AABF-E3A6-6D340BD54FAE}"/>
          </ac:spMkLst>
        </pc:spChg>
        <pc:spChg chg="del">
          <ac:chgData name="BONNET Oscar" userId="0cc53f5c-695a-4036-ab2e-1bdb65f5fc27" providerId="ADAL" clId="{4AED646C-4731-4438-AC38-5A81E448F0DE}" dt="2026-06-16T07:54:27.691" v="287" actId="478"/>
          <ac:spMkLst>
            <pc:docMk/>
            <pc:sldMk cId="135862309" sldId="2147482515"/>
            <ac:spMk id="6" creationId="{05DCFD49-EDEF-1933-BFF7-A19DB37F7E09}"/>
          </ac:spMkLst>
        </pc:spChg>
        <pc:spChg chg="add del mod">
          <ac:chgData name="BONNET Oscar" userId="0cc53f5c-695a-4036-ab2e-1bdb65f5fc27" providerId="ADAL" clId="{4AED646C-4731-4438-AC38-5A81E448F0DE}" dt="2026-06-16T07:55:54.859" v="292" actId="478"/>
          <ac:spMkLst>
            <pc:docMk/>
            <pc:sldMk cId="135862309" sldId="2147482515"/>
            <ac:spMk id="7" creationId="{A697A576-E360-A7A4-1138-20BB217FE28E}"/>
          </ac:spMkLst>
        </pc:spChg>
        <pc:picChg chg="add mod">
          <ac:chgData name="BONNET Oscar" userId="0cc53f5c-695a-4036-ab2e-1bdb65f5fc27" providerId="ADAL" clId="{4AED646C-4731-4438-AC38-5A81E448F0DE}" dt="2026-06-16T08:00:53.392" v="304" actId="1076"/>
          <ac:picMkLst>
            <pc:docMk/>
            <pc:sldMk cId="135862309" sldId="2147482515"/>
            <ac:picMk id="9" creationId="{C8D14504-0AB6-49AA-6B2C-17589EF7C1B8}"/>
          </ac:picMkLst>
        </pc:picChg>
        <pc:picChg chg="add mod">
          <ac:chgData name="BONNET Oscar" userId="0cc53f5c-695a-4036-ab2e-1bdb65f5fc27" providerId="ADAL" clId="{4AED646C-4731-4438-AC38-5A81E448F0DE}" dt="2026-06-16T08:00:53.392" v="304" actId="1076"/>
          <ac:picMkLst>
            <pc:docMk/>
            <pc:sldMk cId="135862309" sldId="2147482515"/>
            <ac:picMk id="11" creationId="{F14C4EFF-FFD2-F887-1220-4BB27955E723}"/>
          </ac:picMkLst>
        </pc:picChg>
      </pc:sldChg>
      <pc:sldChg chg="addSp modSp add mod">
        <pc:chgData name="BONNET Oscar" userId="0cc53f5c-695a-4036-ab2e-1bdb65f5fc27" providerId="ADAL" clId="{4AED646C-4731-4438-AC38-5A81E448F0DE}" dt="2026-06-16T08:10:54.716" v="421" actId="20577"/>
        <pc:sldMkLst>
          <pc:docMk/>
          <pc:sldMk cId="2912850783" sldId="2147482516"/>
        </pc:sldMkLst>
        <pc:spChg chg="mod">
          <ac:chgData name="BONNET Oscar" userId="0cc53f5c-695a-4036-ab2e-1bdb65f5fc27" providerId="ADAL" clId="{4AED646C-4731-4438-AC38-5A81E448F0DE}" dt="2026-06-16T08:04:56.915" v="394" actId="20577"/>
          <ac:spMkLst>
            <pc:docMk/>
            <pc:sldMk cId="2912850783" sldId="2147482516"/>
            <ac:spMk id="2" creationId="{2A919C5A-A6A1-7192-7D1A-B53E3494DDAD}"/>
          </ac:spMkLst>
        </pc:spChg>
        <pc:spChg chg="mod">
          <ac:chgData name="BONNET Oscar" userId="0cc53f5c-695a-4036-ab2e-1bdb65f5fc27" providerId="ADAL" clId="{4AED646C-4731-4438-AC38-5A81E448F0DE}" dt="2026-06-16T08:10:54.716" v="421" actId="20577"/>
          <ac:spMkLst>
            <pc:docMk/>
            <pc:sldMk cId="2912850783" sldId="2147482516"/>
            <ac:spMk id="3" creationId="{75C93FC8-EF4B-98F4-5FD2-6EC08EB10F1E}"/>
          </ac:spMkLst>
        </pc:spChg>
        <pc:graphicFrameChg chg="add mod">
          <ac:chgData name="BONNET Oscar" userId="0cc53f5c-695a-4036-ab2e-1bdb65f5fc27" providerId="ADAL" clId="{4AED646C-4731-4438-AC38-5A81E448F0DE}" dt="2026-06-16T08:04:43.540" v="360"/>
          <ac:graphicFrameMkLst>
            <pc:docMk/>
            <pc:sldMk cId="2912850783" sldId="2147482516"/>
            <ac:graphicFrameMk id="4" creationId="{A0CBF4F1-B803-3CC7-807D-B0E807D64449}"/>
          </ac:graphicFrameMkLst>
        </pc:graphicFrameChg>
      </pc:sldChg>
      <pc:sldChg chg="addSp modSp add mod ord">
        <pc:chgData name="BONNET Oscar" userId="0cc53f5c-695a-4036-ab2e-1bdb65f5fc27" providerId="ADAL" clId="{4AED646C-4731-4438-AC38-5A81E448F0DE}" dt="2026-06-16T08:22:32.748" v="757" actId="20577"/>
        <pc:sldMkLst>
          <pc:docMk/>
          <pc:sldMk cId="553358588" sldId="2147482518"/>
        </pc:sldMkLst>
        <pc:spChg chg="mod">
          <ac:chgData name="BONNET Oscar" userId="0cc53f5c-695a-4036-ab2e-1bdb65f5fc27" providerId="ADAL" clId="{4AED646C-4731-4438-AC38-5A81E448F0DE}" dt="2026-06-16T08:11:18.168" v="450" actId="20577"/>
          <ac:spMkLst>
            <pc:docMk/>
            <pc:sldMk cId="553358588" sldId="2147482518"/>
            <ac:spMk id="2" creationId="{CB3FF6D3-C3D2-5D46-368B-C8AAC7B7FE38}"/>
          </ac:spMkLst>
        </pc:spChg>
        <pc:spChg chg="mod">
          <ac:chgData name="BONNET Oscar" userId="0cc53f5c-695a-4036-ab2e-1bdb65f5fc27" providerId="ADAL" clId="{4AED646C-4731-4438-AC38-5A81E448F0DE}" dt="2026-06-16T08:22:32.748" v="757" actId="20577"/>
          <ac:spMkLst>
            <pc:docMk/>
            <pc:sldMk cId="553358588" sldId="2147482518"/>
            <ac:spMk id="3" creationId="{2B1BADCA-54BA-D980-1444-13BA86308AED}"/>
          </ac:spMkLst>
        </pc:spChg>
        <pc:graphicFrameChg chg="add mod">
          <ac:chgData name="BONNET Oscar" userId="0cc53f5c-695a-4036-ab2e-1bdb65f5fc27" providerId="ADAL" clId="{4AED646C-4731-4438-AC38-5A81E448F0DE}" dt="2026-06-16T08:11:51.920" v="495"/>
          <ac:graphicFrameMkLst>
            <pc:docMk/>
            <pc:sldMk cId="553358588" sldId="2147482518"/>
            <ac:graphicFrameMk id="4" creationId="{B5787988-0719-82EF-380E-69EEA10181F2}"/>
          </ac:graphicFrameMkLst>
        </pc:graphicFrameChg>
        <pc:graphicFrameChg chg="add mod">
          <ac:chgData name="BONNET Oscar" userId="0cc53f5c-695a-4036-ab2e-1bdb65f5fc27" providerId="ADAL" clId="{4AED646C-4731-4438-AC38-5A81E448F0DE}" dt="2026-06-16T08:12:17.598" v="509"/>
          <ac:graphicFrameMkLst>
            <pc:docMk/>
            <pc:sldMk cId="553358588" sldId="2147482518"/>
            <ac:graphicFrameMk id="5" creationId="{E37EB0C3-1E52-934E-FE0D-0D01EA938771}"/>
          </ac:graphicFrameMkLst>
        </pc:graphicFrameChg>
        <pc:graphicFrameChg chg="add mod">
          <ac:chgData name="BONNET Oscar" userId="0cc53f5c-695a-4036-ab2e-1bdb65f5fc27" providerId="ADAL" clId="{4AED646C-4731-4438-AC38-5A81E448F0DE}" dt="2026-06-16T08:12:32.812" v="515"/>
          <ac:graphicFrameMkLst>
            <pc:docMk/>
            <pc:sldMk cId="553358588" sldId="2147482518"/>
            <ac:graphicFrameMk id="6" creationId="{382A7DD8-7388-D7FB-8FC8-FE3A663F2362}"/>
          </ac:graphicFrameMkLst>
        </pc:graphicFrameChg>
        <pc:graphicFrameChg chg="add mod">
          <ac:chgData name="BONNET Oscar" userId="0cc53f5c-695a-4036-ab2e-1bdb65f5fc27" providerId="ADAL" clId="{4AED646C-4731-4438-AC38-5A81E448F0DE}" dt="2026-06-16T08:20:13.670" v="729"/>
          <ac:graphicFrameMkLst>
            <pc:docMk/>
            <pc:sldMk cId="553358588" sldId="2147482518"/>
            <ac:graphicFrameMk id="7" creationId="{8C70E8DA-B177-C51B-9AF4-C04745231C06}"/>
          </ac:graphicFrameMkLst>
        </pc:graphicFrameChg>
        <pc:graphicFrameChg chg="add mod">
          <ac:chgData name="BONNET Oscar" userId="0cc53f5c-695a-4036-ab2e-1bdb65f5fc27" providerId="ADAL" clId="{4AED646C-4731-4438-AC38-5A81E448F0DE}" dt="2026-06-16T08:20:44.341" v="737"/>
          <ac:graphicFrameMkLst>
            <pc:docMk/>
            <pc:sldMk cId="553358588" sldId="2147482518"/>
            <ac:graphicFrameMk id="8" creationId="{C938C3BD-31FA-3CC0-8A45-8386556B699D}"/>
          </ac:graphicFrameMkLst>
        </pc:graphicFrameChg>
      </pc:sldChg>
      <pc:sldChg chg="addSp delSp modSp add mod">
        <pc:chgData name="BONNET Oscar" userId="0cc53f5c-695a-4036-ab2e-1bdb65f5fc27" providerId="ADAL" clId="{4AED646C-4731-4438-AC38-5A81E448F0DE}" dt="2026-06-16T08:19:53.936" v="727" actId="20577"/>
        <pc:sldMkLst>
          <pc:docMk/>
          <pc:sldMk cId="3007945725" sldId="2147482519"/>
        </pc:sldMkLst>
        <pc:spChg chg="mod">
          <ac:chgData name="BONNET Oscar" userId="0cc53f5c-695a-4036-ab2e-1bdb65f5fc27" providerId="ADAL" clId="{4AED646C-4731-4438-AC38-5A81E448F0DE}" dt="2026-06-16T08:14:30.003" v="575" actId="20577"/>
          <ac:spMkLst>
            <pc:docMk/>
            <pc:sldMk cId="3007945725" sldId="2147482519"/>
            <ac:spMk id="2" creationId="{0C8F01F0-91B4-8B0A-AB05-173EB1D93E8E}"/>
          </ac:spMkLst>
        </pc:spChg>
        <pc:spChg chg="mod">
          <ac:chgData name="BONNET Oscar" userId="0cc53f5c-695a-4036-ab2e-1bdb65f5fc27" providerId="ADAL" clId="{4AED646C-4731-4438-AC38-5A81E448F0DE}" dt="2026-06-16T08:19:53.936" v="727" actId="20577"/>
          <ac:spMkLst>
            <pc:docMk/>
            <pc:sldMk cId="3007945725" sldId="2147482519"/>
            <ac:spMk id="3" creationId="{8619498F-A1D6-C948-CF20-7D11A049BF31}"/>
          </ac:spMkLst>
        </pc:spChg>
        <pc:graphicFrameChg chg="add mod">
          <ac:chgData name="BONNET Oscar" userId="0cc53f5c-695a-4036-ab2e-1bdb65f5fc27" providerId="ADAL" clId="{4AED646C-4731-4438-AC38-5A81E448F0DE}" dt="2026-06-16T08:14:33.852" v="578"/>
          <ac:graphicFrameMkLst>
            <pc:docMk/>
            <pc:sldMk cId="3007945725" sldId="2147482519"/>
            <ac:graphicFrameMk id="4" creationId="{1FAA6CA6-7700-A824-54FE-793471C8B471}"/>
          </ac:graphicFrameMkLst>
        </pc:graphicFrameChg>
        <pc:graphicFrameChg chg="add mod">
          <ac:chgData name="BONNET Oscar" userId="0cc53f5c-695a-4036-ab2e-1bdb65f5fc27" providerId="ADAL" clId="{4AED646C-4731-4438-AC38-5A81E448F0DE}" dt="2026-06-16T08:14:46.747" v="583"/>
          <ac:graphicFrameMkLst>
            <pc:docMk/>
            <pc:sldMk cId="3007945725" sldId="2147482519"/>
            <ac:graphicFrameMk id="5" creationId="{FCA0C77D-6D69-669A-231A-1E7A29351663}"/>
          </ac:graphicFrameMkLst>
        </pc:graphicFrameChg>
        <pc:graphicFrameChg chg="add del mod modGraphic">
          <ac:chgData name="BONNET Oscar" userId="0cc53f5c-695a-4036-ab2e-1bdb65f5fc27" providerId="ADAL" clId="{4AED646C-4731-4438-AC38-5A81E448F0DE}" dt="2026-06-16T08:14:59.506" v="588" actId="478"/>
          <ac:graphicFrameMkLst>
            <pc:docMk/>
            <pc:sldMk cId="3007945725" sldId="2147482519"/>
            <ac:graphicFrameMk id="6" creationId="{AC9BBCB5-2B90-AD30-F66B-32B57977B2F7}"/>
          </ac:graphicFrameMkLst>
        </pc:graphicFrameChg>
        <pc:graphicFrameChg chg="add del mod">
          <ac:chgData name="BONNET Oscar" userId="0cc53f5c-695a-4036-ab2e-1bdb65f5fc27" providerId="ADAL" clId="{4AED646C-4731-4438-AC38-5A81E448F0DE}" dt="2026-06-16T08:15:06.581" v="590" actId="478"/>
          <ac:graphicFrameMkLst>
            <pc:docMk/>
            <pc:sldMk cId="3007945725" sldId="2147482519"/>
            <ac:graphicFrameMk id="7" creationId="{BFFA4380-A321-2F17-C461-74A77C9E3A4E}"/>
          </ac:graphicFrameMkLst>
        </pc:graphicFrameChg>
        <pc:graphicFrameChg chg="add mod">
          <ac:chgData name="BONNET Oscar" userId="0cc53f5c-695a-4036-ab2e-1bdb65f5fc27" providerId="ADAL" clId="{4AED646C-4731-4438-AC38-5A81E448F0DE}" dt="2026-06-16T08:15:09.593" v="591"/>
          <ac:graphicFrameMkLst>
            <pc:docMk/>
            <pc:sldMk cId="3007945725" sldId="2147482519"/>
            <ac:graphicFrameMk id="8" creationId="{A520127E-9A1C-BC94-9E53-D11DD112400F}"/>
          </ac:graphicFrameMkLst>
        </pc:graphicFrameChg>
        <pc:graphicFrameChg chg="add mod">
          <ac:chgData name="BONNET Oscar" userId="0cc53f5c-695a-4036-ab2e-1bdb65f5fc27" providerId="ADAL" clId="{4AED646C-4731-4438-AC38-5A81E448F0DE}" dt="2026-06-16T08:15:23.050" v="598"/>
          <ac:graphicFrameMkLst>
            <pc:docMk/>
            <pc:sldMk cId="3007945725" sldId="2147482519"/>
            <ac:graphicFrameMk id="9" creationId="{E2EF12B8-4AD2-0EB4-A609-84750B699D71}"/>
          </ac:graphicFrameMkLst>
        </pc:graphicFrameChg>
        <pc:graphicFrameChg chg="add del mod">
          <ac:chgData name="BONNET Oscar" userId="0cc53f5c-695a-4036-ab2e-1bdb65f5fc27" providerId="ADAL" clId="{4AED646C-4731-4438-AC38-5A81E448F0DE}" dt="2026-06-16T08:15:49.402" v="606" actId="478"/>
          <ac:graphicFrameMkLst>
            <pc:docMk/>
            <pc:sldMk cId="3007945725" sldId="2147482519"/>
            <ac:graphicFrameMk id="10" creationId="{A2883F9D-51F5-0F2C-57C3-D2380A8B74A7}"/>
          </ac:graphicFrameMkLst>
        </pc:graphicFrameChg>
        <pc:graphicFrameChg chg="add del mod">
          <ac:chgData name="BONNET Oscar" userId="0cc53f5c-695a-4036-ab2e-1bdb65f5fc27" providerId="ADAL" clId="{4AED646C-4731-4438-AC38-5A81E448F0DE}" dt="2026-06-16T08:15:56.798" v="608" actId="478"/>
          <ac:graphicFrameMkLst>
            <pc:docMk/>
            <pc:sldMk cId="3007945725" sldId="2147482519"/>
            <ac:graphicFrameMk id="11" creationId="{3238C617-99AC-9639-CB11-3EDB0EF7C6A8}"/>
          </ac:graphicFrameMkLst>
        </pc:graphicFrameChg>
        <pc:graphicFrameChg chg="add del mod">
          <ac:chgData name="BONNET Oscar" userId="0cc53f5c-695a-4036-ab2e-1bdb65f5fc27" providerId="ADAL" clId="{4AED646C-4731-4438-AC38-5A81E448F0DE}" dt="2026-06-16T08:16:04.103" v="610" actId="478"/>
          <ac:graphicFrameMkLst>
            <pc:docMk/>
            <pc:sldMk cId="3007945725" sldId="2147482519"/>
            <ac:graphicFrameMk id="12" creationId="{0E410E1C-519A-358E-66B3-CEC9395DE32C}"/>
          </ac:graphicFrameMkLst>
        </pc:graphicFrameChg>
        <pc:graphicFrameChg chg="add mod">
          <ac:chgData name="BONNET Oscar" userId="0cc53f5c-695a-4036-ab2e-1bdb65f5fc27" providerId="ADAL" clId="{4AED646C-4731-4438-AC38-5A81E448F0DE}" dt="2026-06-16T08:16:07.584" v="614"/>
          <ac:graphicFrameMkLst>
            <pc:docMk/>
            <pc:sldMk cId="3007945725" sldId="2147482519"/>
            <ac:graphicFrameMk id="13" creationId="{6AFB09B5-BEBB-E768-B0AB-72956E844202}"/>
          </ac:graphicFrameMkLst>
        </pc:graphicFrameChg>
        <pc:graphicFrameChg chg="add mod">
          <ac:chgData name="BONNET Oscar" userId="0cc53f5c-695a-4036-ab2e-1bdb65f5fc27" providerId="ADAL" clId="{4AED646C-4731-4438-AC38-5A81E448F0DE}" dt="2026-06-16T08:16:39.760" v="627"/>
          <ac:graphicFrameMkLst>
            <pc:docMk/>
            <pc:sldMk cId="3007945725" sldId="2147482519"/>
            <ac:graphicFrameMk id="14" creationId="{A3975A09-BBA7-4A09-248F-774C90474C13}"/>
          </ac:graphicFrameMkLst>
        </pc:graphicFrameChg>
        <pc:graphicFrameChg chg="add mod">
          <ac:chgData name="BONNET Oscar" userId="0cc53f5c-695a-4036-ab2e-1bdb65f5fc27" providerId="ADAL" clId="{4AED646C-4731-4438-AC38-5A81E448F0DE}" dt="2026-06-16T08:16:46.727" v="630"/>
          <ac:graphicFrameMkLst>
            <pc:docMk/>
            <pc:sldMk cId="3007945725" sldId="2147482519"/>
            <ac:graphicFrameMk id="15" creationId="{75245F18-5051-9C8A-DF77-203A35A27763}"/>
          </ac:graphicFrameMkLst>
        </pc:graphicFrameChg>
        <pc:graphicFrameChg chg="add mod">
          <ac:chgData name="BONNET Oscar" userId="0cc53f5c-695a-4036-ab2e-1bdb65f5fc27" providerId="ADAL" clId="{4AED646C-4731-4438-AC38-5A81E448F0DE}" dt="2026-06-16T08:16:56.751" v="634"/>
          <ac:graphicFrameMkLst>
            <pc:docMk/>
            <pc:sldMk cId="3007945725" sldId="2147482519"/>
            <ac:graphicFrameMk id="16" creationId="{5B2890A6-F4FA-0BEC-A597-A09E277CA145}"/>
          </ac:graphicFrameMkLst>
        </pc:graphicFrameChg>
        <pc:graphicFrameChg chg="add mod">
          <ac:chgData name="BONNET Oscar" userId="0cc53f5c-695a-4036-ab2e-1bdb65f5fc27" providerId="ADAL" clId="{4AED646C-4731-4438-AC38-5A81E448F0DE}" dt="2026-06-16T08:17:38.903" v="661"/>
          <ac:graphicFrameMkLst>
            <pc:docMk/>
            <pc:sldMk cId="3007945725" sldId="2147482519"/>
            <ac:graphicFrameMk id="17" creationId="{49EBF586-B44B-FA48-3A7D-6EE395EB7407}"/>
          </ac:graphicFrameMkLst>
        </pc:graphicFrameChg>
        <pc:graphicFrameChg chg="add del mod modGraphic">
          <ac:chgData name="BONNET Oscar" userId="0cc53f5c-695a-4036-ab2e-1bdb65f5fc27" providerId="ADAL" clId="{4AED646C-4731-4438-AC38-5A81E448F0DE}" dt="2026-06-16T08:17:59.748" v="669" actId="478"/>
          <ac:graphicFrameMkLst>
            <pc:docMk/>
            <pc:sldMk cId="3007945725" sldId="2147482519"/>
            <ac:graphicFrameMk id="18" creationId="{CE7BB176-22D4-ECD3-A7EB-F260847C7E00}"/>
          </ac:graphicFrameMkLst>
        </pc:graphicFrameChg>
        <pc:graphicFrameChg chg="add mod">
          <ac:chgData name="BONNET Oscar" userId="0cc53f5c-695a-4036-ab2e-1bdb65f5fc27" providerId="ADAL" clId="{4AED646C-4731-4438-AC38-5A81E448F0DE}" dt="2026-06-16T08:18:02.779" v="671"/>
          <ac:graphicFrameMkLst>
            <pc:docMk/>
            <pc:sldMk cId="3007945725" sldId="2147482519"/>
            <ac:graphicFrameMk id="19" creationId="{2AE3877F-A39E-9762-1575-07A9BC185AB7}"/>
          </ac:graphicFrameMkLst>
        </pc:graphicFrameChg>
        <pc:graphicFrameChg chg="add del mod">
          <ac:chgData name="BONNET Oscar" userId="0cc53f5c-695a-4036-ab2e-1bdb65f5fc27" providerId="ADAL" clId="{4AED646C-4731-4438-AC38-5A81E448F0DE}" dt="2026-06-16T08:18:26.418" v="678" actId="478"/>
          <ac:graphicFrameMkLst>
            <pc:docMk/>
            <pc:sldMk cId="3007945725" sldId="2147482519"/>
            <ac:graphicFrameMk id="20" creationId="{CC64AB8E-5B75-8CAB-40ED-C0C9CB720A01}"/>
          </ac:graphicFrameMkLst>
        </pc:graphicFrameChg>
        <pc:graphicFrameChg chg="add mod">
          <ac:chgData name="BONNET Oscar" userId="0cc53f5c-695a-4036-ab2e-1bdb65f5fc27" providerId="ADAL" clId="{4AED646C-4731-4438-AC38-5A81E448F0DE}" dt="2026-06-16T08:18:34.971" v="687"/>
          <ac:graphicFrameMkLst>
            <pc:docMk/>
            <pc:sldMk cId="3007945725" sldId="2147482519"/>
            <ac:graphicFrameMk id="21" creationId="{C309CBCD-AC25-7C32-D997-9D305FEF7C1E}"/>
          </ac:graphicFrameMkLst>
        </pc:graphicFrameChg>
        <pc:graphicFrameChg chg="add del mod">
          <ac:chgData name="BONNET Oscar" userId="0cc53f5c-695a-4036-ab2e-1bdb65f5fc27" providerId="ADAL" clId="{4AED646C-4731-4438-AC38-5A81E448F0DE}" dt="2026-06-16T08:18:49.332" v="691" actId="478"/>
          <ac:graphicFrameMkLst>
            <pc:docMk/>
            <pc:sldMk cId="3007945725" sldId="2147482519"/>
            <ac:graphicFrameMk id="22" creationId="{863CE463-EA03-5166-424A-EEF71A975D16}"/>
          </ac:graphicFrameMkLst>
        </pc:graphicFrameChg>
        <pc:graphicFrameChg chg="add mod">
          <ac:chgData name="BONNET Oscar" userId="0cc53f5c-695a-4036-ab2e-1bdb65f5fc27" providerId="ADAL" clId="{4AED646C-4731-4438-AC38-5A81E448F0DE}" dt="2026-06-16T08:18:52.465" v="695"/>
          <ac:graphicFrameMkLst>
            <pc:docMk/>
            <pc:sldMk cId="3007945725" sldId="2147482519"/>
            <ac:graphicFrameMk id="23" creationId="{812BB4B8-D01B-D4B3-DAFE-A88C786EC1CD}"/>
          </ac:graphicFrameMkLst>
        </pc:graphicFrameChg>
        <pc:graphicFrameChg chg="add del mod">
          <ac:chgData name="BONNET Oscar" userId="0cc53f5c-695a-4036-ab2e-1bdb65f5fc27" providerId="ADAL" clId="{4AED646C-4731-4438-AC38-5A81E448F0DE}" dt="2026-06-16T08:19:35.708" v="717" actId="478"/>
          <ac:graphicFrameMkLst>
            <pc:docMk/>
            <pc:sldMk cId="3007945725" sldId="2147482519"/>
            <ac:graphicFrameMk id="24" creationId="{C4C97596-5F09-2C9B-BB8D-FB0766BA0423}"/>
          </ac:graphicFrameMkLst>
        </pc:graphicFrameChg>
        <pc:graphicFrameChg chg="add mod">
          <ac:chgData name="BONNET Oscar" userId="0cc53f5c-695a-4036-ab2e-1bdb65f5fc27" providerId="ADAL" clId="{4AED646C-4731-4438-AC38-5A81E448F0DE}" dt="2026-06-16T08:19:38.379" v="719"/>
          <ac:graphicFrameMkLst>
            <pc:docMk/>
            <pc:sldMk cId="3007945725" sldId="2147482519"/>
            <ac:graphicFrameMk id="25" creationId="{9048568A-377D-D9A5-FBF9-44C682A1EE88}"/>
          </ac:graphicFrameMkLst>
        </pc:graphicFrameChg>
      </pc:sldChg>
      <pc:sldChg chg="addSp delSp modSp new del mod">
        <pc:chgData name="BONNET Oscar" userId="0cc53f5c-695a-4036-ab2e-1bdb65f5fc27" providerId="ADAL" clId="{4AED646C-4731-4438-AC38-5A81E448F0DE}" dt="2026-06-16T08:28:29.676" v="764" actId="47"/>
        <pc:sldMkLst>
          <pc:docMk/>
          <pc:sldMk cId="2111472941" sldId="2147482520"/>
        </pc:sldMkLst>
        <pc:spChg chg="add del mod">
          <ac:chgData name="BONNET Oscar" userId="0cc53f5c-695a-4036-ab2e-1bdb65f5fc27" providerId="ADAL" clId="{4AED646C-4731-4438-AC38-5A81E448F0DE}" dt="2026-06-16T08:26:22.836" v="763"/>
          <ac:spMkLst>
            <pc:docMk/>
            <pc:sldMk cId="2111472941" sldId="2147482520"/>
            <ac:spMk id="3" creationId="{D344462F-450D-B492-7B81-E1D2291B1CA8}"/>
          </ac:spMkLst>
        </pc:spChg>
        <pc:graphicFrameChg chg="add mod">
          <ac:chgData name="BONNET Oscar" userId="0cc53f5c-695a-4036-ab2e-1bdb65f5fc27" providerId="ADAL" clId="{4AED646C-4731-4438-AC38-5A81E448F0DE}" dt="2026-06-16T08:26:20.384" v="761"/>
          <ac:graphicFrameMkLst>
            <pc:docMk/>
            <pc:sldMk cId="2111472941" sldId="2147482520"/>
            <ac:graphicFrameMk id="4" creationId="{843E9A8B-4EB5-96C5-FB89-23179780C203}"/>
          </ac:graphicFrameMkLst>
        </pc:graphicFrameChg>
      </pc:sldChg>
      <pc:sldChg chg="addSp delSp modSp add mod">
        <pc:chgData name="BONNET Oscar" userId="0cc53f5c-695a-4036-ab2e-1bdb65f5fc27" providerId="ADAL" clId="{4AED646C-4731-4438-AC38-5A81E448F0DE}" dt="2026-06-16T08:57:56.129" v="1266" actId="20577"/>
        <pc:sldMkLst>
          <pc:docMk/>
          <pc:sldMk cId="534559861" sldId="2147482521"/>
        </pc:sldMkLst>
        <pc:spChg chg="add del mod">
          <ac:chgData name="BONNET Oscar" userId="0cc53f5c-695a-4036-ab2e-1bdb65f5fc27" providerId="ADAL" clId="{4AED646C-4731-4438-AC38-5A81E448F0DE}" dt="2026-06-16T08:57:56.129" v="1266" actId="20577"/>
          <ac:spMkLst>
            <pc:docMk/>
            <pc:sldMk cId="534559861" sldId="2147482521"/>
            <ac:spMk id="3" creationId="{082016F7-FBD7-1809-A62D-D1F481FE4C74}"/>
          </ac:spMkLst>
        </pc:spChg>
        <pc:graphicFrameChg chg="add mod">
          <ac:chgData name="BONNET Oscar" userId="0cc53f5c-695a-4036-ab2e-1bdb65f5fc27" providerId="ADAL" clId="{4AED646C-4731-4438-AC38-5A81E448F0DE}" dt="2026-06-16T08:47:01.225" v="938"/>
          <ac:graphicFrameMkLst>
            <pc:docMk/>
            <pc:sldMk cId="534559861" sldId="2147482521"/>
            <ac:graphicFrameMk id="4" creationId="{4199C369-2BA7-1528-9876-FA5904246999}"/>
          </ac:graphicFrameMkLst>
        </pc:graphicFrameChg>
        <pc:graphicFrameChg chg="add mod">
          <ac:chgData name="BONNET Oscar" userId="0cc53f5c-695a-4036-ab2e-1bdb65f5fc27" providerId="ADAL" clId="{4AED646C-4731-4438-AC38-5A81E448F0DE}" dt="2026-06-16T08:47:08.223" v="942"/>
          <ac:graphicFrameMkLst>
            <pc:docMk/>
            <pc:sldMk cId="534559861" sldId="2147482521"/>
            <ac:graphicFrameMk id="5" creationId="{DACB13A1-C143-C53C-B563-0482D2317DA2}"/>
          </ac:graphicFrameMkLst>
        </pc:graphicFrameChg>
        <pc:graphicFrameChg chg="add mod">
          <ac:chgData name="BONNET Oscar" userId="0cc53f5c-695a-4036-ab2e-1bdb65f5fc27" providerId="ADAL" clId="{4AED646C-4731-4438-AC38-5A81E448F0DE}" dt="2026-06-16T08:47:44.307" v="954"/>
          <ac:graphicFrameMkLst>
            <pc:docMk/>
            <pc:sldMk cId="534559861" sldId="2147482521"/>
            <ac:graphicFrameMk id="6" creationId="{E755F30C-A5D5-E47D-2DF4-1A54930D7AF0}"/>
          </ac:graphicFrameMkLst>
        </pc:graphicFrameChg>
        <pc:graphicFrameChg chg="add mod">
          <ac:chgData name="BONNET Oscar" userId="0cc53f5c-695a-4036-ab2e-1bdb65f5fc27" providerId="ADAL" clId="{4AED646C-4731-4438-AC38-5A81E448F0DE}" dt="2026-06-16T08:47:57.563" v="960"/>
          <ac:graphicFrameMkLst>
            <pc:docMk/>
            <pc:sldMk cId="534559861" sldId="2147482521"/>
            <ac:graphicFrameMk id="7" creationId="{A5D58D82-E44F-F09F-18A3-D2E9D071F915}"/>
          </ac:graphicFrameMkLst>
        </pc:graphicFrameChg>
        <pc:graphicFrameChg chg="add mod">
          <ac:chgData name="BONNET Oscar" userId="0cc53f5c-695a-4036-ab2e-1bdb65f5fc27" providerId="ADAL" clId="{4AED646C-4731-4438-AC38-5A81E448F0DE}" dt="2026-06-16T08:50:01.310" v="1045"/>
          <ac:graphicFrameMkLst>
            <pc:docMk/>
            <pc:sldMk cId="534559861" sldId="2147482521"/>
            <ac:graphicFrameMk id="8" creationId="{3EEBD5E8-60F8-94F3-9A61-E971FEC341AD}"/>
          </ac:graphicFrameMkLst>
        </pc:graphicFrameChg>
        <pc:graphicFrameChg chg="add mod">
          <ac:chgData name="BONNET Oscar" userId="0cc53f5c-695a-4036-ab2e-1bdb65f5fc27" providerId="ADAL" clId="{4AED646C-4731-4438-AC38-5A81E448F0DE}" dt="2026-06-16T08:52:53.126" v="1179"/>
          <ac:graphicFrameMkLst>
            <pc:docMk/>
            <pc:sldMk cId="534559861" sldId="2147482521"/>
            <ac:graphicFrameMk id="9" creationId="{1622C495-E751-4101-75F8-8BC02D0A9AF9}"/>
          </ac:graphicFrameMkLst>
        </pc:graphicFrameChg>
        <pc:graphicFrameChg chg="add mod">
          <ac:chgData name="BONNET Oscar" userId="0cc53f5c-695a-4036-ab2e-1bdb65f5fc27" providerId="ADAL" clId="{4AED646C-4731-4438-AC38-5A81E448F0DE}" dt="2026-06-16T08:53:24.068" v="1181"/>
          <ac:graphicFrameMkLst>
            <pc:docMk/>
            <pc:sldMk cId="534559861" sldId="2147482521"/>
            <ac:graphicFrameMk id="10" creationId="{F8F55CC9-F090-C458-6CE4-501020CF941D}"/>
          </ac:graphicFrameMkLst>
        </pc:graphicFrameChg>
        <pc:graphicFrameChg chg="add mod">
          <ac:chgData name="BONNET Oscar" userId="0cc53f5c-695a-4036-ab2e-1bdb65f5fc27" providerId="ADAL" clId="{4AED646C-4731-4438-AC38-5A81E448F0DE}" dt="2026-06-16T08:53:58.293" v="1185"/>
          <ac:graphicFrameMkLst>
            <pc:docMk/>
            <pc:sldMk cId="534559861" sldId="2147482521"/>
            <ac:graphicFrameMk id="11" creationId="{09855B44-A5B3-B490-21C7-B8CF253FCEE1}"/>
          </ac:graphicFrameMkLst>
        </pc:graphicFrameChg>
        <pc:graphicFrameChg chg="add mod">
          <ac:chgData name="BONNET Oscar" userId="0cc53f5c-695a-4036-ab2e-1bdb65f5fc27" providerId="ADAL" clId="{4AED646C-4731-4438-AC38-5A81E448F0DE}" dt="2026-06-16T08:54:35.406" v="1198"/>
          <ac:graphicFrameMkLst>
            <pc:docMk/>
            <pc:sldMk cId="534559861" sldId="2147482521"/>
            <ac:graphicFrameMk id="12" creationId="{AED068CC-CCB6-4752-3AD2-39391E5CCF96}"/>
          </ac:graphicFrameMkLst>
        </pc:graphicFrameChg>
        <pc:graphicFrameChg chg="add mod">
          <ac:chgData name="BONNET Oscar" userId="0cc53f5c-695a-4036-ab2e-1bdb65f5fc27" providerId="ADAL" clId="{4AED646C-4731-4438-AC38-5A81E448F0DE}" dt="2026-06-16T08:54:57.778" v="1208"/>
          <ac:graphicFrameMkLst>
            <pc:docMk/>
            <pc:sldMk cId="534559861" sldId="2147482521"/>
            <ac:graphicFrameMk id="13" creationId="{7E411B27-89D1-C449-2D8D-E3BAE7B9FF98}"/>
          </ac:graphicFrameMkLst>
        </pc:graphicFrameChg>
        <pc:graphicFrameChg chg="add mod">
          <ac:chgData name="BONNET Oscar" userId="0cc53f5c-695a-4036-ab2e-1bdb65f5fc27" providerId="ADAL" clId="{4AED646C-4731-4438-AC38-5A81E448F0DE}" dt="2026-06-16T08:55:46.930" v="1228"/>
          <ac:graphicFrameMkLst>
            <pc:docMk/>
            <pc:sldMk cId="534559861" sldId="2147482521"/>
            <ac:graphicFrameMk id="14" creationId="{895020B1-2FE0-B4B3-B152-6B5C4320A644}"/>
          </ac:graphicFrameMkLst>
        </pc:graphicFrameChg>
        <pc:graphicFrameChg chg="add mod">
          <ac:chgData name="BONNET Oscar" userId="0cc53f5c-695a-4036-ab2e-1bdb65f5fc27" providerId="ADAL" clId="{4AED646C-4731-4438-AC38-5A81E448F0DE}" dt="2026-06-16T08:56:08.324" v="1237"/>
          <ac:graphicFrameMkLst>
            <pc:docMk/>
            <pc:sldMk cId="534559861" sldId="2147482521"/>
            <ac:graphicFrameMk id="15" creationId="{8189BF88-343B-6F0A-3D0B-D88E8621D520}"/>
          </ac:graphicFrameMkLst>
        </pc:graphicFrameChg>
        <pc:graphicFrameChg chg="add mod">
          <ac:chgData name="BONNET Oscar" userId="0cc53f5c-695a-4036-ab2e-1bdb65f5fc27" providerId="ADAL" clId="{4AED646C-4731-4438-AC38-5A81E448F0DE}" dt="2026-06-16T08:56:48.834" v="1248"/>
          <ac:graphicFrameMkLst>
            <pc:docMk/>
            <pc:sldMk cId="534559861" sldId="2147482521"/>
            <ac:graphicFrameMk id="16" creationId="{2E57130F-B4D4-5910-D7FE-264F3251F397}"/>
          </ac:graphicFrameMkLst>
        </pc:graphicFrameChg>
        <pc:graphicFrameChg chg="add mod">
          <ac:chgData name="BONNET Oscar" userId="0cc53f5c-695a-4036-ab2e-1bdb65f5fc27" providerId="ADAL" clId="{4AED646C-4731-4438-AC38-5A81E448F0DE}" dt="2026-06-16T08:57:21.074" v="1257"/>
          <ac:graphicFrameMkLst>
            <pc:docMk/>
            <pc:sldMk cId="534559861" sldId="2147482521"/>
            <ac:graphicFrameMk id="18" creationId="{090A4792-7CCD-D043-4A3D-1D956B49FD8C}"/>
          </ac:graphicFrameMkLst>
        </pc:graphicFrameChg>
      </pc:sldChg>
      <pc:sldMasterChg chg="delSldLayout">
        <pc:chgData name="BONNET Oscar" userId="0cc53f5c-695a-4036-ab2e-1bdb65f5fc27" providerId="ADAL" clId="{4AED646C-4731-4438-AC38-5A81E448F0DE}" dt="2026-06-16T07:37:43.810" v="37" actId="47"/>
        <pc:sldMasterMkLst>
          <pc:docMk/>
          <pc:sldMasterMk cId="3673769582" sldId="2147483660"/>
        </pc:sldMasterMkLst>
        <pc:sldLayoutChg chg="del">
          <pc:chgData name="BONNET Oscar" userId="0cc53f5c-695a-4036-ab2e-1bdb65f5fc27" providerId="ADAL" clId="{4AED646C-4731-4438-AC38-5A81E448F0DE}" dt="2026-06-16T07:37:42.356" v="36" actId="47"/>
          <pc:sldLayoutMkLst>
            <pc:docMk/>
            <pc:sldMasterMk cId="3673769582" sldId="2147483660"/>
            <pc:sldLayoutMk cId="870356765" sldId="2147483664"/>
          </pc:sldLayoutMkLst>
        </pc:sldLayoutChg>
        <pc:sldLayoutChg chg="del">
          <pc:chgData name="BONNET Oscar" userId="0cc53f5c-695a-4036-ab2e-1bdb65f5fc27" providerId="ADAL" clId="{4AED646C-4731-4438-AC38-5A81E448F0DE}" dt="2026-06-16T07:37:41.848" v="35" actId="47"/>
          <pc:sldLayoutMkLst>
            <pc:docMk/>
            <pc:sldMasterMk cId="3673769582" sldId="2147483660"/>
            <pc:sldLayoutMk cId="2057539630" sldId="2147483687"/>
          </pc:sldLayoutMkLst>
        </pc:sldLayoutChg>
        <pc:sldLayoutChg chg="del">
          <pc:chgData name="BONNET Oscar" userId="0cc53f5c-695a-4036-ab2e-1bdb65f5fc27" providerId="ADAL" clId="{4AED646C-4731-4438-AC38-5A81E448F0DE}" dt="2026-06-16T07:37:43.810" v="37" actId="47"/>
          <pc:sldLayoutMkLst>
            <pc:docMk/>
            <pc:sldMasterMk cId="3673769582" sldId="2147483660"/>
            <pc:sldLayoutMk cId="758870817" sldId="2147483704"/>
          </pc:sldLayoutMkLst>
        </pc:sldLayoutChg>
        <pc:sldLayoutChg chg="del">
          <pc:chgData name="BONNET Oscar" userId="0cc53f5c-695a-4036-ab2e-1bdb65f5fc27" providerId="ADAL" clId="{4AED646C-4731-4438-AC38-5A81E448F0DE}" dt="2026-06-16T07:36:30.341" v="7" actId="47"/>
          <pc:sldLayoutMkLst>
            <pc:docMk/>
            <pc:sldMasterMk cId="3673769582" sldId="2147483660"/>
            <pc:sldLayoutMk cId="1282072601" sldId="2147484870"/>
          </pc:sldLayoutMkLst>
        </pc:sldLayoutChg>
        <pc:sldLayoutChg chg="del">
          <pc:chgData name="BONNET Oscar" userId="0cc53f5c-695a-4036-ab2e-1bdb65f5fc27" providerId="ADAL" clId="{4AED646C-4731-4438-AC38-5A81E448F0DE}" dt="2026-06-16T07:36:56.025" v="11" actId="47"/>
          <pc:sldLayoutMkLst>
            <pc:docMk/>
            <pc:sldMasterMk cId="3673769582" sldId="2147483660"/>
            <pc:sldLayoutMk cId="2516400738" sldId="214748487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45FB1D5A-6BE2-5C82-B924-F7A5B71A35B7}"/>
              </a:ext>
            </a:extLst>
          </p:cNvPr>
          <p:cNvSpPr>
            <a:spLocks noGrp="1"/>
          </p:cNvSpPr>
          <p:nvPr>
            <p:ph type="hdr" sz="quarter"/>
          </p:nvPr>
        </p:nvSpPr>
        <p:spPr>
          <a:xfrm>
            <a:off x="1" y="2"/>
            <a:ext cx="3076575" cy="512763"/>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D7B0B2F5-8CD5-83DD-66B8-AA65F35F864D}"/>
              </a:ext>
            </a:extLst>
          </p:cNvPr>
          <p:cNvSpPr>
            <a:spLocks noGrp="1"/>
          </p:cNvSpPr>
          <p:nvPr>
            <p:ph type="dt" sz="quarter" idx="1"/>
          </p:nvPr>
        </p:nvSpPr>
        <p:spPr>
          <a:xfrm>
            <a:off x="4021139" y="2"/>
            <a:ext cx="3076575" cy="512763"/>
          </a:xfrm>
          <a:prstGeom prst="rect">
            <a:avLst/>
          </a:prstGeom>
        </p:spPr>
        <p:txBody>
          <a:bodyPr vert="horz" lIns="91440" tIns="45720" rIns="91440" bIns="45720" rtlCol="0"/>
          <a:lstStyle>
            <a:lvl1pPr algn="r">
              <a:defRPr sz="1200"/>
            </a:lvl1pPr>
          </a:lstStyle>
          <a:p>
            <a:fld id="{9A351FE2-FEE7-4842-9A2C-7F298C69426C}" type="datetimeFigureOut">
              <a:rPr lang="fr-FR" smtClean="0"/>
              <a:t>16/06/2026</a:t>
            </a:fld>
            <a:endParaRPr lang="fr-FR"/>
          </a:p>
        </p:txBody>
      </p:sp>
      <p:sp>
        <p:nvSpPr>
          <p:cNvPr id="4" name="Espace réservé du pied de page 3">
            <a:extLst>
              <a:ext uri="{FF2B5EF4-FFF2-40B4-BE49-F238E27FC236}">
                <a16:creationId xmlns:a16="http://schemas.microsoft.com/office/drawing/2014/main" id="{3853AF58-2CE9-C5A0-4841-6A9095B3260D}"/>
              </a:ext>
            </a:extLst>
          </p:cNvPr>
          <p:cNvSpPr>
            <a:spLocks noGrp="1"/>
          </p:cNvSpPr>
          <p:nvPr>
            <p:ph type="ftr" sz="quarter" idx="2"/>
          </p:nvPr>
        </p:nvSpPr>
        <p:spPr>
          <a:xfrm>
            <a:off x="1" y="9721852"/>
            <a:ext cx="3076575" cy="512763"/>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C03FC4F1-B014-2DB0-B329-93A13466E17F}"/>
              </a:ext>
            </a:extLst>
          </p:cNvPr>
          <p:cNvSpPr>
            <a:spLocks noGrp="1"/>
          </p:cNvSpPr>
          <p:nvPr>
            <p:ph type="sldNum" sz="quarter" idx="3"/>
          </p:nvPr>
        </p:nvSpPr>
        <p:spPr>
          <a:xfrm>
            <a:off x="4021139" y="9721852"/>
            <a:ext cx="3076575" cy="512763"/>
          </a:xfrm>
          <a:prstGeom prst="rect">
            <a:avLst/>
          </a:prstGeom>
        </p:spPr>
        <p:txBody>
          <a:bodyPr vert="horz" lIns="91440" tIns="45720" rIns="91440" bIns="45720" rtlCol="0" anchor="b"/>
          <a:lstStyle>
            <a:lvl1pPr algn="r">
              <a:defRPr sz="1200"/>
            </a:lvl1pPr>
          </a:lstStyle>
          <a:p>
            <a:fld id="{AFBDFECC-D584-4D2B-BC9D-A0B99EB7089F}" type="slidenum">
              <a:rPr lang="fr-FR" smtClean="0"/>
              <a:t>‹N°›</a:t>
            </a:fld>
            <a:endParaRPr lang="fr-FR"/>
          </a:p>
        </p:txBody>
      </p:sp>
    </p:spTree>
    <p:extLst>
      <p:ext uri="{BB962C8B-B14F-4D97-AF65-F5344CB8AC3E}">
        <p14:creationId xmlns:p14="http://schemas.microsoft.com/office/powerpoint/2010/main" val="623380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69808" cy="496332"/>
          </a:xfrm>
          <a:prstGeom prst="rect">
            <a:avLst/>
          </a:prstGeom>
        </p:spPr>
        <p:txBody>
          <a:bodyPr vert="horz" lIns="92057" tIns="46028" rIns="92057" bIns="46028" rtlCol="0"/>
          <a:lstStyle>
            <a:lvl1pPr algn="l">
              <a:defRPr sz="1200"/>
            </a:lvl1pPr>
          </a:lstStyle>
          <a:p>
            <a:endParaRPr lang="en-US"/>
          </a:p>
        </p:txBody>
      </p:sp>
      <p:sp>
        <p:nvSpPr>
          <p:cNvPr id="3" name="Date Placeholder 2"/>
          <p:cNvSpPr>
            <a:spLocks noGrp="1"/>
          </p:cNvSpPr>
          <p:nvPr>
            <p:ph type="dt" idx="1"/>
          </p:nvPr>
        </p:nvSpPr>
        <p:spPr>
          <a:xfrm>
            <a:off x="3882009" y="1"/>
            <a:ext cx="2969808" cy="496332"/>
          </a:xfrm>
          <a:prstGeom prst="rect">
            <a:avLst/>
          </a:prstGeom>
        </p:spPr>
        <p:txBody>
          <a:bodyPr vert="horz" lIns="92057" tIns="46028" rIns="92057" bIns="46028" rtlCol="0"/>
          <a:lstStyle>
            <a:lvl1pPr algn="r">
              <a:defRPr sz="1200"/>
            </a:lvl1pPr>
          </a:lstStyle>
          <a:p>
            <a:fld id="{002DE18B-83F5-4334-AA20-6C9E067D6C11}" type="datetimeFigureOut">
              <a:rPr lang="en-US" smtClean="0"/>
              <a:t>6/16/2026</a:t>
            </a:fld>
            <a:endParaRPr lang="en-US"/>
          </a:p>
        </p:txBody>
      </p:sp>
      <p:sp>
        <p:nvSpPr>
          <p:cNvPr id="4" name="Slide Image Placeholder 3"/>
          <p:cNvSpPr>
            <a:spLocks noGrp="1" noRot="1" noChangeAspect="1"/>
          </p:cNvSpPr>
          <p:nvPr>
            <p:ph type="sldImg" idx="2"/>
          </p:nvPr>
        </p:nvSpPr>
        <p:spPr>
          <a:xfrm>
            <a:off x="117475" y="744538"/>
            <a:ext cx="6616700" cy="3722687"/>
          </a:xfrm>
          <a:prstGeom prst="rect">
            <a:avLst/>
          </a:prstGeom>
          <a:noFill/>
          <a:ln w="12700">
            <a:solidFill>
              <a:prstClr val="black"/>
            </a:solidFill>
          </a:ln>
        </p:spPr>
        <p:txBody>
          <a:bodyPr vert="horz" lIns="92057" tIns="46028" rIns="92057" bIns="46028" rtlCol="0" anchor="ctr"/>
          <a:lstStyle/>
          <a:p>
            <a:endParaRPr lang="en-US"/>
          </a:p>
        </p:txBody>
      </p:sp>
      <p:sp>
        <p:nvSpPr>
          <p:cNvPr id="5" name="Notes Placeholder 4"/>
          <p:cNvSpPr>
            <a:spLocks noGrp="1"/>
          </p:cNvSpPr>
          <p:nvPr>
            <p:ph type="body" sz="quarter" idx="3"/>
          </p:nvPr>
        </p:nvSpPr>
        <p:spPr>
          <a:xfrm>
            <a:off x="685341" y="4715155"/>
            <a:ext cx="5482722" cy="4466987"/>
          </a:xfrm>
          <a:prstGeom prst="rect">
            <a:avLst/>
          </a:prstGeom>
        </p:spPr>
        <p:txBody>
          <a:bodyPr vert="horz" lIns="92057" tIns="46028" rIns="92057" bIns="4602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3"/>
            <a:ext cx="2969808" cy="496332"/>
          </a:xfrm>
          <a:prstGeom prst="rect">
            <a:avLst/>
          </a:prstGeom>
        </p:spPr>
        <p:txBody>
          <a:bodyPr vert="horz" lIns="92057" tIns="46028" rIns="92057" bIns="46028" rtlCol="0" anchor="b"/>
          <a:lstStyle>
            <a:lvl1pPr algn="l">
              <a:defRPr sz="1200"/>
            </a:lvl1pPr>
          </a:lstStyle>
          <a:p>
            <a:endParaRPr lang="en-US"/>
          </a:p>
        </p:txBody>
      </p:sp>
      <p:sp>
        <p:nvSpPr>
          <p:cNvPr id="7" name="Slide Number Placeholder 6"/>
          <p:cNvSpPr>
            <a:spLocks noGrp="1"/>
          </p:cNvSpPr>
          <p:nvPr>
            <p:ph type="sldNum" sz="quarter" idx="5"/>
          </p:nvPr>
        </p:nvSpPr>
        <p:spPr>
          <a:xfrm>
            <a:off x="3882009" y="9428583"/>
            <a:ext cx="2969808" cy="496332"/>
          </a:xfrm>
          <a:prstGeom prst="rect">
            <a:avLst/>
          </a:prstGeom>
        </p:spPr>
        <p:txBody>
          <a:bodyPr vert="horz" lIns="92057" tIns="46028" rIns="92057" bIns="46028" rtlCol="0" anchor="b"/>
          <a:lstStyle>
            <a:lvl1pPr algn="r">
              <a:defRPr sz="1200"/>
            </a:lvl1pPr>
          </a:lstStyle>
          <a:p>
            <a:fld id="{1A9E3E84-B50E-41DE-AC0F-524BF5AF6134}" type="slidenum">
              <a:rPr lang="en-US" smtClean="0"/>
              <a:t>‹N°›</a:t>
            </a:fld>
            <a:endParaRPr lang="en-US"/>
          </a:p>
        </p:txBody>
      </p:sp>
    </p:spTree>
    <p:extLst>
      <p:ext uri="{BB962C8B-B14F-4D97-AF65-F5344CB8AC3E}">
        <p14:creationId xmlns:p14="http://schemas.microsoft.com/office/powerpoint/2010/main" val="356459542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kern="0">
              <a:solidFill>
                <a:prstClr val="black">
                  <a:lumMod val="65000"/>
                  <a:lumOff val="35000"/>
                </a:prstClr>
              </a:solidFill>
            </a:endParaRPr>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Tx/>
              <a:buNone/>
              <a:tabLst/>
              <a:defRPr/>
            </a:pPr>
            <a:fld id="{00000000-1234-1234-1234-123412341234}" type="slidenum">
              <a:rPr kumimoji="0" lang="it-IT" sz="1200" b="0" i="0" u="none" strike="noStrike" kern="1200" cap="none" spc="0" normalizeH="0" baseline="0" noProof="0">
                <a:ln>
                  <a:noFill/>
                </a:ln>
                <a:solidFill>
                  <a:prstClr val="black"/>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Tx/>
                <a:buNone/>
                <a:tabLst/>
                <a:defRPr/>
              </a:pPr>
              <a:t>2</a:t>
            </a:fld>
            <a:endParaRPr kumimoji="0" lang="it-IT" sz="1200" b="0" i="0" u="none" strike="noStrike" kern="1200" cap="none" spc="0" normalizeH="0" baseline="0" noProof="0">
              <a:ln>
                <a:noFill/>
              </a:ln>
              <a:solidFill>
                <a:prstClr val="black"/>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130206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A9E3E84-B50E-41DE-AC0F-524BF5AF6134}" type="slidenum">
              <a:rPr lang="en-US" smtClean="0"/>
              <a:t>10</a:t>
            </a:fld>
            <a:endParaRPr lang="en-US"/>
          </a:p>
        </p:txBody>
      </p:sp>
    </p:spTree>
    <p:extLst>
      <p:ext uri="{BB962C8B-B14F-4D97-AF65-F5344CB8AC3E}">
        <p14:creationId xmlns:p14="http://schemas.microsoft.com/office/powerpoint/2010/main" val="2222034099"/>
      </p:ext>
    </p:extLst>
  </p:cSld>
  <p:clrMapOvr>
    <a:masterClrMapping/>
  </p:clrMapOvr>
</p:notes>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oleObject" Target="../embeddings/oleObject2.bin"/><Relationship Id="rId7"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5.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6.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20.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1.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2.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3.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4.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6.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7.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8.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9.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0.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1.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2.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3.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4.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5.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6.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7.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8.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9.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0.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1.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2.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3.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4.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6.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7.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8.xml"/><Relationship Id="rId6" Type="http://schemas.openxmlformats.org/officeDocument/2006/relationships/image" Target="../media/image3.png"/><Relationship Id="rId5" Type="http://schemas.openxmlformats.org/officeDocument/2006/relationships/image" Target="../media/image6.emf"/><Relationship Id="rId4" Type="http://schemas.openxmlformats.org/officeDocument/2006/relationships/image" Target="../media/image5.emf"/></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51.xml"/><Relationship Id="rId4" Type="http://schemas.openxmlformats.org/officeDocument/2006/relationships/image" Target="../media/image17.emf"/></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4.xml"/><Relationship Id="rId1" Type="http://schemas.openxmlformats.org/officeDocument/2006/relationships/tags" Target="../tags/tag53.xml"/><Relationship Id="rId4" Type="http://schemas.openxmlformats.org/officeDocument/2006/relationships/image" Target="../media/image17.emf"/></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24.emf"/><Relationship Id="rId4" Type="http://schemas.openxmlformats.org/officeDocument/2006/relationships/oleObject" Target="../embeddings/oleObject10.bin"/></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5.xml"/><Relationship Id="rId4" Type="http://schemas.openxmlformats.org/officeDocument/2006/relationships/image" Target="../media/image23.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5.xml"/><Relationship Id="rId4" Type="http://schemas.openxmlformats.org/officeDocument/2006/relationships/image" Target="../media/image16.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7.png"/><Relationship Id="rId1" Type="http://schemas.openxmlformats.org/officeDocument/2006/relationships/slideMaster" Target="../slideMasters/slideMaster6.xml"/><Relationship Id="rId4" Type="http://schemas.openxmlformats.org/officeDocument/2006/relationships/image" Target="../media/image28.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0.png"/><Relationship Id="rId1" Type="http://schemas.openxmlformats.org/officeDocument/2006/relationships/slideMaster" Target="../slideMasters/slideMaster6.xml"/><Relationship Id="rId4" Type="http://schemas.openxmlformats.org/officeDocument/2006/relationships/image" Target="../media/image12.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6.xml"/><Relationship Id="rId4" Type="http://schemas.openxmlformats.org/officeDocument/2006/relationships/image" Target="../media/image12.png"/></Relationships>
</file>

<file path=ppt/slideLayouts/_rels/slideLayout81.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image" Target="../media/image5.emf"/><Relationship Id="rId4" Type="http://schemas.openxmlformats.org/officeDocument/2006/relationships/oleObject" Target="../embeddings/oleObject12.bin"/></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7.xml"/><Relationship Id="rId1" Type="http://schemas.openxmlformats.org/officeDocument/2006/relationships/tags" Target="../tags/tag61.xml"/><Relationship Id="rId4" Type="http://schemas.openxmlformats.org/officeDocument/2006/relationships/image" Target="../media/image7.emf"/></Relationships>
</file>

<file path=ppt/slideLayouts/_rels/slideLayout8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7.xml"/><Relationship Id="rId1" Type="http://schemas.openxmlformats.org/officeDocument/2006/relationships/tags" Target="../tags/tag62.xml"/><Relationship Id="rId4" Type="http://schemas.openxmlformats.org/officeDocument/2006/relationships/image" Target="../media/image7.emf"/></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7.xml"/><Relationship Id="rId1" Type="http://schemas.openxmlformats.org/officeDocument/2006/relationships/tags" Target="../tags/tag63.xml"/><Relationship Id="rId4" Type="http://schemas.openxmlformats.org/officeDocument/2006/relationships/image" Target="../media/image7.emf"/></Relationships>
</file>

<file path=ppt/slideLayouts/_rels/slideLayout8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7.xml"/><Relationship Id="rId1" Type="http://schemas.openxmlformats.org/officeDocument/2006/relationships/tags" Target="../tags/tag64.xml"/><Relationship Id="rId4" Type="http://schemas.openxmlformats.org/officeDocument/2006/relationships/image" Target="../media/image7.emf"/></Relationships>
</file>

<file path=ppt/slideLayouts/_rels/slideLayout8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7.xml"/><Relationship Id="rId1" Type="http://schemas.openxmlformats.org/officeDocument/2006/relationships/tags" Target="../tags/tag65.xml"/><Relationship Id="rId4" Type="http://schemas.openxmlformats.org/officeDocument/2006/relationships/image" Target="../media/image7.emf"/></Relationships>
</file>

<file path=ppt/slideLayouts/_rels/slideLayout8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7.xml"/><Relationship Id="rId1" Type="http://schemas.openxmlformats.org/officeDocument/2006/relationships/tags" Target="../tags/tag66.xml"/><Relationship Id="rId4" Type="http://schemas.openxmlformats.org/officeDocument/2006/relationships/image" Target="../media/image7.emf"/></Relationships>
</file>

<file path=ppt/slideLayouts/_rels/slideLayout9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7.xml"/><Relationship Id="rId1" Type="http://schemas.openxmlformats.org/officeDocument/2006/relationships/tags" Target="../tags/tag67.xml"/><Relationship Id="rId4" Type="http://schemas.openxmlformats.org/officeDocument/2006/relationships/image" Target="../media/image7.emf"/></Relationships>
</file>

<file path=ppt/slideLayouts/_rels/slideLayout9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7.xml"/><Relationship Id="rId1" Type="http://schemas.openxmlformats.org/officeDocument/2006/relationships/tags" Target="../tags/tag68.xml"/><Relationship Id="rId4" Type="http://schemas.openxmlformats.org/officeDocument/2006/relationships/image" Target="../media/image7.emf"/></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7.xml"/><Relationship Id="rId1" Type="http://schemas.openxmlformats.org/officeDocument/2006/relationships/tags" Target="../tags/tag69.xml"/><Relationship Id="rId4" Type="http://schemas.openxmlformats.org/officeDocument/2006/relationships/image" Target="../media/image7.emf"/></Relationships>
</file>

<file path=ppt/slideLayouts/_rels/slideLayout9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7.xml"/><Relationship Id="rId1" Type="http://schemas.openxmlformats.org/officeDocument/2006/relationships/tags" Target="../tags/tag70.xml"/><Relationship Id="rId4" Type="http://schemas.openxmlformats.org/officeDocument/2006/relationships/image" Target="../media/image7.emf"/></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7.xml"/><Relationship Id="rId1" Type="http://schemas.openxmlformats.org/officeDocument/2006/relationships/tags" Target="../tags/tag71.xml"/><Relationship Id="rId4" Type="http://schemas.openxmlformats.org/officeDocument/2006/relationships/image" Target="../media/image7.emf"/></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8.xml"/><Relationship Id="rId2" Type="http://schemas.openxmlformats.org/officeDocument/2006/relationships/tags" Target="../tags/tag74.xml"/><Relationship Id="rId1" Type="http://schemas.openxmlformats.org/officeDocument/2006/relationships/tags" Target="../tags/tag73.xml"/><Relationship Id="rId5" Type="http://schemas.openxmlformats.org/officeDocument/2006/relationships/image" Target="../media/image24.emf"/><Relationship Id="rId4" Type="http://schemas.openxmlformats.org/officeDocument/2006/relationships/oleObject" Target="../embeddings/oleObject10.bin"/></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8.xml"/><Relationship Id="rId4" Type="http://schemas.openxmlformats.org/officeDocument/2006/relationships/image" Target="../media/image23.pn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8.xml"/><Relationship Id="rId4" Type="http://schemas.openxmlformats.org/officeDocument/2006/relationships/image" Target="../media/image16.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0.xml"/><Relationship Id="rId1" Type="http://schemas.openxmlformats.org/officeDocument/2006/relationships/tags" Target="../tags/tag77.xml"/><Relationship Id="rId4" Type="http://schemas.openxmlformats.org/officeDocument/2006/relationships/image" Target="../media/image7.emf"/></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0.xml"/><Relationship Id="rId1" Type="http://schemas.openxmlformats.org/officeDocument/2006/relationships/tags" Target="../tags/tag78.xml"/><Relationship Id="rId4" Type="http://schemas.openxmlformats.org/officeDocument/2006/relationships/image" Target="../media/image7.emf"/></Relationships>
</file>

<file path=ppt/slideLayouts/_rels/slideLayout10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0.xml"/><Relationship Id="rId1" Type="http://schemas.openxmlformats.org/officeDocument/2006/relationships/tags" Target="../tags/tag79.xml"/><Relationship Id="rId4" Type="http://schemas.openxmlformats.org/officeDocument/2006/relationships/image" Target="../media/image7.emf"/></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0.xml"/><Relationship Id="rId1" Type="http://schemas.openxmlformats.org/officeDocument/2006/relationships/tags" Target="../tags/tag80.xml"/><Relationship Id="rId4" Type="http://schemas.openxmlformats.org/officeDocument/2006/relationships/image" Target="../media/image7.emf"/></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0.xml"/><Relationship Id="rId1" Type="http://schemas.openxmlformats.org/officeDocument/2006/relationships/tags" Target="../tags/tag81.xml"/><Relationship Id="rId4" Type="http://schemas.openxmlformats.org/officeDocument/2006/relationships/image" Target="../media/image7.emf"/></Relationships>
</file>

<file path=ppt/slideLayouts/_rels/slideLayout10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0.xml"/><Relationship Id="rId1" Type="http://schemas.openxmlformats.org/officeDocument/2006/relationships/tags" Target="../tags/tag82.xml"/><Relationship Id="rId4" Type="http://schemas.openxmlformats.org/officeDocument/2006/relationships/image" Target="../media/image7.emf"/></Relationships>
</file>

<file path=ppt/slideLayouts/_rels/slideLayout10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0.xml"/><Relationship Id="rId1" Type="http://schemas.openxmlformats.org/officeDocument/2006/relationships/tags" Target="../tags/tag83.xml"/><Relationship Id="rId4" Type="http://schemas.openxmlformats.org/officeDocument/2006/relationships/image" Target="../media/image7.emf"/></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0.xml"/><Relationship Id="rId1" Type="http://schemas.openxmlformats.org/officeDocument/2006/relationships/tags" Target="../tags/tag84.xml"/><Relationship Id="rId4" Type="http://schemas.openxmlformats.org/officeDocument/2006/relationships/image" Target="../media/image7.emf"/></Relationships>
</file>

<file path=ppt/slideLayouts/_rels/slideLayout10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0.xml"/><Relationship Id="rId1" Type="http://schemas.openxmlformats.org/officeDocument/2006/relationships/tags" Target="../tags/tag85.xml"/><Relationship Id="rId4" Type="http://schemas.openxmlformats.org/officeDocument/2006/relationships/image" Target="../media/image7.emf"/></Relationships>
</file>

<file path=ppt/slideLayouts/_rels/slideLayout11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0.xml"/><Relationship Id="rId1" Type="http://schemas.openxmlformats.org/officeDocument/2006/relationships/tags" Target="../tags/tag86.xml"/><Relationship Id="rId4" Type="http://schemas.openxmlformats.org/officeDocument/2006/relationships/image" Target="../media/image7.emf"/></Relationships>
</file>

<file path=ppt/slideLayouts/_rels/slideLayout11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0.xml"/><Relationship Id="rId1" Type="http://schemas.openxmlformats.org/officeDocument/2006/relationships/tags" Target="../tags/tag87.xml"/><Relationship Id="rId4" Type="http://schemas.openxmlformats.org/officeDocument/2006/relationships/image" Target="../media/image7.emf"/></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7.png"/><Relationship Id="rId1" Type="http://schemas.openxmlformats.org/officeDocument/2006/relationships/slideMaster" Target="../slideMasters/slideMaster11.xml"/><Relationship Id="rId4" Type="http://schemas.openxmlformats.org/officeDocument/2006/relationships/image" Target="../media/image28.png"/></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0.png"/><Relationship Id="rId1" Type="http://schemas.openxmlformats.org/officeDocument/2006/relationships/slideMaster" Target="../slideMasters/slideMaster11.xml"/><Relationship Id="rId4" Type="http://schemas.openxmlformats.org/officeDocument/2006/relationships/image" Target="../media/image12.png"/></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1.xml"/><Relationship Id="rId4" Type="http://schemas.openxmlformats.org/officeDocument/2006/relationships/image" Target="../media/image12.png"/></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11.xml"/><Relationship Id="rId2" Type="http://schemas.openxmlformats.org/officeDocument/2006/relationships/tags" Target="../tags/tag90.xml"/><Relationship Id="rId1" Type="http://schemas.openxmlformats.org/officeDocument/2006/relationships/tags" Target="../tags/tag89.xml"/><Relationship Id="rId5" Type="http://schemas.openxmlformats.org/officeDocument/2006/relationships/image" Target="../media/image5.emf"/><Relationship Id="rId4" Type="http://schemas.openxmlformats.org/officeDocument/2006/relationships/oleObject" Target="../embeddings/oleObject12.bin"/></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sicurazioni Generali Group Strategy Template Cover">
    <p:spTree>
      <p:nvGrpSpPr>
        <p:cNvPr id="1" name=""/>
        <p:cNvGrpSpPr/>
        <p:nvPr/>
      </p:nvGrpSpPr>
      <p:grpSpPr>
        <a:xfrm>
          <a:off x="0" y="0"/>
          <a:ext cx="0" cy="0"/>
          <a:chOff x="0" y="0"/>
          <a:chExt cx="0" cy="0"/>
        </a:xfrm>
      </p:grpSpPr>
      <p:graphicFrame>
        <p:nvGraphicFramePr>
          <p:cNvPr id="11" name="Object 1" hidden="1"/>
          <p:cNvGraphicFramePr>
            <a:graphicFrameLocks noChangeAspect="1"/>
          </p:cNvGraphicFramePr>
          <p:nvPr userDrawn="1">
            <p:custDataLst>
              <p:tags r:id="rId1"/>
            </p:custDataLst>
            <p:extLst>
              <p:ext uri="{D42A27DB-BD31-4B8C-83A1-F6EECF244321}">
                <p14:modId xmlns:p14="http://schemas.microsoft.com/office/powerpoint/2010/main" val="1917788879"/>
              </p:ext>
            </p:extLst>
          </p:nvPr>
        </p:nvGraphicFramePr>
        <p:xfrm>
          <a:off x="2122" y="1590"/>
          <a:ext cx="2116" cy="1587"/>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1"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2" y="1590"/>
                        <a:ext cx="2116"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6" name="Immagine 4" descr="07.jpg"/>
          <p:cNvPicPr>
            <a:picLocks noChangeAspect="1"/>
          </p:cNvPicPr>
          <p:nvPr userDrawn="1"/>
        </p:nvPicPr>
        <p:blipFill rotWithShape="1">
          <a:blip r:embed="rId5" cstate="print">
            <a:extLst>
              <a:ext uri="{28A0092B-C50C-407E-A947-70E740481C1C}">
                <a14:useLocalDpi xmlns:a14="http://schemas.microsoft.com/office/drawing/2010/main" val="0"/>
              </a:ext>
            </a:extLst>
          </a:blip>
          <a:srcRect l="3143"/>
          <a:stretch/>
        </p:blipFill>
        <p:spPr>
          <a:xfrm>
            <a:off x="0" y="0"/>
            <a:ext cx="12192000" cy="6858000"/>
          </a:xfrm>
          <a:prstGeom prst="rect">
            <a:avLst/>
          </a:prstGeom>
        </p:spPr>
      </p:pic>
      <p:cxnSp>
        <p:nvCxnSpPr>
          <p:cNvPr id="19" name="Connettore 1 11"/>
          <p:cNvCxnSpPr/>
          <p:nvPr userDrawn="1"/>
        </p:nvCxnSpPr>
        <p:spPr>
          <a:xfrm>
            <a:off x="383119" y="5359400"/>
            <a:ext cx="11425767" cy="0"/>
          </a:xfrm>
          <a:prstGeom prst="line">
            <a:avLst/>
          </a:prstGeom>
          <a:ln w="19050" cmpd="sng">
            <a:solidFill>
              <a:schemeClr val="bg1"/>
            </a:solidFill>
            <a:prstDash val="solid"/>
          </a:ln>
        </p:spPr>
        <p:style>
          <a:lnRef idx="1">
            <a:schemeClr val="accent6"/>
          </a:lnRef>
          <a:fillRef idx="0">
            <a:schemeClr val="accent6"/>
          </a:fillRef>
          <a:effectRef idx="0">
            <a:schemeClr val="accent6"/>
          </a:effectRef>
          <a:fontRef idx="minor">
            <a:schemeClr val="tx1"/>
          </a:fontRef>
        </p:style>
      </p:cxnSp>
      <p:cxnSp>
        <p:nvCxnSpPr>
          <p:cNvPr id="20" name="Connettore 1 12"/>
          <p:cNvCxnSpPr/>
          <p:nvPr userDrawn="1"/>
        </p:nvCxnSpPr>
        <p:spPr>
          <a:xfrm>
            <a:off x="383119" y="3503083"/>
            <a:ext cx="11425767" cy="0"/>
          </a:xfrm>
          <a:prstGeom prst="line">
            <a:avLst/>
          </a:prstGeom>
          <a:ln w="19050" cmpd="sng">
            <a:solidFill>
              <a:schemeClr val="bg1"/>
            </a:solidFill>
            <a:prstDash val="solid"/>
          </a:ln>
        </p:spPr>
        <p:style>
          <a:lnRef idx="1">
            <a:schemeClr val="accent6"/>
          </a:lnRef>
          <a:fillRef idx="0">
            <a:schemeClr val="accent6"/>
          </a:fillRef>
          <a:effectRef idx="0">
            <a:schemeClr val="accent6"/>
          </a:effectRef>
          <a:fontRef idx="minor">
            <a:schemeClr val="tx1"/>
          </a:fontRef>
        </p:style>
      </p:cxnSp>
      <p:sp>
        <p:nvSpPr>
          <p:cNvPr id="6" name="Title 5"/>
          <p:cNvSpPr>
            <a:spLocks noGrp="1"/>
          </p:cNvSpPr>
          <p:nvPr>
            <p:ph type="title" hasCustomPrompt="1"/>
          </p:nvPr>
        </p:nvSpPr>
        <p:spPr>
          <a:xfrm>
            <a:off x="3187700" y="3877247"/>
            <a:ext cx="8509000" cy="1107996"/>
          </a:xfrm>
          <a:prstGeom prst="rect">
            <a:avLst/>
          </a:prstGeom>
        </p:spPr>
        <p:txBody>
          <a:bodyPr anchor="ctr" anchorCtr="0">
            <a:noAutofit/>
          </a:bodyPr>
          <a:lstStyle>
            <a:lvl1pPr algn="l" rtl="0" fontAlgn="base">
              <a:lnSpc>
                <a:spcPct val="100000"/>
              </a:lnSpc>
              <a:spcBef>
                <a:spcPct val="0"/>
              </a:spcBef>
              <a:spcAft>
                <a:spcPct val="0"/>
              </a:spcAft>
              <a:defRPr lang="en-US" sz="2400" b="0" kern="1200" dirty="0" smtClean="0">
                <a:solidFill>
                  <a:schemeClr val="bg1"/>
                </a:solidFill>
                <a:latin typeface="Arial"/>
                <a:ea typeface="Arial"/>
                <a:cs typeface="Arial"/>
                <a:sym typeface="Arial"/>
              </a:defRPr>
            </a:lvl1pPr>
          </a:lstStyle>
          <a:p>
            <a:r>
              <a:rPr lang="en-GB" sz="2800" b="1">
                <a:solidFill>
                  <a:schemeClr val="bg1"/>
                </a:solidFill>
              </a:rPr>
              <a:t>Chapter Title</a:t>
            </a:r>
            <a:endParaRPr lang="en-GB" sz="2000" i="1">
              <a:solidFill>
                <a:schemeClr val="bg1"/>
              </a:solidFill>
            </a:endParaRPr>
          </a:p>
        </p:txBody>
      </p:sp>
      <p:pic>
        <p:nvPicPr>
          <p:cNvPr id="23" name="Immagine 23" descr="generali_logo_orizz.png"/>
          <p:cNvPicPr>
            <a:picLocks noChangeAspect="1"/>
          </p:cNvPicPr>
          <p:nvPr userDrawn="1"/>
        </p:nvPicPr>
        <p:blipFill>
          <a:blip r:embed="rId6" cstate="print">
            <a:biLevel thresh="25000"/>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pic>
        <p:nvPicPr>
          <p:cNvPr id="9" name="Picture 74" descr="File:Logo Generali group.png"/>
          <p:cNvPicPr>
            <a:picLocks noChangeAspect="1" noChangeArrowheads="1"/>
          </p:cNvPicPr>
          <p:nvPr userDrawn="1"/>
        </p:nvPicPr>
        <p:blipFill>
          <a:blip r:embed="rId7" cstate="print">
            <a:biLevel thresh="25000"/>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383118" y="3683389"/>
            <a:ext cx="1819781" cy="1495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4797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3886466130"/>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81" imgH="381" progId="TCLayout.ActiveDocument.1">
                  <p:embed/>
                </p:oleObj>
              </mc:Choice>
              <mc:Fallback>
                <p:oleObj name="Diapositiva think-cell" r:id="rId3" imgW="381" imgH="381" progId="TCLayout.ActiveDocument.1">
                  <p:embed/>
                  <p:pic>
                    <p:nvPicPr>
                      <p:cNvPr id="12" name="Object 11" hidden="1"/>
                      <p:cNvPicPr/>
                      <p:nvPr/>
                    </p:nvPicPr>
                    <p:blipFill>
                      <a:blip r:embed="rId4"/>
                      <a:stretch>
                        <a:fillRect/>
                      </a:stretch>
                    </p:blipFill>
                    <p:spPr>
                      <a:xfrm>
                        <a:off x="2119" y="2119"/>
                        <a:ext cx="2116" cy="2116"/>
                      </a:xfrm>
                      <a:prstGeom prst="rect">
                        <a:avLst/>
                      </a:prstGeom>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t>
            </a:r>
            <a:r>
              <a:rPr lang="en-GB" sz="700" err="1">
                <a:solidFill>
                  <a:srgbClr val="C21C1D"/>
                </a:solidFill>
                <a:latin typeface="Arial"/>
                <a:cs typeface="Arial"/>
              </a:rPr>
              <a:t>Assicurazioni</a:t>
            </a:r>
            <a:r>
              <a:rPr lang="en-GB" sz="700">
                <a:solidFill>
                  <a:srgbClr val="C21C1D"/>
                </a:solidFill>
                <a:latin typeface="Arial"/>
                <a:cs typeface="Arial"/>
              </a:rPr>
              <a:t> Generali</a:t>
            </a:r>
          </a:p>
        </p:txBody>
      </p:sp>
      <p:sp>
        <p:nvSpPr>
          <p:cNvPr id="23" name="Segnaposto testo 15"/>
          <p:cNvSpPr>
            <a:spLocks noGrp="1"/>
          </p:cNvSpPr>
          <p:nvPr>
            <p:ph type="body" sz="quarter" idx="13" hasCustomPrompt="1"/>
          </p:nvPr>
        </p:nvSpPr>
        <p:spPr>
          <a:xfrm>
            <a:off x="324984" y="148285"/>
            <a:ext cx="2964165" cy="89768"/>
          </a:xfrm>
          <a:prstGeom prst="rect">
            <a:avLst/>
          </a:prstGeom>
        </p:spPr>
        <p:txBody>
          <a:bodyPr lIns="0" tIns="0" rIns="0" bIns="0" anchor="ctr">
            <a:spAutoFit/>
          </a:bodyPr>
          <a:lstStyle>
            <a:lvl1pPr>
              <a:lnSpc>
                <a:spcPts val="700"/>
              </a:lnSpc>
              <a:defRPr sz="700" baseline="0">
                <a:solidFill>
                  <a:schemeClr val="tx2"/>
                </a:solidFill>
              </a:defRPr>
            </a:lvl1pPr>
          </a:lstStyle>
          <a:p>
            <a:pPr lvl="0"/>
            <a:r>
              <a:rPr lang="en-GB"/>
              <a:t>Section 00</a:t>
            </a:r>
          </a:p>
        </p:txBody>
      </p:sp>
    </p:spTree>
    <p:extLst>
      <p:ext uri="{BB962C8B-B14F-4D97-AF65-F5344CB8AC3E}">
        <p14:creationId xmlns:p14="http://schemas.microsoft.com/office/powerpoint/2010/main" val="1163532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2088889947"/>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1002315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2310355923"/>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1368975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2865223527"/>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778483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266441270"/>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1568982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91877537"/>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3788269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8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3595381266"/>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955392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9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2083799180"/>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2705090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0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487338841"/>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
        <p:nvSpPr>
          <p:cNvPr id="23" name="Segnaposto testo 15"/>
          <p:cNvSpPr>
            <a:spLocks noGrp="1"/>
          </p:cNvSpPr>
          <p:nvPr>
            <p:ph type="body" sz="quarter" idx="13" hasCustomPrompt="1"/>
          </p:nvPr>
        </p:nvSpPr>
        <p:spPr>
          <a:xfrm>
            <a:off x="324984" y="148285"/>
            <a:ext cx="2964165" cy="89768"/>
          </a:xfrm>
          <a:prstGeom prst="rect">
            <a:avLst/>
          </a:prstGeom>
        </p:spPr>
        <p:txBody>
          <a:bodyPr lIns="0" tIns="0" rIns="0" bIns="0" anchor="ctr">
            <a:spAutoFit/>
          </a:bodyPr>
          <a:lstStyle>
            <a:lvl1pPr>
              <a:lnSpc>
                <a:spcPts val="700"/>
              </a:lnSpc>
              <a:defRPr sz="700" baseline="0">
                <a:solidFill>
                  <a:schemeClr val="tx2"/>
                </a:solidFill>
              </a:defRPr>
            </a:lvl1pPr>
          </a:lstStyle>
          <a:p>
            <a:pPr lvl="0"/>
            <a:r>
              <a:rPr lang="en-GB"/>
              <a:t>Section 00</a:t>
            </a:r>
          </a:p>
        </p:txBody>
      </p:sp>
    </p:spTree>
    <p:extLst>
      <p:ext uri="{BB962C8B-B14F-4D97-AF65-F5344CB8AC3E}">
        <p14:creationId xmlns:p14="http://schemas.microsoft.com/office/powerpoint/2010/main" val="2477137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2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1858867663"/>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40631413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3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1243861950"/>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25734542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4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1089747241"/>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22514618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5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3214797180"/>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3969793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6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588705588"/>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
        <p:nvSpPr>
          <p:cNvPr id="23" name="Segnaposto testo 15"/>
          <p:cNvSpPr>
            <a:spLocks noGrp="1"/>
          </p:cNvSpPr>
          <p:nvPr>
            <p:ph type="body" sz="quarter" idx="13" hasCustomPrompt="1"/>
          </p:nvPr>
        </p:nvSpPr>
        <p:spPr>
          <a:xfrm>
            <a:off x="324984" y="148285"/>
            <a:ext cx="2964165" cy="89768"/>
          </a:xfrm>
          <a:prstGeom prst="rect">
            <a:avLst/>
          </a:prstGeom>
        </p:spPr>
        <p:txBody>
          <a:bodyPr lIns="0" tIns="0" rIns="0" bIns="0" anchor="ctr">
            <a:spAutoFit/>
          </a:bodyPr>
          <a:lstStyle>
            <a:lvl1pPr>
              <a:lnSpc>
                <a:spcPts val="700"/>
              </a:lnSpc>
              <a:defRPr sz="700" baseline="0">
                <a:solidFill>
                  <a:schemeClr val="tx2"/>
                </a:solidFill>
              </a:defRPr>
            </a:lvl1pPr>
          </a:lstStyle>
          <a:p>
            <a:pPr lvl="0"/>
            <a:r>
              <a:rPr lang="en-GB"/>
              <a:t>Section 00</a:t>
            </a:r>
          </a:p>
        </p:txBody>
      </p:sp>
    </p:spTree>
    <p:extLst>
      <p:ext uri="{BB962C8B-B14F-4D97-AF65-F5344CB8AC3E}">
        <p14:creationId xmlns:p14="http://schemas.microsoft.com/office/powerpoint/2010/main" val="18334566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7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2533371207"/>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10183203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8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2183190729"/>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41061044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9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2605772189"/>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
        <p:nvSpPr>
          <p:cNvPr id="23" name="Segnaposto testo 15"/>
          <p:cNvSpPr>
            <a:spLocks noGrp="1"/>
          </p:cNvSpPr>
          <p:nvPr>
            <p:ph type="body" sz="quarter" idx="13" hasCustomPrompt="1"/>
          </p:nvPr>
        </p:nvSpPr>
        <p:spPr>
          <a:xfrm>
            <a:off x="324984" y="148285"/>
            <a:ext cx="2964165" cy="89768"/>
          </a:xfrm>
          <a:prstGeom prst="rect">
            <a:avLst/>
          </a:prstGeom>
        </p:spPr>
        <p:txBody>
          <a:bodyPr lIns="0" tIns="0" rIns="0" bIns="0" anchor="ctr">
            <a:spAutoFit/>
          </a:bodyPr>
          <a:lstStyle>
            <a:lvl1pPr>
              <a:lnSpc>
                <a:spcPts val="700"/>
              </a:lnSpc>
              <a:defRPr sz="700" baseline="0">
                <a:solidFill>
                  <a:schemeClr val="tx2"/>
                </a:solidFill>
              </a:defRPr>
            </a:lvl1pPr>
          </a:lstStyle>
          <a:p>
            <a:pPr lvl="0"/>
            <a:r>
              <a:rPr lang="en-GB"/>
              <a:t>Section 00</a:t>
            </a:r>
          </a:p>
        </p:txBody>
      </p:sp>
    </p:spTree>
    <p:extLst>
      <p:ext uri="{BB962C8B-B14F-4D97-AF65-F5344CB8AC3E}">
        <p14:creationId xmlns:p14="http://schemas.microsoft.com/office/powerpoint/2010/main" val="16127928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0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1350144719"/>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6268700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1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3107796803"/>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12288643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2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1635936873"/>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42043545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3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371618720"/>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34037270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4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1028839748"/>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33655026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5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1093210439"/>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41205011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6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3709920965"/>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22026323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8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1935448346"/>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14420865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9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815923931"/>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
        <p:nvSpPr>
          <p:cNvPr id="23" name="Segnaposto testo 15"/>
          <p:cNvSpPr>
            <a:spLocks noGrp="1"/>
          </p:cNvSpPr>
          <p:nvPr>
            <p:ph type="body" sz="quarter" idx="13" hasCustomPrompt="1"/>
          </p:nvPr>
        </p:nvSpPr>
        <p:spPr>
          <a:xfrm>
            <a:off x="324984" y="148285"/>
            <a:ext cx="2964165" cy="89768"/>
          </a:xfrm>
          <a:prstGeom prst="rect">
            <a:avLst/>
          </a:prstGeom>
        </p:spPr>
        <p:txBody>
          <a:bodyPr lIns="0" tIns="0" rIns="0" bIns="0" anchor="ctr">
            <a:spAutoFit/>
          </a:bodyPr>
          <a:lstStyle>
            <a:lvl1pPr>
              <a:lnSpc>
                <a:spcPts val="700"/>
              </a:lnSpc>
              <a:defRPr sz="700" baseline="0">
                <a:solidFill>
                  <a:schemeClr val="tx2"/>
                </a:solidFill>
              </a:defRPr>
            </a:lvl1pPr>
          </a:lstStyle>
          <a:p>
            <a:pPr lvl="0"/>
            <a:r>
              <a:rPr lang="en-GB"/>
              <a:t>Section 00</a:t>
            </a:r>
          </a:p>
        </p:txBody>
      </p:sp>
    </p:spTree>
    <p:extLst>
      <p:ext uri="{BB962C8B-B14F-4D97-AF65-F5344CB8AC3E}">
        <p14:creationId xmlns:p14="http://schemas.microsoft.com/office/powerpoint/2010/main" val="7972011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0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3795163739"/>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19558288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1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341633242"/>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5913804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2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3102072259"/>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31734999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33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1834732406"/>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34511649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35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3061656223"/>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21694167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6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420597507"/>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27164066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7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3260228993"/>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14450783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8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360896358"/>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17537416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9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4271643617"/>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37360067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40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3519346923"/>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38074302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41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4246879832"/>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40924400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42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3187394803"/>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208631766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43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33091137"/>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
        <p:nvSpPr>
          <p:cNvPr id="23" name="Segnaposto testo 15"/>
          <p:cNvSpPr>
            <a:spLocks noGrp="1"/>
          </p:cNvSpPr>
          <p:nvPr>
            <p:ph type="body" sz="quarter" idx="13" hasCustomPrompt="1"/>
          </p:nvPr>
        </p:nvSpPr>
        <p:spPr>
          <a:xfrm>
            <a:off x="324984" y="148285"/>
            <a:ext cx="2964165" cy="89768"/>
          </a:xfrm>
          <a:prstGeom prst="rect">
            <a:avLst/>
          </a:prstGeom>
        </p:spPr>
        <p:txBody>
          <a:bodyPr lIns="0" tIns="0" rIns="0" bIns="0" anchor="ctr">
            <a:spAutoFit/>
          </a:bodyPr>
          <a:lstStyle>
            <a:lvl1pPr>
              <a:lnSpc>
                <a:spcPts val="700"/>
              </a:lnSpc>
              <a:defRPr sz="700" baseline="0">
                <a:solidFill>
                  <a:schemeClr val="tx2"/>
                </a:solidFill>
              </a:defRPr>
            </a:lvl1pPr>
          </a:lstStyle>
          <a:p>
            <a:pPr lvl="0"/>
            <a:r>
              <a:rPr lang="en-GB"/>
              <a:t>Section 00</a:t>
            </a:r>
          </a:p>
        </p:txBody>
      </p:sp>
    </p:spTree>
    <p:extLst>
      <p:ext uri="{BB962C8B-B14F-4D97-AF65-F5344CB8AC3E}">
        <p14:creationId xmlns:p14="http://schemas.microsoft.com/office/powerpoint/2010/main" val="1819255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44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2490561980"/>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11698806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46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770169841"/>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186195635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47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322915942"/>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24270393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48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1742630989"/>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14688496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49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3714860529"/>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176617633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50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1434006072"/>
              </p:ext>
            </p:extLst>
          </p:nvPr>
        </p:nvGraphicFramePr>
        <p:xfrm>
          <a:off x="2119" y="2119"/>
          <a:ext cx="2116" cy="2116"/>
        </p:xfrm>
        <a:graphic>
          <a:graphicData uri="http://schemas.openxmlformats.org/presentationml/2006/ole">
            <mc:AlternateContent xmlns:mc="http://schemas.openxmlformats.org/markup-compatibility/2006">
              <mc:Choice xmlns:v="urn:schemas-microsoft-com:vml" Requires="v">
                <p:oleObj name="Diapositiva think-cell" r:id="rId3" imgW="360" imgH="360" progId="TCLayout.ActiveDocument.1">
                  <p:embed/>
                </p:oleObj>
              </mc:Choice>
              <mc:Fallback>
                <p:oleObj name="Diapositiva think-cell"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2119"/>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24984" y="759410"/>
            <a:ext cx="11424000" cy="30777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3" name="Segnaposto numero diapositiva 5"/>
          <p:cNvSpPr>
            <a:spLocks noGrp="1"/>
          </p:cNvSpPr>
          <p:nvPr>
            <p:ph type="sldNum" sz="quarter" idx="17"/>
          </p:nvPr>
        </p:nvSpPr>
        <p:spPr>
          <a:xfrm>
            <a:off x="11542194" y="122576"/>
            <a:ext cx="266700" cy="242801"/>
          </a:xfrm>
          <a:prstGeom prst="rect">
            <a:avLst/>
          </a:prstGeom>
        </p:spPr>
        <p:txBody>
          <a:bodyPr lIns="0" tIns="0" rIns="0" bIns="0" anchor="ctr" anchorCtr="1"/>
          <a:lstStyle>
            <a:lvl1pPr algn="ctr" defTabSz="457200">
              <a:defRPr sz="700">
                <a:solidFill>
                  <a:srgbClr val="C00000"/>
                </a:solidFill>
                <a:latin typeface="Arial"/>
                <a:ea typeface="+mn-ea"/>
                <a:cs typeface="Arial"/>
                <a:sym typeface="Arial"/>
              </a:defRPr>
            </a:lvl1pPr>
          </a:lstStyle>
          <a:p>
            <a:pPr fontAlgn="base">
              <a:spcBef>
                <a:spcPct val="0"/>
              </a:spcBef>
              <a:spcAft>
                <a:spcPct val="0"/>
              </a:spcAft>
              <a:defRPr/>
            </a:pPr>
            <a:fld id="{EF84E488-9862-49CF-940E-D1874C23848D}" type="slidenum">
              <a:rPr lang="en-GB" smtClean="0"/>
              <a:pPr fontAlgn="base">
                <a:spcBef>
                  <a:spcPct val="0"/>
                </a:spcBef>
                <a:spcAft>
                  <a:spcPct val="0"/>
                </a:spcAft>
                <a:defRPr/>
              </a:pPr>
              <a:t>‹N°›</a:t>
            </a:fld>
            <a:endParaRPr lang="en-GB"/>
          </a:p>
        </p:txBody>
      </p:sp>
      <p:pic>
        <p:nvPicPr>
          <p:cNvPr id="5" name="Picture 3" descr="J:\Transfer\PRO Allgemein\Kommunikation\Neue Powerpointvorlage - Group Brand\Balken_Titel.emf"/>
          <p:cNvPicPr preferRelativeResize="0">
            <a:picLocks noChangeArrowheads="1"/>
          </p:cNvPicPr>
          <p:nvPr userDrawn="1"/>
        </p:nvPicPr>
        <p:blipFill rotWithShape="1">
          <a:blip r:embed="rId5" cstate="email">
            <a:extLst>
              <a:ext uri="{28A0092B-C50C-407E-A947-70E740481C1C}">
                <a14:useLocalDpi xmlns:a14="http://schemas.microsoft.com/office/drawing/2010/main"/>
              </a:ext>
            </a:extLst>
          </a:blip>
          <a:srcRect b="80495"/>
          <a:stretch/>
        </p:blipFill>
        <p:spPr bwMode="auto">
          <a:xfrm>
            <a:off x="17" y="2"/>
            <a:ext cx="268036" cy="14689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 name="Text Placeholder 8"/>
          <p:cNvSpPr>
            <a:spLocks noGrp="1"/>
          </p:cNvSpPr>
          <p:nvPr>
            <p:ph type="body" sz="quarter" idx="18" hasCustomPrompt="1"/>
          </p:nvPr>
        </p:nvSpPr>
        <p:spPr>
          <a:xfrm>
            <a:off x="324984" y="1150088"/>
            <a:ext cx="11182248" cy="246221"/>
          </a:xfrm>
          <a:prstGeom prst="rect">
            <a:avLst/>
          </a:prstGeom>
        </p:spPr>
        <p:txBody>
          <a:bodyPr wrap="square" lIns="0" tIns="0" rIns="0" bIns="0">
            <a:spAutoFit/>
          </a:bodyPr>
          <a:lstStyle>
            <a:lvl1pPr marL="0" indent="0" algn="l" defTabSz="457200" rtl="0" eaLnBrk="1" fontAlgn="base" hangingPunct="1">
              <a:lnSpc>
                <a:spcPct val="100000"/>
              </a:lnSpc>
              <a:spcBef>
                <a:spcPts val="0"/>
              </a:spcBef>
              <a:spcAft>
                <a:spcPct val="0"/>
              </a:spcAft>
              <a:buClr>
                <a:srgbClr val="C00000"/>
              </a:buClr>
              <a:buNone/>
              <a:defRPr lang="en-US" sz="16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16" name="Text Placeholder 15"/>
          <p:cNvSpPr>
            <a:spLocks noGrp="1"/>
          </p:cNvSpPr>
          <p:nvPr>
            <p:ph type="body" sz="quarter" idx="19" hasCustomPrompt="1"/>
          </p:nvPr>
        </p:nvSpPr>
        <p:spPr>
          <a:xfrm>
            <a:off x="324984" y="6324686"/>
            <a:ext cx="6545717" cy="107722"/>
          </a:xfrm>
          <a:prstGeom prst="rect">
            <a:avLst/>
          </a:prstGeom>
        </p:spPr>
        <p:txBody>
          <a:bodyPr wrap="square" lIns="0" tIns="0" rIns="0" bIns="0" anchor="b" anchorCtr="0">
            <a:spAutoFit/>
          </a:bodyPr>
          <a:lstStyle>
            <a:lvl1pPr marL="342900" indent="-342900">
              <a:tabLst>
                <a:tab pos="285750" algn="r"/>
              </a:tabLst>
              <a:defRPr sz="700">
                <a:solidFill>
                  <a:schemeClr val="tx1">
                    <a:lumMod val="75000"/>
                    <a:lumOff val="25000"/>
                  </a:schemeClr>
                </a:solidFill>
              </a:defRPr>
            </a:lvl1pPr>
          </a:lstStyle>
          <a:p>
            <a:pPr lvl="0"/>
            <a:r>
              <a:rPr lang="en-GB"/>
              <a:t>	Source:	Footer</a:t>
            </a:r>
          </a:p>
        </p:txBody>
      </p:sp>
      <p:cxnSp>
        <p:nvCxnSpPr>
          <p:cNvPr id="19" name="Straight Connector 18"/>
          <p:cNvCxnSpPr/>
          <p:nvPr userDrawn="1"/>
        </p:nvCxnSpPr>
        <p:spPr>
          <a:xfrm>
            <a:off x="0" y="6464831"/>
            <a:ext cx="12192000" cy="0"/>
          </a:xfrm>
          <a:prstGeom prst="line">
            <a:avLst/>
          </a:prstGeom>
          <a:ln>
            <a:solidFill>
              <a:schemeClr val="tx2"/>
            </a:solidFill>
          </a:ln>
        </p:spPr>
        <p:style>
          <a:lnRef idx="1">
            <a:schemeClr val="accent6"/>
          </a:lnRef>
          <a:fillRef idx="0">
            <a:schemeClr val="accent6"/>
          </a:fillRef>
          <a:effectRef idx="0">
            <a:schemeClr val="accent6"/>
          </a:effectRef>
          <a:fontRef idx="minor">
            <a:schemeClr val="tx1"/>
          </a:fontRef>
        </p:style>
      </p:cxnSp>
      <p:pic>
        <p:nvPicPr>
          <p:cNvPr id="21" name="Immagine 23" descr="generali_logo_orizz.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61967" y="6566483"/>
            <a:ext cx="1446927" cy="191996"/>
          </a:xfrm>
          <a:prstGeom prst="rect">
            <a:avLst/>
          </a:prstGeom>
        </p:spPr>
      </p:pic>
      <p:sp>
        <p:nvSpPr>
          <p:cNvPr id="22" name="object 3"/>
          <p:cNvSpPr txBox="1"/>
          <p:nvPr userDrawn="1"/>
        </p:nvSpPr>
        <p:spPr>
          <a:xfrm>
            <a:off x="324984" y="6533852"/>
            <a:ext cx="993862" cy="103426"/>
          </a:xfrm>
          <a:prstGeom prst="rect">
            <a:avLst/>
          </a:prstGeom>
        </p:spPr>
        <p:txBody>
          <a:bodyPr wrap="none" lIns="0" tIns="0" rIns="0" bIns="0" rtlCol="0">
            <a:spAutoFit/>
          </a:bodyPr>
          <a:lstStyle/>
          <a:p>
            <a:pPr marL="12700" defTabSz="457200">
              <a:lnSpc>
                <a:spcPct val="95825"/>
              </a:lnSpc>
              <a:spcBef>
                <a:spcPts val="10"/>
              </a:spcBef>
              <a:defRPr/>
            </a:pPr>
            <a:r>
              <a:rPr lang="en-GB" sz="700">
                <a:solidFill>
                  <a:srgbClr val="C21C1D"/>
                </a:solidFill>
                <a:latin typeface="Arial"/>
                <a:cs typeface="Arial"/>
              </a:rPr>
              <a:t>© Assicurazioni Generali</a:t>
            </a:r>
          </a:p>
        </p:txBody>
      </p:sp>
    </p:spTree>
    <p:extLst>
      <p:ext uri="{BB962C8B-B14F-4D97-AF65-F5344CB8AC3E}">
        <p14:creationId xmlns:p14="http://schemas.microsoft.com/office/powerpoint/2010/main" val="88809762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2198D6E-4BE5-D24D-B031-B0EBE17202A3}"/>
              </a:ext>
            </a:extLst>
          </p:cNvPr>
          <p:cNvSpPr>
            <a:spLocks noGrp="1"/>
          </p:cNvSpPr>
          <p:nvPr>
            <p:ph type="title"/>
          </p:nvPr>
        </p:nvSpPr>
        <p:spPr>
          <a:xfrm>
            <a:off x="1" y="942829"/>
            <a:ext cx="7148341" cy="392400"/>
          </a:xfrm>
          <a:solidFill>
            <a:schemeClr val="accent1"/>
          </a:solidFill>
        </p:spPr>
        <p:txBody>
          <a:bodyPr/>
          <a:lstStyle/>
          <a:p>
            <a:r>
              <a:rPr lang="it-IT"/>
              <a:t>Fare clic per modificare lo stile del titolo dello schema</a:t>
            </a:r>
          </a:p>
        </p:txBody>
      </p:sp>
      <p:sp>
        <p:nvSpPr>
          <p:cNvPr id="4" name="Segnaposto piè di pagina 3">
            <a:extLst>
              <a:ext uri="{FF2B5EF4-FFF2-40B4-BE49-F238E27FC236}">
                <a16:creationId xmlns:a16="http://schemas.microsoft.com/office/drawing/2014/main" id="{34D7B83E-9D54-534B-BE32-6589A28061FE}"/>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CF99DB15-C30C-5140-90D4-8D3F7F473C6E}"/>
              </a:ext>
            </a:extLst>
          </p:cNvPr>
          <p:cNvSpPr>
            <a:spLocks noGrp="1"/>
          </p:cNvSpPr>
          <p:nvPr>
            <p:ph type="sldNum" sz="quarter" idx="12"/>
          </p:nvPr>
        </p:nvSpPr>
        <p:spPr/>
        <p:txBody>
          <a:bodyPr/>
          <a:lstStyle/>
          <a:p>
            <a:fld id="{64571976-D648-6045-AEC8-F94E0326D62B}" type="slidenum">
              <a:rPr lang="it-IT" smtClean="0"/>
              <a:t>‹N°›</a:t>
            </a:fld>
            <a:endParaRPr lang="it-IT"/>
          </a:p>
        </p:txBody>
      </p:sp>
      <p:sp>
        <p:nvSpPr>
          <p:cNvPr id="6" name="Sottotitolo 2">
            <a:extLst>
              <a:ext uri="{FF2B5EF4-FFF2-40B4-BE49-F238E27FC236}">
                <a16:creationId xmlns:a16="http://schemas.microsoft.com/office/drawing/2014/main" id="{BC838B36-84B2-1A4B-8727-D93E03D93B9E}"/>
              </a:ext>
            </a:extLst>
          </p:cNvPr>
          <p:cNvSpPr>
            <a:spLocks noGrp="1"/>
          </p:cNvSpPr>
          <p:nvPr>
            <p:ph type="subTitle" idx="13" hasCustomPrompt="1"/>
          </p:nvPr>
        </p:nvSpPr>
        <p:spPr>
          <a:xfrm>
            <a:off x="5" y="1328426"/>
            <a:ext cx="9663817" cy="392403"/>
          </a:xfrm>
          <a:solidFill>
            <a:schemeClr val="accent2"/>
          </a:solidFill>
        </p:spPr>
        <p:txBody>
          <a:bodyPr vert="horz" wrap="none" lIns="71996" tIns="35997" rIns="71996" bIns="35997" rtlCol="0" anchor="ctr">
            <a:spAutoFit/>
          </a:bodyPr>
          <a:lstStyle>
            <a:lvl1pPr marL="357161" indent="0">
              <a:tabLst/>
              <a:defRPr lang="it-IT" sz="1600" dirty="0">
                <a:solidFill>
                  <a:schemeClr val="bg1"/>
                </a:solidFill>
                <a:ea typeface="+mj-ea"/>
              </a:defRPr>
            </a:lvl1pPr>
          </a:lstStyle>
          <a:p>
            <a:pPr marL="357161" lvl="0" fontAlgn="auto">
              <a:spcBef>
                <a:spcPct val="0"/>
              </a:spcBef>
              <a:spcAft>
                <a:spcPts val="0"/>
              </a:spcAft>
              <a:tabLst/>
            </a:pPr>
            <a:r>
              <a:rPr lang="it-IT"/>
              <a:t>FARE CLIC PER MODIFICARE LO STILE DEL TITOLO DELLO SCHEMA</a:t>
            </a:r>
          </a:p>
        </p:txBody>
      </p:sp>
    </p:spTree>
    <p:extLst>
      <p:ext uri="{BB962C8B-B14F-4D97-AF65-F5344CB8AC3E}">
        <p14:creationId xmlns:p14="http://schemas.microsoft.com/office/powerpoint/2010/main" val="26298685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ver A">
    <p:bg>
      <p:bgPr>
        <a:solidFill>
          <a:schemeClr val="accent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F44A04A-95E2-3B45-A3B9-EBD92AF8E80C}"/>
              </a:ext>
            </a:extLst>
          </p:cNvPr>
          <p:cNvSpPr>
            <a:spLocks noGrp="1"/>
          </p:cNvSpPr>
          <p:nvPr>
            <p:ph type="body" sz="quarter" idx="11" hasCustomPrompt="1"/>
          </p:nvPr>
        </p:nvSpPr>
        <p:spPr>
          <a:xfrm>
            <a:off x="747124" y="2635794"/>
            <a:ext cx="10632075" cy="250111"/>
          </a:xfrm>
          <a:prstGeom prst="rect">
            <a:avLst/>
          </a:prstGeom>
        </p:spPr>
        <p:txBody>
          <a:bodyPr lIns="0" tIns="0" rIns="0" bIns="0"/>
          <a:lstStyle>
            <a:lvl1pPr marL="0" indent="0">
              <a:lnSpc>
                <a:spcPts val="1600"/>
              </a:lnSpc>
              <a:spcBef>
                <a:spcPts val="0"/>
              </a:spcBef>
              <a:buNone/>
              <a:defRPr sz="1467" b="0" kern="0" spc="53" baseline="0">
                <a:solidFill>
                  <a:schemeClr val="bg2"/>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a:t>
            </a:r>
            <a:r>
              <a:rPr lang="en-GB" err="1"/>
              <a:t>ispum</a:t>
            </a:r>
            <a:r>
              <a:rPr lang="en-GB"/>
              <a:t> </a:t>
            </a:r>
            <a:r>
              <a:rPr lang="en-GB" err="1"/>
              <a:t>dolor</a:t>
            </a:r>
            <a:r>
              <a:rPr lang="en-GB"/>
              <a:t> sit </a:t>
            </a:r>
            <a:r>
              <a:rPr lang="en-GB" err="1"/>
              <a:t>amet</a:t>
            </a:r>
            <a:r>
              <a:rPr lang="en-GB"/>
              <a:t> </a:t>
            </a:r>
            <a:r>
              <a:rPr lang="en-GB" err="1"/>
              <a:t>consectetur</a:t>
            </a:r>
            <a:endParaRPr lang="en-US"/>
          </a:p>
        </p:txBody>
      </p:sp>
      <p:sp>
        <p:nvSpPr>
          <p:cNvPr id="3" name="Title 2">
            <a:extLst>
              <a:ext uri="{FF2B5EF4-FFF2-40B4-BE49-F238E27FC236}">
                <a16:creationId xmlns:a16="http://schemas.microsoft.com/office/drawing/2014/main" id="{9985EF51-2E44-3B49-99C2-79FD245CE07C}"/>
              </a:ext>
            </a:extLst>
          </p:cNvPr>
          <p:cNvSpPr>
            <a:spLocks noGrp="1"/>
          </p:cNvSpPr>
          <p:nvPr>
            <p:ph type="title" hasCustomPrompt="1"/>
          </p:nvPr>
        </p:nvSpPr>
        <p:spPr>
          <a:xfrm>
            <a:off x="747125" y="2998256"/>
            <a:ext cx="10632076" cy="430744"/>
          </a:xfrm>
        </p:spPr>
        <p:txBody>
          <a:bodyPr/>
          <a:lstStyle>
            <a:lvl1pPr>
              <a:defRPr/>
            </a:lvl1pPr>
          </a:lstStyle>
          <a:p>
            <a:r>
              <a:rPr lang="en-GB"/>
              <a:t>Presentation title</a:t>
            </a:r>
            <a:endParaRPr lang="en-US"/>
          </a:p>
        </p:txBody>
      </p:sp>
      <p:sp>
        <p:nvSpPr>
          <p:cNvPr id="7" name="Text Placeholder 5">
            <a:extLst>
              <a:ext uri="{FF2B5EF4-FFF2-40B4-BE49-F238E27FC236}">
                <a16:creationId xmlns:a16="http://schemas.microsoft.com/office/drawing/2014/main" id="{E887030A-39E7-CB44-8EC9-6576EA072E00}"/>
              </a:ext>
            </a:extLst>
          </p:cNvPr>
          <p:cNvSpPr>
            <a:spLocks noGrp="1"/>
          </p:cNvSpPr>
          <p:nvPr>
            <p:ph type="body" sz="quarter" idx="13" hasCustomPrompt="1"/>
          </p:nvPr>
        </p:nvSpPr>
        <p:spPr>
          <a:xfrm>
            <a:off x="747124" y="3541351"/>
            <a:ext cx="10632075" cy="250563"/>
          </a:xfrm>
          <a:prstGeom prst="rect">
            <a:avLst/>
          </a:prstGeom>
        </p:spPr>
        <p:txBody>
          <a:bodyPr lIns="0" tIns="0" rIns="0" bIns="0"/>
          <a:lstStyle>
            <a:lvl1pPr marL="0" indent="0">
              <a:lnSpc>
                <a:spcPts val="2000"/>
              </a:lnSpc>
              <a:spcBef>
                <a:spcPts val="0"/>
              </a:spcBef>
              <a:buNone/>
              <a:defRPr sz="1867" b="0" kern="0" spc="53" baseline="0">
                <a:solidFill>
                  <a:schemeClr val="bg2"/>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ISPUM DOLOR SIT</a:t>
            </a:r>
            <a:endParaRPr lang="en-US"/>
          </a:p>
        </p:txBody>
      </p:sp>
    </p:spTree>
    <p:extLst>
      <p:ext uri="{BB962C8B-B14F-4D97-AF65-F5344CB8AC3E}">
        <p14:creationId xmlns:p14="http://schemas.microsoft.com/office/powerpoint/2010/main" val="34689469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ivider C">
    <p:bg>
      <p:bgPr>
        <a:solidFill>
          <a:schemeClr val="bg2"/>
        </a:solidFill>
        <a:effectLst/>
      </p:bgPr>
    </p:bg>
    <p:spTree>
      <p:nvGrpSpPr>
        <p:cNvPr id="1" name=""/>
        <p:cNvGrpSpPr/>
        <p:nvPr/>
      </p:nvGrpSpPr>
      <p:grpSpPr>
        <a:xfrm>
          <a:off x="0" y="0"/>
          <a:ext cx="0" cy="0"/>
          <a:chOff x="0" y="0"/>
          <a:chExt cx="0" cy="0"/>
        </a:xfrm>
      </p:grpSpPr>
      <p:pic>
        <p:nvPicPr>
          <p:cNvPr id="10" name="Picture 9" descr="Shape&#10;&#10;Description automatically generated">
            <a:extLst>
              <a:ext uri="{FF2B5EF4-FFF2-40B4-BE49-F238E27FC236}">
                <a16:creationId xmlns:a16="http://schemas.microsoft.com/office/drawing/2014/main" id="{9D2604A2-FA73-1130-4A93-885B3FCF61AD}"/>
              </a:ext>
            </a:extLst>
          </p:cNvPr>
          <p:cNvPicPr>
            <a:picLocks noChangeAspect="1"/>
          </p:cNvPicPr>
          <p:nvPr userDrawn="1"/>
        </p:nvPicPr>
        <p:blipFill>
          <a:blip r:embed="rId2"/>
          <a:stretch>
            <a:fillRect/>
          </a:stretch>
        </p:blipFill>
        <p:spPr>
          <a:xfrm>
            <a:off x="-22369" y="-26317"/>
            <a:ext cx="1263941" cy="539736"/>
          </a:xfrm>
          <a:prstGeom prst="rect">
            <a:avLst/>
          </a:prstGeom>
        </p:spPr>
      </p:pic>
      <p:pic>
        <p:nvPicPr>
          <p:cNvPr id="9" name="Picture 8">
            <a:extLst>
              <a:ext uri="{FF2B5EF4-FFF2-40B4-BE49-F238E27FC236}">
                <a16:creationId xmlns:a16="http://schemas.microsoft.com/office/drawing/2014/main" id="{9A288809-455F-4842-BBD7-E6150C625961}"/>
              </a:ext>
            </a:extLst>
          </p:cNvPr>
          <p:cNvPicPr>
            <a:picLocks noChangeAspect="1"/>
          </p:cNvPicPr>
          <p:nvPr userDrawn="1"/>
        </p:nvPicPr>
        <p:blipFill>
          <a:blip r:embed="rId3"/>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9985EF51-2E44-3B49-99C2-79FD245CE07C}"/>
              </a:ext>
            </a:extLst>
          </p:cNvPr>
          <p:cNvSpPr>
            <a:spLocks noGrp="1"/>
          </p:cNvSpPr>
          <p:nvPr>
            <p:ph type="title" hasCustomPrompt="1"/>
          </p:nvPr>
        </p:nvSpPr>
        <p:spPr>
          <a:xfrm>
            <a:off x="747125" y="2998256"/>
            <a:ext cx="7004304" cy="430744"/>
          </a:xfrm>
        </p:spPr>
        <p:txBody>
          <a:bodyPr/>
          <a:lstStyle>
            <a:lvl1pPr>
              <a:defRPr>
                <a:solidFill>
                  <a:schemeClr val="accent1"/>
                </a:solidFill>
              </a:defRPr>
            </a:lvl1pPr>
          </a:lstStyle>
          <a:p>
            <a:r>
              <a:rPr lang="en-GB"/>
              <a:t>divider title</a:t>
            </a:r>
            <a:endParaRPr lang="en-US"/>
          </a:p>
        </p:txBody>
      </p:sp>
      <p:sp>
        <p:nvSpPr>
          <p:cNvPr id="7" name="Text Placeholder 5">
            <a:extLst>
              <a:ext uri="{FF2B5EF4-FFF2-40B4-BE49-F238E27FC236}">
                <a16:creationId xmlns:a16="http://schemas.microsoft.com/office/drawing/2014/main" id="{E887030A-39E7-CB44-8EC9-6576EA072E00}"/>
              </a:ext>
            </a:extLst>
          </p:cNvPr>
          <p:cNvSpPr>
            <a:spLocks noGrp="1"/>
          </p:cNvSpPr>
          <p:nvPr>
            <p:ph type="body" sz="quarter" idx="13" hasCustomPrompt="1"/>
          </p:nvPr>
        </p:nvSpPr>
        <p:spPr>
          <a:xfrm>
            <a:off x="747124" y="3541351"/>
            <a:ext cx="7004304" cy="261659"/>
          </a:xfrm>
          <a:prstGeom prst="rect">
            <a:avLst/>
          </a:prstGeom>
        </p:spPr>
        <p:txBody>
          <a:bodyPr lIns="0" tIns="0" rIns="0" bIns="0"/>
          <a:lstStyle>
            <a:lvl1pPr marL="0" indent="0">
              <a:lnSpc>
                <a:spcPts val="2000"/>
              </a:lnSpc>
              <a:spcBef>
                <a:spcPts val="0"/>
              </a:spcBef>
              <a:buNone/>
              <a:defRPr sz="1867" b="0" kern="0" cap="all" spc="53" baseline="0">
                <a:solidFill>
                  <a:schemeClr val="accent1"/>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ISPUM DOLOR SIT</a:t>
            </a:r>
            <a:endParaRPr lang="en-US"/>
          </a:p>
        </p:txBody>
      </p:sp>
      <p:sp>
        <p:nvSpPr>
          <p:cNvPr id="8" name="Text Placeholder 5">
            <a:extLst>
              <a:ext uri="{FF2B5EF4-FFF2-40B4-BE49-F238E27FC236}">
                <a16:creationId xmlns:a16="http://schemas.microsoft.com/office/drawing/2014/main" id="{29FDEF27-3E78-1D4B-8408-36D9106C0BC2}"/>
              </a:ext>
            </a:extLst>
          </p:cNvPr>
          <p:cNvSpPr>
            <a:spLocks noGrp="1"/>
          </p:cNvSpPr>
          <p:nvPr>
            <p:ph type="body" sz="quarter" idx="14" hasCustomPrompt="1"/>
          </p:nvPr>
        </p:nvSpPr>
        <p:spPr>
          <a:xfrm>
            <a:off x="7793877" y="1700366"/>
            <a:ext cx="4398123" cy="3690959"/>
          </a:xfrm>
          <a:prstGeom prst="rect">
            <a:avLst/>
          </a:prstGeom>
        </p:spPr>
        <p:txBody>
          <a:bodyPr lIns="0" tIns="0" rIns="0" bIns="0"/>
          <a:lstStyle>
            <a:lvl1pPr marL="0" indent="0">
              <a:lnSpc>
                <a:spcPts val="26666"/>
              </a:lnSpc>
              <a:spcBef>
                <a:spcPts val="0"/>
              </a:spcBef>
              <a:buNone/>
              <a:defRPr sz="26666" b="1" kern="0" spc="-400" baseline="0">
                <a:solidFill>
                  <a:schemeClr val="accent5"/>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08</a:t>
            </a:r>
            <a:endParaRPr lang="en-US"/>
          </a:p>
        </p:txBody>
      </p:sp>
      <p:sp>
        <p:nvSpPr>
          <p:cNvPr id="2" name="Slide Number Placeholder 1">
            <a:extLst>
              <a:ext uri="{FF2B5EF4-FFF2-40B4-BE49-F238E27FC236}">
                <a16:creationId xmlns:a16="http://schemas.microsoft.com/office/drawing/2014/main" id="{B65AD562-A8FE-AB9C-A4A9-E0FD0461BA7F}"/>
              </a:ext>
            </a:extLst>
          </p:cNvPr>
          <p:cNvSpPr>
            <a:spLocks noGrp="1"/>
          </p:cNvSpPr>
          <p:nvPr>
            <p:ph type="sldNum" sz="quarter" idx="15"/>
          </p:nvPr>
        </p:nvSpPr>
        <p:spPr/>
        <p:txBody>
          <a:bodyPr/>
          <a:lstStyle>
            <a:lvl1pPr>
              <a:defRPr>
                <a:solidFill>
                  <a:schemeClr val="accent1"/>
                </a:solidFill>
              </a:defRPr>
            </a:lvl1pPr>
          </a:lstStyle>
          <a:p>
            <a:fld id="{29CAE5FC-86E1-1448-8EC3-A22E1B31C8C0}" type="slidenum">
              <a:rPr lang="en-US" smtClean="0"/>
              <a:pPr/>
              <a:t>‹N°›</a:t>
            </a:fld>
            <a:endParaRPr lang="en-US"/>
          </a:p>
        </p:txBody>
      </p:sp>
      <p:pic>
        <p:nvPicPr>
          <p:cNvPr id="11" name="Picture 10" descr="A picture containing logo&#10;&#10;Description automatically generated">
            <a:extLst>
              <a:ext uri="{FF2B5EF4-FFF2-40B4-BE49-F238E27FC236}">
                <a16:creationId xmlns:a16="http://schemas.microsoft.com/office/drawing/2014/main" id="{21E2851E-39EE-B888-74A3-8986000959FD}"/>
              </a:ext>
            </a:extLst>
          </p:cNvPr>
          <p:cNvPicPr>
            <a:picLocks noChangeAspect="1"/>
          </p:cNvPicPr>
          <p:nvPr userDrawn="1"/>
        </p:nvPicPr>
        <p:blipFill>
          <a:blip r:embed="rId4"/>
          <a:stretch>
            <a:fillRect/>
          </a:stretch>
        </p:blipFill>
        <p:spPr>
          <a:xfrm>
            <a:off x="10532533" y="6146800"/>
            <a:ext cx="1659467" cy="711200"/>
          </a:xfrm>
          <a:prstGeom prst="rect">
            <a:avLst/>
          </a:prstGeom>
        </p:spPr>
      </p:pic>
    </p:spTree>
    <p:extLst>
      <p:ext uri="{BB962C8B-B14F-4D97-AF65-F5344CB8AC3E}">
        <p14:creationId xmlns:p14="http://schemas.microsoft.com/office/powerpoint/2010/main" val="4832405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7_One Column Text">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8" y="696002"/>
            <a:ext cx="10681981" cy="777668"/>
          </a:xfrm>
        </p:spPr>
        <p:txBody>
          <a:bodyPr/>
          <a:lstStyle/>
          <a:p>
            <a:r>
              <a:rPr lang="en-GB"/>
              <a:t>CLICK TO EDIT MASTER TITLE STYLE</a:t>
            </a:r>
            <a:endParaRPr lang="en-US"/>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2897000" y="1879135"/>
            <a:ext cx="4228051" cy="2203509"/>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771789" y="1879134"/>
            <a:ext cx="1979803" cy="872457"/>
          </a:xfrm>
        </p:spPr>
        <p:txBody>
          <a:bodyPr>
            <a:noAutofit/>
          </a:bodyPr>
          <a:lstStyle>
            <a:lvl1pPr marL="0" indent="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6" name="Text Placeholder 5">
            <a:extLst>
              <a:ext uri="{FF2B5EF4-FFF2-40B4-BE49-F238E27FC236}">
                <a16:creationId xmlns:a16="http://schemas.microsoft.com/office/drawing/2014/main" id="{7BC34354-C0EB-5945-AFD5-A2D58387FB6F}"/>
              </a:ext>
            </a:extLst>
          </p:cNvPr>
          <p:cNvSpPr>
            <a:spLocks noGrp="1"/>
          </p:cNvSpPr>
          <p:nvPr>
            <p:ph type="body" sz="quarter" idx="22" hasCustomPrompt="1"/>
          </p:nvPr>
        </p:nvSpPr>
        <p:spPr>
          <a:xfrm>
            <a:off x="771789" y="2996245"/>
            <a:ext cx="1979803" cy="872457"/>
          </a:xfrm>
        </p:spPr>
        <p:txBody>
          <a:bodyPr>
            <a:noAutofit/>
          </a:bodyPr>
          <a:lstStyle>
            <a:lvl1pPr marL="0" indent="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8" name="Text Placeholder 7">
            <a:extLst>
              <a:ext uri="{FF2B5EF4-FFF2-40B4-BE49-F238E27FC236}">
                <a16:creationId xmlns:a16="http://schemas.microsoft.com/office/drawing/2014/main" id="{A9764B34-0C9E-F142-AE33-2BB0092D96BB}"/>
              </a:ext>
            </a:extLst>
          </p:cNvPr>
          <p:cNvSpPr>
            <a:spLocks noGrp="1"/>
          </p:cNvSpPr>
          <p:nvPr>
            <p:ph idx="23" hasCustomPrompt="1"/>
          </p:nvPr>
        </p:nvSpPr>
        <p:spPr>
          <a:xfrm>
            <a:off x="7225717" y="1879132"/>
            <a:ext cx="4228051" cy="2203509"/>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
        <p:nvSpPr>
          <p:cNvPr id="9" name="Text Placeholder 5">
            <a:extLst>
              <a:ext uri="{FF2B5EF4-FFF2-40B4-BE49-F238E27FC236}">
                <a16:creationId xmlns:a16="http://schemas.microsoft.com/office/drawing/2014/main" id="{595B7205-A740-D14B-A341-06B8739D3D4D}"/>
              </a:ext>
            </a:extLst>
          </p:cNvPr>
          <p:cNvSpPr>
            <a:spLocks noGrp="1"/>
          </p:cNvSpPr>
          <p:nvPr>
            <p:ph type="body" sz="quarter" idx="24" hasCustomPrompt="1"/>
          </p:nvPr>
        </p:nvSpPr>
        <p:spPr>
          <a:xfrm>
            <a:off x="771789" y="4082644"/>
            <a:ext cx="1979803" cy="872457"/>
          </a:xfrm>
        </p:spPr>
        <p:txBody>
          <a:bodyPr>
            <a:noAutofit/>
          </a:bodyPr>
          <a:lstStyle>
            <a:lvl1pPr marL="0" indent="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0" name="Text Placeholder 5">
            <a:extLst>
              <a:ext uri="{FF2B5EF4-FFF2-40B4-BE49-F238E27FC236}">
                <a16:creationId xmlns:a16="http://schemas.microsoft.com/office/drawing/2014/main" id="{CE777487-0BC7-A844-8B2D-2966256C6907}"/>
              </a:ext>
            </a:extLst>
          </p:cNvPr>
          <p:cNvSpPr>
            <a:spLocks noGrp="1"/>
          </p:cNvSpPr>
          <p:nvPr>
            <p:ph type="body" sz="quarter" idx="25" hasCustomPrompt="1"/>
          </p:nvPr>
        </p:nvSpPr>
        <p:spPr>
          <a:xfrm>
            <a:off x="771789" y="5199754"/>
            <a:ext cx="1979803" cy="872457"/>
          </a:xfrm>
        </p:spPr>
        <p:txBody>
          <a:bodyPr>
            <a:noAutofit/>
          </a:bodyPr>
          <a:lstStyle>
            <a:lvl1pPr marL="0" indent="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3" name="Text Placeholder 7">
            <a:extLst>
              <a:ext uri="{FF2B5EF4-FFF2-40B4-BE49-F238E27FC236}">
                <a16:creationId xmlns:a16="http://schemas.microsoft.com/office/drawing/2014/main" id="{801917D5-2BCE-BD41-AC80-F6B710579EB5}"/>
              </a:ext>
            </a:extLst>
          </p:cNvPr>
          <p:cNvSpPr>
            <a:spLocks noGrp="1"/>
          </p:cNvSpPr>
          <p:nvPr>
            <p:ph idx="26" hasCustomPrompt="1"/>
          </p:nvPr>
        </p:nvSpPr>
        <p:spPr>
          <a:xfrm>
            <a:off x="2897000" y="4172127"/>
            <a:ext cx="4228051" cy="2203509"/>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
        <p:nvSpPr>
          <p:cNvPr id="14" name="Text Placeholder 7">
            <a:extLst>
              <a:ext uri="{FF2B5EF4-FFF2-40B4-BE49-F238E27FC236}">
                <a16:creationId xmlns:a16="http://schemas.microsoft.com/office/drawing/2014/main" id="{3DF22F1A-0ED8-4445-818B-E62A1C42E187}"/>
              </a:ext>
            </a:extLst>
          </p:cNvPr>
          <p:cNvSpPr>
            <a:spLocks noGrp="1"/>
          </p:cNvSpPr>
          <p:nvPr>
            <p:ph idx="27" hasCustomPrompt="1"/>
          </p:nvPr>
        </p:nvSpPr>
        <p:spPr>
          <a:xfrm>
            <a:off x="7225717" y="4172124"/>
            <a:ext cx="4228051" cy="2203509"/>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Tree>
    <p:extLst>
      <p:ext uri="{BB962C8B-B14F-4D97-AF65-F5344CB8AC3E}">
        <p14:creationId xmlns:p14="http://schemas.microsoft.com/office/powerpoint/2010/main" val="30578996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49463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One Column Text">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771788" y="1878961"/>
            <a:ext cx="6364448" cy="235064"/>
          </a:xfrm>
        </p:spPr>
        <p:txBody>
          <a:bodyPr>
            <a:noAutofit/>
          </a:bodyPr>
          <a:lstStyle>
            <a:lvl1pPr>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r>
              <a:rPr lang="it-IT" noProof="0"/>
              <a:t>.</a:t>
            </a:r>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p:txBody>
          <a:bodyPr/>
          <a:lstStyle/>
          <a:p>
            <a:r>
              <a:rPr lang="en-GB"/>
              <a:t>CLICK TO EDIT MASTER TITLE STYLE</a:t>
            </a:r>
            <a:endParaRPr lang="en-US"/>
          </a:p>
        </p:txBody>
      </p:sp>
      <p:sp>
        <p:nvSpPr>
          <p:cNvPr id="9" name="Text Placeholder 8">
            <a:extLst>
              <a:ext uri="{FF2B5EF4-FFF2-40B4-BE49-F238E27FC236}">
                <a16:creationId xmlns:a16="http://schemas.microsoft.com/office/drawing/2014/main" id="{80EC26C9-3F09-D34E-94B0-FF161A79BA00}"/>
              </a:ext>
            </a:extLst>
          </p:cNvPr>
          <p:cNvSpPr>
            <a:spLocks noGrp="1"/>
          </p:cNvSpPr>
          <p:nvPr>
            <p:ph type="body" sz="quarter" idx="15"/>
          </p:nvPr>
        </p:nvSpPr>
        <p:spPr>
          <a:xfrm>
            <a:off x="771787" y="3020798"/>
            <a:ext cx="6062444" cy="138622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771787" y="2231593"/>
            <a:ext cx="6364448" cy="598295"/>
          </a:xfrm>
        </p:spPr>
        <p:txBody>
          <a:bodyPr>
            <a:noAutofit/>
          </a:bodyPr>
          <a:lstStyle>
            <a:lvl1pPr>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r>
              <a:rPr lang="it-IT" noProof="0"/>
              <a:t>.</a:t>
            </a:r>
          </a:p>
        </p:txBody>
      </p:sp>
      <p:sp>
        <p:nvSpPr>
          <p:cNvPr id="11" name="Text Placeholder 8">
            <a:extLst>
              <a:ext uri="{FF2B5EF4-FFF2-40B4-BE49-F238E27FC236}">
                <a16:creationId xmlns:a16="http://schemas.microsoft.com/office/drawing/2014/main" id="{8D10ECE5-9F3E-7C4E-9012-95918EA1F8D4}"/>
              </a:ext>
            </a:extLst>
          </p:cNvPr>
          <p:cNvSpPr>
            <a:spLocks noGrp="1"/>
          </p:cNvSpPr>
          <p:nvPr>
            <p:ph type="body" sz="quarter" idx="17"/>
          </p:nvPr>
        </p:nvSpPr>
        <p:spPr>
          <a:xfrm>
            <a:off x="771787" y="4553187"/>
            <a:ext cx="6062444" cy="1386220"/>
          </a:xfrm>
        </p:spPr>
        <p:txBody>
          <a:bodyPr/>
          <a:lstStyle>
            <a:lvl1pPr marL="228589" indent="-228589">
              <a:buClr>
                <a:schemeClr val="accent2"/>
              </a:buClr>
              <a:buSzPct val="120000"/>
              <a:buFont typeface="Arial" panose="020B0604020202020204" pitchFamily="34" charset="0"/>
              <a:buChar char="•"/>
              <a:defRPr>
                <a:solidFill>
                  <a:schemeClr val="accent2"/>
                </a:solidFill>
              </a:defRPr>
            </a:lvl1pPr>
            <a:lvl2pPr marL="749892" indent="-228589">
              <a:buClr>
                <a:schemeClr val="accent2"/>
              </a:buClr>
              <a:buSzPct val="120000"/>
              <a:buFont typeface="Arial" panose="020B0604020202020204" pitchFamily="34" charset="0"/>
              <a:buChar char="•"/>
              <a:defRPr>
                <a:solidFill>
                  <a:schemeClr val="accent2"/>
                </a:solidFill>
              </a:defRPr>
            </a:lvl2pPr>
            <a:lvl3pPr marL="1271196" indent="-228589">
              <a:buClr>
                <a:schemeClr val="accent2"/>
              </a:buClr>
              <a:buSzPct val="120000"/>
              <a:buFont typeface="Arial" panose="020B0604020202020204" pitchFamily="34" charset="0"/>
              <a:buChar char="•"/>
              <a:defRPr>
                <a:solidFill>
                  <a:schemeClr val="accent2"/>
                </a:solidFill>
              </a:defRPr>
            </a:lvl3pPr>
            <a:lvl4pPr marL="1792501" indent="-228589">
              <a:buClr>
                <a:schemeClr val="accent2"/>
              </a:buClr>
              <a:buSzPct val="120000"/>
              <a:buFont typeface="Arial" panose="020B0604020202020204" pitchFamily="34" charset="0"/>
              <a:buChar char="•"/>
              <a:defRPr>
                <a:solidFill>
                  <a:schemeClr val="accent2"/>
                </a:solidFill>
              </a:defRPr>
            </a:lvl4pPr>
            <a:lvl5pPr marL="2313805" indent="-228589">
              <a:buClr>
                <a:schemeClr val="accent2"/>
              </a:buClr>
              <a:buSzPct val="120000"/>
              <a:buFont typeface="Arial" panose="020B0604020202020204" pitchFamily="34" charset="0"/>
              <a:buChar char="•"/>
              <a:defRPr>
                <a:solidFill>
                  <a:schemeClr val="accent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Text Placeholder 7">
            <a:extLst>
              <a:ext uri="{FF2B5EF4-FFF2-40B4-BE49-F238E27FC236}">
                <a16:creationId xmlns:a16="http://schemas.microsoft.com/office/drawing/2014/main" id="{3F74D6CA-803E-1D4F-A762-02CC5FF73C42}"/>
              </a:ext>
            </a:extLst>
          </p:cNvPr>
          <p:cNvSpPr>
            <a:spLocks noGrp="1"/>
          </p:cNvSpPr>
          <p:nvPr>
            <p:ph idx="1" hasCustomPrompt="1"/>
          </p:nvPr>
        </p:nvSpPr>
        <p:spPr>
          <a:xfrm>
            <a:off x="7225717" y="3980"/>
            <a:ext cx="4966283" cy="6854021"/>
          </a:xfrm>
          <a:prstGeom prst="rect">
            <a:avLst/>
          </a:prstGeom>
          <a:solidFill>
            <a:schemeClr val="bg2">
              <a:lumMod val="95000"/>
            </a:schemeClr>
          </a:solidFill>
        </p:spPr>
        <p:txBody>
          <a:bodyPr vert="horz" lIns="0" tIns="0" rIns="0" bIns="0" rtlCol="0">
            <a:normAutofit/>
          </a:bodyPr>
          <a:lstStyle>
            <a:lvl1pPr>
              <a:defRPr sz="1067" i="1">
                <a:solidFill>
                  <a:schemeClr val="accent4"/>
                </a:solidFill>
              </a:defRPr>
            </a:lvl1pPr>
          </a:lstStyle>
          <a:p>
            <a:pPr lvl="0"/>
            <a:r>
              <a:rPr lang="en-GB"/>
              <a:t>click one of the icons to insert an element</a:t>
            </a:r>
            <a:endParaRPr lang="en-US"/>
          </a:p>
        </p:txBody>
      </p:sp>
    </p:spTree>
    <p:extLst>
      <p:ext uri="{BB962C8B-B14F-4D97-AF65-F5344CB8AC3E}">
        <p14:creationId xmlns:p14="http://schemas.microsoft.com/office/powerpoint/2010/main" val="42288813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hotos and Text">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6364629" y="1878961"/>
            <a:ext cx="4966193" cy="235064"/>
          </a:xfrm>
        </p:spPr>
        <p:txBody>
          <a:bodyPr>
            <a:noAutofit/>
          </a:bodyPr>
          <a:lstStyle>
            <a:lvl1pPr>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r>
              <a:rPr lang="it-IT" noProof="0"/>
              <a:t>.</a:t>
            </a:r>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7" y="696002"/>
            <a:ext cx="10559032" cy="777668"/>
          </a:xfrm>
        </p:spPr>
        <p:txBody>
          <a:bodyPr/>
          <a:lstStyle/>
          <a:p>
            <a:r>
              <a:rPr lang="en-GB"/>
              <a:t>CLICK TO EDIT MASTER TITLE STYLE</a:t>
            </a:r>
            <a:endParaRPr lang="en-US"/>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6364628" y="2231592"/>
            <a:ext cx="4966193" cy="1097019"/>
          </a:xfrm>
        </p:spPr>
        <p:txBody>
          <a:bodyPr>
            <a:noAutofit/>
          </a:bodyPr>
          <a:lstStyle>
            <a:lvl1pPr>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r>
              <a:rPr lang="it-IT" noProof="0"/>
              <a:t>.</a:t>
            </a:r>
          </a:p>
        </p:txBody>
      </p:sp>
      <p:sp>
        <p:nvSpPr>
          <p:cNvPr id="11" name="Text Placeholder 8">
            <a:extLst>
              <a:ext uri="{FF2B5EF4-FFF2-40B4-BE49-F238E27FC236}">
                <a16:creationId xmlns:a16="http://schemas.microsoft.com/office/drawing/2014/main" id="{8D10ECE5-9F3E-7C4E-9012-95918EA1F8D4}"/>
              </a:ext>
            </a:extLst>
          </p:cNvPr>
          <p:cNvSpPr>
            <a:spLocks noGrp="1"/>
          </p:cNvSpPr>
          <p:nvPr>
            <p:ph type="body" sz="quarter" idx="17"/>
          </p:nvPr>
        </p:nvSpPr>
        <p:spPr>
          <a:xfrm>
            <a:off x="6364627" y="3429003"/>
            <a:ext cx="4966192" cy="2510405"/>
          </a:xfrm>
        </p:spPr>
        <p:txBody>
          <a:bodyPr/>
          <a:lstStyle>
            <a:lvl1pPr marL="228589" indent="-228589">
              <a:buClr>
                <a:schemeClr val="accent2"/>
              </a:buClr>
              <a:buSzPct val="120000"/>
              <a:buFont typeface="Arial" panose="020B0604020202020204" pitchFamily="34" charset="0"/>
              <a:buChar char="•"/>
              <a:defRPr>
                <a:solidFill>
                  <a:schemeClr val="accent2"/>
                </a:solidFill>
              </a:defRPr>
            </a:lvl1pPr>
            <a:lvl2pPr marL="749892" indent="-228589">
              <a:buClr>
                <a:schemeClr val="accent2"/>
              </a:buClr>
              <a:buSzPct val="120000"/>
              <a:buFont typeface="Arial" panose="020B0604020202020204" pitchFamily="34" charset="0"/>
              <a:buChar char="•"/>
              <a:defRPr>
                <a:solidFill>
                  <a:schemeClr val="accent2"/>
                </a:solidFill>
              </a:defRPr>
            </a:lvl2pPr>
            <a:lvl3pPr marL="1271196" indent="-228589">
              <a:buClr>
                <a:schemeClr val="accent2"/>
              </a:buClr>
              <a:buSzPct val="120000"/>
              <a:buFont typeface="Arial" panose="020B0604020202020204" pitchFamily="34" charset="0"/>
              <a:buChar char="•"/>
              <a:defRPr>
                <a:solidFill>
                  <a:schemeClr val="accent2"/>
                </a:solidFill>
              </a:defRPr>
            </a:lvl3pPr>
            <a:lvl4pPr marL="1792501" indent="-228589">
              <a:buClr>
                <a:schemeClr val="accent2"/>
              </a:buClr>
              <a:buSzPct val="120000"/>
              <a:buFont typeface="Arial" panose="020B0604020202020204" pitchFamily="34" charset="0"/>
              <a:buChar char="•"/>
              <a:defRPr>
                <a:solidFill>
                  <a:schemeClr val="accent2"/>
                </a:solidFill>
              </a:defRPr>
            </a:lvl4pPr>
            <a:lvl5pPr marL="2313805" indent="-228589">
              <a:buClr>
                <a:schemeClr val="accent2"/>
              </a:buClr>
              <a:buSzPct val="120000"/>
              <a:buFont typeface="Arial" panose="020B0604020202020204" pitchFamily="34" charset="0"/>
              <a:buChar char="•"/>
              <a:defRPr>
                <a:solidFill>
                  <a:schemeClr val="accent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Text Placeholder 7">
            <a:extLst>
              <a:ext uri="{FF2B5EF4-FFF2-40B4-BE49-F238E27FC236}">
                <a16:creationId xmlns:a16="http://schemas.microsoft.com/office/drawing/2014/main" id="{3F74D6CA-803E-1D4F-A762-02CC5FF73C42}"/>
              </a:ext>
            </a:extLst>
          </p:cNvPr>
          <p:cNvSpPr>
            <a:spLocks noGrp="1"/>
          </p:cNvSpPr>
          <p:nvPr>
            <p:ph idx="1" hasCustomPrompt="1"/>
          </p:nvPr>
        </p:nvSpPr>
        <p:spPr>
          <a:xfrm>
            <a:off x="771787" y="1732041"/>
            <a:ext cx="2595528" cy="4207367"/>
          </a:xfrm>
          <a:prstGeom prst="rect">
            <a:avLst/>
          </a:prstGeom>
          <a:solidFill>
            <a:schemeClr val="bg2">
              <a:lumMod val="95000"/>
            </a:schemeClr>
          </a:solidFill>
        </p:spPr>
        <p:txBody>
          <a:bodyPr vert="horz" lIns="0" tIns="0" rIns="0" bIns="0" rtlCol="0">
            <a:normAutofit/>
          </a:bodyPr>
          <a:lstStyle>
            <a:lvl1pPr>
              <a:defRPr sz="1067" i="1">
                <a:solidFill>
                  <a:schemeClr val="accent4"/>
                </a:solidFill>
              </a:defRPr>
            </a:lvl1pPr>
          </a:lstStyle>
          <a:p>
            <a:pPr lvl="0"/>
            <a:r>
              <a:rPr lang="en-GB"/>
              <a:t>click one of the icons to insert an element</a:t>
            </a:r>
            <a:endParaRPr lang="en-US"/>
          </a:p>
        </p:txBody>
      </p:sp>
      <p:sp>
        <p:nvSpPr>
          <p:cNvPr id="13" name="Text Placeholder 7">
            <a:extLst>
              <a:ext uri="{FF2B5EF4-FFF2-40B4-BE49-F238E27FC236}">
                <a16:creationId xmlns:a16="http://schemas.microsoft.com/office/drawing/2014/main" id="{0DA397BD-B1CD-4030-E9B6-DBBC2B2FA5E6}"/>
              </a:ext>
            </a:extLst>
          </p:cNvPr>
          <p:cNvSpPr>
            <a:spLocks noGrp="1"/>
          </p:cNvSpPr>
          <p:nvPr>
            <p:ph idx="18" hasCustomPrompt="1"/>
          </p:nvPr>
        </p:nvSpPr>
        <p:spPr>
          <a:xfrm>
            <a:off x="3392792" y="1732041"/>
            <a:ext cx="2595528" cy="4207367"/>
          </a:xfrm>
          <a:prstGeom prst="rect">
            <a:avLst/>
          </a:prstGeom>
          <a:solidFill>
            <a:schemeClr val="bg2">
              <a:lumMod val="95000"/>
            </a:schemeClr>
          </a:solidFill>
        </p:spPr>
        <p:txBody>
          <a:bodyPr vert="horz" lIns="0" tIns="0" rIns="0" bIns="0" rtlCol="0">
            <a:normAutofit/>
          </a:bodyPr>
          <a:lstStyle>
            <a:lvl1pPr>
              <a:defRPr sz="1067" i="1">
                <a:solidFill>
                  <a:schemeClr val="accent4"/>
                </a:solidFill>
              </a:defRPr>
            </a:lvl1pPr>
          </a:lstStyle>
          <a:p>
            <a:pPr lvl="0"/>
            <a:r>
              <a:rPr lang="en-GB"/>
              <a:t>click one of the icons to insert an element</a:t>
            </a:r>
            <a:endParaRPr lang="en-US"/>
          </a:p>
        </p:txBody>
      </p:sp>
    </p:spTree>
    <p:extLst>
      <p:ext uri="{BB962C8B-B14F-4D97-AF65-F5344CB8AC3E}">
        <p14:creationId xmlns:p14="http://schemas.microsoft.com/office/powerpoint/2010/main" val="295767673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hotos and Text Special">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6016285" y="1878961"/>
            <a:ext cx="4687883" cy="235064"/>
          </a:xfrm>
        </p:spPr>
        <p:txBody>
          <a:bodyPr>
            <a:noAutofit/>
          </a:bodyPr>
          <a:lstStyle>
            <a:lvl1pPr>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r>
              <a:rPr lang="it-IT" noProof="0"/>
              <a:t>.</a:t>
            </a:r>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7" y="696002"/>
            <a:ext cx="9932380" cy="777668"/>
          </a:xfrm>
        </p:spPr>
        <p:txBody>
          <a:bodyPr/>
          <a:lstStyle/>
          <a:p>
            <a:r>
              <a:rPr lang="en-GB"/>
              <a:t>CLICK TO EDIT MASTER TITLE STYLE</a:t>
            </a:r>
            <a:endParaRPr lang="en-US"/>
          </a:p>
        </p:txBody>
      </p:sp>
      <p:sp>
        <p:nvSpPr>
          <p:cNvPr id="12" name="Text Placeholder 7">
            <a:extLst>
              <a:ext uri="{FF2B5EF4-FFF2-40B4-BE49-F238E27FC236}">
                <a16:creationId xmlns:a16="http://schemas.microsoft.com/office/drawing/2014/main" id="{3F74D6CA-803E-1D4F-A762-02CC5FF73C42}"/>
              </a:ext>
            </a:extLst>
          </p:cNvPr>
          <p:cNvSpPr>
            <a:spLocks noGrp="1"/>
          </p:cNvSpPr>
          <p:nvPr>
            <p:ph idx="1" hasCustomPrompt="1"/>
          </p:nvPr>
        </p:nvSpPr>
        <p:spPr>
          <a:xfrm>
            <a:off x="771787" y="1732041"/>
            <a:ext cx="4966191" cy="2128761"/>
          </a:xfrm>
          <a:prstGeom prst="rect">
            <a:avLst/>
          </a:prstGeom>
          <a:solidFill>
            <a:schemeClr val="bg2">
              <a:lumMod val="95000"/>
            </a:schemeClr>
          </a:solidFill>
        </p:spPr>
        <p:txBody>
          <a:bodyPr vert="horz" lIns="0" tIns="0" rIns="0" bIns="0" rtlCol="0">
            <a:normAutofit/>
          </a:bodyPr>
          <a:lstStyle>
            <a:lvl1pPr>
              <a:defRPr sz="1067" i="1">
                <a:solidFill>
                  <a:schemeClr val="accent4"/>
                </a:solidFill>
              </a:defRPr>
            </a:lvl1pPr>
          </a:lstStyle>
          <a:p>
            <a:pPr lvl="0"/>
            <a:r>
              <a:rPr lang="en-GB"/>
              <a:t>click one of the icons to insert an element</a:t>
            </a:r>
            <a:endParaRPr lang="en-US"/>
          </a:p>
        </p:txBody>
      </p:sp>
      <p:sp>
        <p:nvSpPr>
          <p:cNvPr id="9" name="Text Placeholder 7">
            <a:extLst>
              <a:ext uri="{FF2B5EF4-FFF2-40B4-BE49-F238E27FC236}">
                <a16:creationId xmlns:a16="http://schemas.microsoft.com/office/drawing/2014/main" id="{55D81D3F-B8FC-5DA5-EF02-B6AE745B81A5}"/>
              </a:ext>
            </a:extLst>
          </p:cNvPr>
          <p:cNvSpPr>
            <a:spLocks noGrp="1"/>
          </p:cNvSpPr>
          <p:nvPr>
            <p:ph idx="17" hasCustomPrompt="1"/>
          </p:nvPr>
        </p:nvSpPr>
        <p:spPr>
          <a:xfrm>
            <a:off x="5737978" y="3860802"/>
            <a:ext cx="4966191" cy="2128761"/>
          </a:xfrm>
          <a:prstGeom prst="rect">
            <a:avLst/>
          </a:prstGeom>
          <a:solidFill>
            <a:schemeClr val="bg2">
              <a:lumMod val="95000"/>
            </a:schemeClr>
          </a:solidFill>
        </p:spPr>
        <p:txBody>
          <a:bodyPr vert="horz" lIns="0" tIns="0" rIns="0" bIns="0" rtlCol="0">
            <a:normAutofit/>
          </a:bodyPr>
          <a:lstStyle>
            <a:lvl1pPr>
              <a:defRPr sz="1067" i="1">
                <a:solidFill>
                  <a:schemeClr val="accent4"/>
                </a:solidFill>
              </a:defRPr>
            </a:lvl1pPr>
          </a:lstStyle>
          <a:p>
            <a:pPr lvl="0"/>
            <a:r>
              <a:rPr lang="en-GB"/>
              <a:t>click one of the icons to insert an element</a:t>
            </a:r>
            <a:endParaRPr lang="en-US"/>
          </a:p>
        </p:txBody>
      </p:sp>
      <p:sp>
        <p:nvSpPr>
          <p:cNvPr id="14" name="Text Placeholder 5">
            <a:extLst>
              <a:ext uri="{FF2B5EF4-FFF2-40B4-BE49-F238E27FC236}">
                <a16:creationId xmlns:a16="http://schemas.microsoft.com/office/drawing/2014/main" id="{7CEFC3EB-2DDF-E0AD-B557-E9F8C09F8CDD}"/>
              </a:ext>
            </a:extLst>
          </p:cNvPr>
          <p:cNvSpPr>
            <a:spLocks noGrp="1"/>
          </p:cNvSpPr>
          <p:nvPr>
            <p:ph type="body" sz="quarter" idx="22" hasCustomPrompt="1"/>
          </p:nvPr>
        </p:nvSpPr>
        <p:spPr>
          <a:xfrm>
            <a:off x="6016285" y="2241333"/>
            <a:ext cx="4687883" cy="1361096"/>
          </a:xfrm>
        </p:spPr>
        <p:txBody>
          <a:bodyPr>
            <a:noAutofit/>
          </a:bodyPr>
          <a:lstStyle>
            <a:lvl1pPr marL="0" indent="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5" name="Text Placeholder 7">
            <a:extLst>
              <a:ext uri="{FF2B5EF4-FFF2-40B4-BE49-F238E27FC236}">
                <a16:creationId xmlns:a16="http://schemas.microsoft.com/office/drawing/2014/main" id="{71FED65D-5255-E5C5-3F43-7383527D8233}"/>
              </a:ext>
            </a:extLst>
          </p:cNvPr>
          <p:cNvSpPr>
            <a:spLocks noGrp="1"/>
          </p:cNvSpPr>
          <p:nvPr>
            <p:ph type="body" sz="quarter" idx="23" hasCustomPrompt="1"/>
          </p:nvPr>
        </p:nvSpPr>
        <p:spPr>
          <a:xfrm>
            <a:off x="771788" y="4091921"/>
            <a:ext cx="4687883" cy="235064"/>
          </a:xfrm>
        </p:spPr>
        <p:txBody>
          <a:bodyPr>
            <a:noAutofit/>
          </a:bodyPr>
          <a:lstStyle>
            <a:lvl1pPr algn="r">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r>
              <a:rPr lang="it-IT" noProof="0"/>
              <a:t>.</a:t>
            </a:r>
          </a:p>
        </p:txBody>
      </p:sp>
      <p:sp>
        <p:nvSpPr>
          <p:cNvPr id="16" name="Text Placeholder 5">
            <a:extLst>
              <a:ext uri="{FF2B5EF4-FFF2-40B4-BE49-F238E27FC236}">
                <a16:creationId xmlns:a16="http://schemas.microsoft.com/office/drawing/2014/main" id="{8DC7EF0C-B682-821D-4C1E-A19A9B63A94D}"/>
              </a:ext>
            </a:extLst>
          </p:cNvPr>
          <p:cNvSpPr>
            <a:spLocks noGrp="1"/>
          </p:cNvSpPr>
          <p:nvPr>
            <p:ph type="body" sz="quarter" idx="24" hasCustomPrompt="1"/>
          </p:nvPr>
        </p:nvSpPr>
        <p:spPr>
          <a:xfrm>
            <a:off x="771785" y="4454293"/>
            <a:ext cx="4687883" cy="1361096"/>
          </a:xfrm>
        </p:spPr>
        <p:txBody>
          <a:bodyPr>
            <a:noAutofit/>
          </a:bodyPr>
          <a:lstStyle>
            <a:lvl1pPr marL="0" indent="0" algn="r">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Tree>
    <p:extLst>
      <p:ext uri="{BB962C8B-B14F-4D97-AF65-F5344CB8AC3E}">
        <p14:creationId xmlns:p14="http://schemas.microsoft.com/office/powerpoint/2010/main" val="314524424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One Column Text">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771790" y="1878962"/>
            <a:ext cx="3993159" cy="577095"/>
          </a:xfrm>
        </p:spPr>
        <p:txBody>
          <a:bodyPr>
            <a:noAutofit/>
          </a:bodyPr>
          <a:lstStyle>
            <a:lvl1pPr>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endParaRPr lang="it-IT" noProof="0"/>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7" y="696002"/>
            <a:ext cx="11028727" cy="777668"/>
          </a:xfrm>
        </p:spPr>
        <p:txBody>
          <a:bodyPr/>
          <a:lstStyle/>
          <a:p>
            <a:r>
              <a:rPr lang="en-GB"/>
              <a:t>CLICK TO EDIT MASTER TITLE STYLE</a:t>
            </a:r>
            <a:endParaRPr lang="en-US"/>
          </a:p>
        </p:txBody>
      </p:sp>
      <p:sp>
        <p:nvSpPr>
          <p:cNvPr id="9" name="Text Placeholder 8">
            <a:extLst>
              <a:ext uri="{FF2B5EF4-FFF2-40B4-BE49-F238E27FC236}">
                <a16:creationId xmlns:a16="http://schemas.microsoft.com/office/drawing/2014/main" id="{80EC26C9-3F09-D34E-94B0-FF161A79BA00}"/>
              </a:ext>
            </a:extLst>
          </p:cNvPr>
          <p:cNvSpPr>
            <a:spLocks noGrp="1"/>
          </p:cNvSpPr>
          <p:nvPr>
            <p:ph type="body" sz="quarter" idx="15"/>
          </p:nvPr>
        </p:nvSpPr>
        <p:spPr>
          <a:xfrm>
            <a:off x="5055764" y="1878962"/>
            <a:ext cx="6744749" cy="4241913"/>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771789" y="2489614"/>
            <a:ext cx="3993159" cy="2633265"/>
          </a:xfrm>
        </p:spPr>
        <p:txBody>
          <a:bodyPr>
            <a:noAutofit/>
          </a:bodyPr>
          <a:lstStyle>
            <a:lvl1pPr>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r>
              <a:rPr lang="it-IT" noProof="0"/>
              <a:t>.</a:t>
            </a:r>
          </a:p>
        </p:txBody>
      </p:sp>
    </p:spTree>
    <p:extLst>
      <p:ext uri="{BB962C8B-B14F-4D97-AF65-F5344CB8AC3E}">
        <p14:creationId xmlns:p14="http://schemas.microsoft.com/office/powerpoint/2010/main" val="373717225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One Column Text">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771790" y="1878962"/>
            <a:ext cx="3993159" cy="577095"/>
          </a:xfrm>
        </p:spPr>
        <p:txBody>
          <a:bodyPr>
            <a:noAutofit/>
          </a:bodyPr>
          <a:lstStyle>
            <a:lvl1pPr>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endParaRPr lang="it-IT" noProof="0"/>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8" y="696002"/>
            <a:ext cx="10234569" cy="657001"/>
          </a:xfrm>
        </p:spPr>
        <p:txBody>
          <a:bodyPr/>
          <a:lstStyle/>
          <a:p>
            <a:r>
              <a:rPr lang="en-GB"/>
              <a:t>CLICK TO EDIT MASTER TITLE STYLE</a:t>
            </a:r>
            <a:endParaRPr lang="en-US"/>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771789" y="2489614"/>
            <a:ext cx="3993159" cy="2633265"/>
          </a:xfrm>
        </p:spPr>
        <p:txBody>
          <a:bodyPr>
            <a:noAutofit/>
          </a:bodyPr>
          <a:lstStyle>
            <a:lvl1pPr>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r>
              <a:rPr lang="it-IT" noProof="0"/>
              <a:t>.</a:t>
            </a:r>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5771628" y="1436537"/>
            <a:ext cx="2528991" cy="2496649"/>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6017151" y="4016719"/>
            <a:ext cx="2125764" cy="1833205"/>
          </a:xfrm>
        </p:spPr>
        <p:txBody>
          <a:bodyPr>
            <a:noAutofit/>
          </a:bodyPr>
          <a:lstStyle>
            <a:lvl1pPr marL="0" indent="0">
              <a:lnSpc>
                <a:spcPts val="1600"/>
              </a:lnSpc>
              <a:spcBef>
                <a:spcPts val="0"/>
              </a:spcBef>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4" name="Text Placeholder 7">
            <a:extLst>
              <a:ext uri="{FF2B5EF4-FFF2-40B4-BE49-F238E27FC236}">
                <a16:creationId xmlns:a16="http://schemas.microsoft.com/office/drawing/2014/main" id="{FD6A78D7-E4C9-7D4A-85AB-919AEA3981AC}"/>
              </a:ext>
            </a:extLst>
          </p:cNvPr>
          <p:cNvSpPr>
            <a:spLocks noGrp="1"/>
          </p:cNvSpPr>
          <p:nvPr>
            <p:ph idx="26" hasCustomPrompt="1"/>
          </p:nvPr>
        </p:nvSpPr>
        <p:spPr>
          <a:xfrm>
            <a:off x="8477367" y="1436537"/>
            <a:ext cx="2528991" cy="2496649"/>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
        <p:nvSpPr>
          <p:cNvPr id="15" name="Text Placeholder 5">
            <a:extLst>
              <a:ext uri="{FF2B5EF4-FFF2-40B4-BE49-F238E27FC236}">
                <a16:creationId xmlns:a16="http://schemas.microsoft.com/office/drawing/2014/main" id="{443360F8-C1BD-5949-90A6-727770BFEDB2}"/>
              </a:ext>
            </a:extLst>
          </p:cNvPr>
          <p:cNvSpPr>
            <a:spLocks noGrp="1"/>
          </p:cNvSpPr>
          <p:nvPr>
            <p:ph type="body" sz="quarter" idx="27" hasCustomPrompt="1"/>
          </p:nvPr>
        </p:nvSpPr>
        <p:spPr>
          <a:xfrm>
            <a:off x="8690443" y="4016719"/>
            <a:ext cx="2125764" cy="1833205"/>
          </a:xfrm>
        </p:spPr>
        <p:txBody>
          <a:bodyPr>
            <a:noAutofit/>
          </a:bodyPr>
          <a:lstStyle>
            <a:lvl1pPr marL="0" indent="0">
              <a:lnSpc>
                <a:spcPts val="1600"/>
              </a:lnSpc>
              <a:spcBef>
                <a:spcPts val="0"/>
              </a:spcBef>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Tree>
    <p:extLst>
      <p:ext uri="{BB962C8B-B14F-4D97-AF65-F5344CB8AC3E}">
        <p14:creationId xmlns:p14="http://schemas.microsoft.com/office/powerpoint/2010/main" val="247650162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One Column Text">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771790" y="1878962"/>
            <a:ext cx="2199449" cy="577095"/>
          </a:xfrm>
        </p:spPr>
        <p:txBody>
          <a:bodyPr>
            <a:noAutofit/>
          </a:bodyPr>
          <a:lstStyle>
            <a:lvl1pPr>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endParaRPr lang="it-IT" noProof="0"/>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7" y="696002"/>
            <a:ext cx="10648428" cy="607303"/>
          </a:xfrm>
        </p:spPr>
        <p:txBody>
          <a:bodyPr/>
          <a:lstStyle/>
          <a:p>
            <a:r>
              <a:rPr lang="en-GB"/>
              <a:t>CLICK TO EDIT MASTER TITLE STYLE</a:t>
            </a:r>
            <a:endParaRPr lang="en-US"/>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771789" y="2489614"/>
            <a:ext cx="2199449" cy="2633265"/>
          </a:xfrm>
        </p:spPr>
        <p:txBody>
          <a:bodyPr>
            <a:noAutofit/>
          </a:bodyPr>
          <a:lstStyle>
            <a:lvl1pPr>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r>
              <a:rPr lang="it-IT" noProof="0"/>
              <a:t>.</a:t>
            </a:r>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3323452" y="1436535"/>
            <a:ext cx="8096763" cy="3686343"/>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3323452" y="5256108"/>
            <a:ext cx="8096763" cy="767645"/>
          </a:xfrm>
        </p:spPr>
        <p:txBody>
          <a:bodyPr>
            <a:noAutofit/>
          </a:bodyPr>
          <a:lstStyle>
            <a:lvl1pPr marL="0" indent="0">
              <a:lnSpc>
                <a:spcPts val="1600"/>
              </a:lnSpc>
              <a:spcBef>
                <a:spcPts val="0"/>
              </a:spcBef>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Tree>
    <p:extLst>
      <p:ext uri="{BB962C8B-B14F-4D97-AF65-F5344CB8AC3E}">
        <p14:creationId xmlns:p14="http://schemas.microsoft.com/office/powerpoint/2010/main" val="150597964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_One Column Text">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8" y="696002"/>
            <a:ext cx="10648425" cy="777668"/>
          </a:xfrm>
        </p:spPr>
        <p:txBody>
          <a:bodyPr/>
          <a:lstStyle/>
          <a:p>
            <a:r>
              <a:rPr lang="en-GB"/>
              <a:t>CLICK TO EDIT MASTER TITLE STYLE</a:t>
            </a:r>
            <a:endParaRPr lang="en-US"/>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771789" y="1834391"/>
            <a:ext cx="10648425" cy="3601676"/>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771789" y="5589839"/>
            <a:ext cx="10648425" cy="662756"/>
          </a:xfrm>
        </p:spPr>
        <p:txBody>
          <a:bodyPr>
            <a:noAutofit/>
          </a:bodyPr>
          <a:lstStyle>
            <a:lvl1pPr marL="0" indent="0">
              <a:lnSpc>
                <a:spcPts val="1600"/>
              </a:lnSpc>
              <a:spcBef>
                <a:spcPts val="0"/>
              </a:spcBef>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Tree>
    <p:extLst>
      <p:ext uri="{BB962C8B-B14F-4D97-AF65-F5344CB8AC3E}">
        <p14:creationId xmlns:p14="http://schemas.microsoft.com/office/powerpoint/2010/main" val="167487760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5_One Column Text">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p:txBody>
          <a:bodyPr/>
          <a:lstStyle/>
          <a:p>
            <a:r>
              <a:rPr lang="en-GB"/>
              <a:t>CLICK TO EDIT MASTER TITLE STYLE</a:t>
            </a:r>
            <a:endParaRPr lang="en-US"/>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2896999" y="1879134"/>
            <a:ext cx="6364448" cy="4407017"/>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771789" y="1879134"/>
            <a:ext cx="1979803" cy="1110169"/>
          </a:xfrm>
        </p:spPr>
        <p:txBody>
          <a:bodyPr>
            <a:noAutofit/>
          </a:bodyPr>
          <a:lstStyle>
            <a:lvl1pPr marL="0" indent="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6" name="Text Placeholder 5">
            <a:extLst>
              <a:ext uri="{FF2B5EF4-FFF2-40B4-BE49-F238E27FC236}">
                <a16:creationId xmlns:a16="http://schemas.microsoft.com/office/drawing/2014/main" id="{7BC34354-C0EB-5945-AFD5-A2D58387FB6F}"/>
              </a:ext>
            </a:extLst>
          </p:cNvPr>
          <p:cNvSpPr>
            <a:spLocks noGrp="1"/>
          </p:cNvSpPr>
          <p:nvPr>
            <p:ph type="body" sz="quarter" idx="22" hasCustomPrompt="1"/>
          </p:nvPr>
        </p:nvSpPr>
        <p:spPr>
          <a:xfrm>
            <a:off x="9373301" y="4248572"/>
            <a:ext cx="1979803" cy="1110169"/>
          </a:xfrm>
        </p:spPr>
        <p:txBody>
          <a:bodyPr>
            <a:noAutofit/>
          </a:bodyPr>
          <a:lstStyle>
            <a:lvl1pPr marL="0" indent="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8" name="Text Placeholder 7">
            <a:extLst>
              <a:ext uri="{FF2B5EF4-FFF2-40B4-BE49-F238E27FC236}">
                <a16:creationId xmlns:a16="http://schemas.microsoft.com/office/drawing/2014/main" id="{A9764B34-0C9E-F142-AE33-2BB0092D96BB}"/>
              </a:ext>
            </a:extLst>
          </p:cNvPr>
          <p:cNvSpPr>
            <a:spLocks noGrp="1"/>
          </p:cNvSpPr>
          <p:nvPr>
            <p:ph idx="23" hasCustomPrompt="1"/>
          </p:nvPr>
        </p:nvSpPr>
        <p:spPr>
          <a:xfrm>
            <a:off x="7192161" y="760601"/>
            <a:ext cx="4228051" cy="3377968"/>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Tree>
    <p:extLst>
      <p:ext uri="{BB962C8B-B14F-4D97-AF65-F5344CB8AC3E}">
        <p14:creationId xmlns:p14="http://schemas.microsoft.com/office/powerpoint/2010/main" val="23733355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6_One Column Text">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p:txBody>
          <a:bodyPr/>
          <a:lstStyle/>
          <a:p>
            <a:r>
              <a:rPr lang="en-GB"/>
              <a:t>CLICK TO EDIT MASTER TITLE STYLE</a:t>
            </a:r>
            <a:endParaRPr lang="en-US"/>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2897000" y="1879134"/>
            <a:ext cx="4228051" cy="4407017"/>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771789" y="1879134"/>
            <a:ext cx="1979803" cy="872457"/>
          </a:xfrm>
        </p:spPr>
        <p:txBody>
          <a:bodyPr>
            <a:noAutofit/>
          </a:bodyPr>
          <a:lstStyle>
            <a:lvl1pPr marL="0" indent="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6" name="Text Placeholder 5">
            <a:extLst>
              <a:ext uri="{FF2B5EF4-FFF2-40B4-BE49-F238E27FC236}">
                <a16:creationId xmlns:a16="http://schemas.microsoft.com/office/drawing/2014/main" id="{7BC34354-C0EB-5945-AFD5-A2D58387FB6F}"/>
              </a:ext>
            </a:extLst>
          </p:cNvPr>
          <p:cNvSpPr>
            <a:spLocks noGrp="1"/>
          </p:cNvSpPr>
          <p:nvPr>
            <p:ph type="body" sz="quarter" idx="22" hasCustomPrompt="1"/>
          </p:nvPr>
        </p:nvSpPr>
        <p:spPr>
          <a:xfrm>
            <a:off x="771789" y="2996243"/>
            <a:ext cx="1979803" cy="1110169"/>
          </a:xfrm>
        </p:spPr>
        <p:txBody>
          <a:bodyPr>
            <a:noAutofit/>
          </a:bodyPr>
          <a:lstStyle>
            <a:lvl1pPr marL="0" indent="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8" name="Text Placeholder 7">
            <a:extLst>
              <a:ext uri="{FF2B5EF4-FFF2-40B4-BE49-F238E27FC236}">
                <a16:creationId xmlns:a16="http://schemas.microsoft.com/office/drawing/2014/main" id="{A9764B34-0C9E-F142-AE33-2BB0092D96BB}"/>
              </a:ext>
            </a:extLst>
          </p:cNvPr>
          <p:cNvSpPr>
            <a:spLocks noGrp="1"/>
          </p:cNvSpPr>
          <p:nvPr>
            <p:ph idx="23" hasCustomPrompt="1"/>
          </p:nvPr>
        </p:nvSpPr>
        <p:spPr>
          <a:xfrm>
            <a:off x="7192161" y="760602"/>
            <a:ext cx="4228051" cy="4407017"/>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Tree>
    <p:extLst>
      <p:ext uri="{BB962C8B-B14F-4D97-AF65-F5344CB8AC3E}">
        <p14:creationId xmlns:p14="http://schemas.microsoft.com/office/powerpoint/2010/main" val="201350638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7_One Column Text">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8" y="696002"/>
            <a:ext cx="10681981" cy="777668"/>
          </a:xfrm>
        </p:spPr>
        <p:txBody>
          <a:bodyPr/>
          <a:lstStyle/>
          <a:p>
            <a:r>
              <a:rPr lang="en-GB"/>
              <a:t>CLICK TO EDIT MASTER TITLE STYLE</a:t>
            </a:r>
            <a:endParaRPr lang="en-US"/>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2897000" y="1879135"/>
            <a:ext cx="4228051" cy="2203509"/>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771789" y="1879134"/>
            <a:ext cx="1979803" cy="872457"/>
          </a:xfrm>
        </p:spPr>
        <p:txBody>
          <a:bodyPr>
            <a:noAutofit/>
          </a:bodyPr>
          <a:lstStyle>
            <a:lvl1pPr marL="0" indent="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6" name="Text Placeholder 5">
            <a:extLst>
              <a:ext uri="{FF2B5EF4-FFF2-40B4-BE49-F238E27FC236}">
                <a16:creationId xmlns:a16="http://schemas.microsoft.com/office/drawing/2014/main" id="{7BC34354-C0EB-5945-AFD5-A2D58387FB6F}"/>
              </a:ext>
            </a:extLst>
          </p:cNvPr>
          <p:cNvSpPr>
            <a:spLocks noGrp="1"/>
          </p:cNvSpPr>
          <p:nvPr>
            <p:ph type="body" sz="quarter" idx="22" hasCustomPrompt="1"/>
          </p:nvPr>
        </p:nvSpPr>
        <p:spPr>
          <a:xfrm>
            <a:off x="771789" y="2996245"/>
            <a:ext cx="1979803" cy="872457"/>
          </a:xfrm>
        </p:spPr>
        <p:txBody>
          <a:bodyPr>
            <a:noAutofit/>
          </a:bodyPr>
          <a:lstStyle>
            <a:lvl1pPr marL="0" indent="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8" name="Text Placeholder 7">
            <a:extLst>
              <a:ext uri="{FF2B5EF4-FFF2-40B4-BE49-F238E27FC236}">
                <a16:creationId xmlns:a16="http://schemas.microsoft.com/office/drawing/2014/main" id="{A9764B34-0C9E-F142-AE33-2BB0092D96BB}"/>
              </a:ext>
            </a:extLst>
          </p:cNvPr>
          <p:cNvSpPr>
            <a:spLocks noGrp="1"/>
          </p:cNvSpPr>
          <p:nvPr>
            <p:ph idx="23" hasCustomPrompt="1"/>
          </p:nvPr>
        </p:nvSpPr>
        <p:spPr>
          <a:xfrm>
            <a:off x="7225717" y="1879132"/>
            <a:ext cx="4228051" cy="2203509"/>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
        <p:nvSpPr>
          <p:cNvPr id="9" name="Text Placeholder 5">
            <a:extLst>
              <a:ext uri="{FF2B5EF4-FFF2-40B4-BE49-F238E27FC236}">
                <a16:creationId xmlns:a16="http://schemas.microsoft.com/office/drawing/2014/main" id="{595B7205-A740-D14B-A341-06B8739D3D4D}"/>
              </a:ext>
            </a:extLst>
          </p:cNvPr>
          <p:cNvSpPr>
            <a:spLocks noGrp="1"/>
          </p:cNvSpPr>
          <p:nvPr>
            <p:ph type="body" sz="quarter" idx="24" hasCustomPrompt="1"/>
          </p:nvPr>
        </p:nvSpPr>
        <p:spPr>
          <a:xfrm>
            <a:off x="771789" y="4082644"/>
            <a:ext cx="1979803" cy="872457"/>
          </a:xfrm>
        </p:spPr>
        <p:txBody>
          <a:bodyPr>
            <a:noAutofit/>
          </a:bodyPr>
          <a:lstStyle>
            <a:lvl1pPr marL="0" indent="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0" name="Text Placeholder 5">
            <a:extLst>
              <a:ext uri="{FF2B5EF4-FFF2-40B4-BE49-F238E27FC236}">
                <a16:creationId xmlns:a16="http://schemas.microsoft.com/office/drawing/2014/main" id="{CE777487-0BC7-A844-8B2D-2966256C6907}"/>
              </a:ext>
            </a:extLst>
          </p:cNvPr>
          <p:cNvSpPr>
            <a:spLocks noGrp="1"/>
          </p:cNvSpPr>
          <p:nvPr>
            <p:ph type="body" sz="quarter" idx="25" hasCustomPrompt="1"/>
          </p:nvPr>
        </p:nvSpPr>
        <p:spPr>
          <a:xfrm>
            <a:off x="771789" y="5199754"/>
            <a:ext cx="1979803" cy="872457"/>
          </a:xfrm>
        </p:spPr>
        <p:txBody>
          <a:bodyPr>
            <a:noAutofit/>
          </a:bodyPr>
          <a:lstStyle>
            <a:lvl1pPr marL="0" indent="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3" name="Text Placeholder 7">
            <a:extLst>
              <a:ext uri="{FF2B5EF4-FFF2-40B4-BE49-F238E27FC236}">
                <a16:creationId xmlns:a16="http://schemas.microsoft.com/office/drawing/2014/main" id="{801917D5-2BCE-BD41-AC80-F6B710579EB5}"/>
              </a:ext>
            </a:extLst>
          </p:cNvPr>
          <p:cNvSpPr>
            <a:spLocks noGrp="1"/>
          </p:cNvSpPr>
          <p:nvPr>
            <p:ph idx="26" hasCustomPrompt="1"/>
          </p:nvPr>
        </p:nvSpPr>
        <p:spPr>
          <a:xfrm>
            <a:off x="2897000" y="4172127"/>
            <a:ext cx="4228051" cy="2203509"/>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
        <p:nvSpPr>
          <p:cNvPr id="14" name="Text Placeholder 7">
            <a:extLst>
              <a:ext uri="{FF2B5EF4-FFF2-40B4-BE49-F238E27FC236}">
                <a16:creationId xmlns:a16="http://schemas.microsoft.com/office/drawing/2014/main" id="{3DF22F1A-0ED8-4445-818B-E62A1C42E187}"/>
              </a:ext>
            </a:extLst>
          </p:cNvPr>
          <p:cNvSpPr>
            <a:spLocks noGrp="1"/>
          </p:cNvSpPr>
          <p:nvPr>
            <p:ph idx="27" hasCustomPrompt="1"/>
          </p:nvPr>
        </p:nvSpPr>
        <p:spPr>
          <a:xfrm>
            <a:off x="7225717" y="4172124"/>
            <a:ext cx="4228051" cy="2203509"/>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Tree>
    <p:extLst>
      <p:ext uri="{BB962C8B-B14F-4D97-AF65-F5344CB8AC3E}">
        <p14:creationId xmlns:p14="http://schemas.microsoft.com/office/powerpoint/2010/main" val="278312873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8_One Column Text">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8" y="696002"/>
            <a:ext cx="10681981" cy="777668"/>
          </a:xfrm>
        </p:spPr>
        <p:txBody>
          <a:bodyPr/>
          <a:lstStyle/>
          <a:p>
            <a:r>
              <a:rPr lang="en-GB"/>
              <a:t>CLICK TO EDIT MASTER TITLE STYLE</a:t>
            </a:r>
            <a:endParaRPr lang="en-US"/>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771788" y="1879134"/>
            <a:ext cx="4228051" cy="4177879"/>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5612463" y="1898203"/>
            <a:ext cx="5026188" cy="953797"/>
          </a:xfrm>
          <a:solidFill>
            <a:schemeClr val="accent4">
              <a:lumMod val="20000"/>
              <a:lumOff val="80000"/>
            </a:schemeClr>
          </a:solidFill>
        </p:spPr>
        <p:txBody>
          <a:bodyPr lIns="72000" tIns="36000" rIns="1080000" bIns="36000" anchor="ctr" anchorCtr="0">
            <a:noAutofit/>
          </a:bodyPr>
          <a:lstStyle>
            <a:lvl1pPr marL="0" indent="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6" name="Text Placeholder 5">
            <a:extLst>
              <a:ext uri="{FF2B5EF4-FFF2-40B4-BE49-F238E27FC236}">
                <a16:creationId xmlns:a16="http://schemas.microsoft.com/office/drawing/2014/main" id="{7BC34354-C0EB-5945-AFD5-A2D58387FB6F}"/>
              </a:ext>
            </a:extLst>
          </p:cNvPr>
          <p:cNvSpPr>
            <a:spLocks noGrp="1"/>
          </p:cNvSpPr>
          <p:nvPr>
            <p:ph type="body" sz="quarter" idx="22" hasCustomPrompt="1"/>
          </p:nvPr>
        </p:nvSpPr>
        <p:spPr>
          <a:xfrm>
            <a:off x="5612463" y="2966540"/>
            <a:ext cx="5026188" cy="953797"/>
          </a:xfrm>
          <a:solidFill>
            <a:schemeClr val="accent4">
              <a:lumMod val="20000"/>
              <a:lumOff val="80000"/>
            </a:schemeClr>
          </a:solidFill>
        </p:spPr>
        <p:txBody>
          <a:bodyPr lIns="72000" tIns="36000" rIns="1080000" bIns="36000" anchor="ctr" anchorCtr="0">
            <a:noAutofit/>
          </a:bodyPr>
          <a:lstStyle>
            <a:lvl1pPr marL="0" indent="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9" name="Text Placeholder 5">
            <a:extLst>
              <a:ext uri="{FF2B5EF4-FFF2-40B4-BE49-F238E27FC236}">
                <a16:creationId xmlns:a16="http://schemas.microsoft.com/office/drawing/2014/main" id="{595B7205-A740-D14B-A341-06B8739D3D4D}"/>
              </a:ext>
            </a:extLst>
          </p:cNvPr>
          <p:cNvSpPr>
            <a:spLocks noGrp="1"/>
          </p:cNvSpPr>
          <p:nvPr>
            <p:ph type="body" sz="quarter" idx="24" hasCustomPrompt="1"/>
          </p:nvPr>
        </p:nvSpPr>
        <p:spPr>
          <a:xfrm>
            <a:off x="5612463" y="4034876"/>
            <a:ext cx="5026188" cy="953797"/>
          </a:xfrm>
          <a:solidFill>
            <a:schemeClr val="accent4">
              <a:lumMod val="20000"/>
              <a:lumOff val="80000"/>
            </a:schemeClr>
          </a:solidFill>
        </p:spPr>
        <p:txBody>
          <a:bodyPr lIns="72000" tIns="36000" rIns="1080000" bIns="36000" anchor="ctr" anchorCtr="0">
            <a:noAutofit/>
          </a:bodyPr>
          <a:lstStyle>
            <a:lvl1pPr marL="0" indent="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0" name="Text Placeholder 5">
            <a:extLst>
              <a:ext uri="{FF2B5EF4-FFF2-40B4-BE49-F238E27FC236}">
                <a16:creationId xmlns:a16="http://schemas.microsoft.com/office/drawing/2014/main" id="{CE777487-0BC7-A844-8B2D-2966256C6907}"/>
              </a:ext>
            </a:extLst>
          </p:cNvPr>
          <p:cNvSpPr>
            <a:spLocks noGrp="1"/>
          </p:cNvSpPr>
          <p:nvPr>
            <p:ph type="body" sz="quarter" idx="25" hasCustomPrompt="1"/>
          </p:nvPr>
        </p:nvSpPr>
        <p:spPr>
          <a:xfrm>
            <a:off x="5612463" y="5103215"/>
            <a:ext cx="5026188" cy="953797"/>
          </a:xfrm>
          <a:solidFill>
            <a:schemeClr val="accent4">
              <a:lumMod val="20000"/>
              <a:lumOff val="80000"/>
            </a:schemeClr>
          </a:solidFill>
        </p:spPr>
        <p:txBody>
          <a:bodyPr lIns="72000" tIns="36000" rIns="1080000" bIns="36000" anchor="ctr" anchorCtr="0">
            <a:noAutofit/>
          </a:bodyPr>
          <a:lstStyle>
            <a:lvl1pPr marL="0" indent="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5" name="Text Placeholder 5">
            <a:extLst>
              <a:ext uri="{FF2B5EF4-FFF2-40B4-BE49-F238E27FC236}">
                <a16:creationId xmlns:a16="http://schemas.microsoft.com/office/drawing/2014/main" id="{15E0ED30-9498-49A0-7E1D-3F2280F81DD4}"/>
              </a:ext>
            </a:extLst>
          </p:cNvPr>
          <p:cNvSpPr>
            <a:spLocks noGrp="1"/>
          </p:cNvSpPr>
          <p:nvPr>
            <p:ph type="body" sz="quarter" idx="26" hasCustomPrompt="1"/>
          </p:nvPr>
        </p:nvSpPr>
        <p:spPr>
          <a:xfrm>
            <a:off x="9373583" y="1898203"/>
            <a:ext cx="1041279" cy="939359"/>
          </a:xfrm>
          <a:solidFill>
            <a:schemeClr val="accent1">
              <a:lumMod val="75000"/>
            </a:schemeClr>
          </a:solidFill>
        </p:spPr>
        <p:txBody>
          <a:bodyPr lIns="36000" tIns="36000" rIns="36000" bIns="36000" anchor="ctr" anchorCtr="0">
            <a:noAutofit/>
          </a:bodyPr>
          <a:lstStyle>
            <a:lvl1pPr marL="0" indent="0" algn="ctr">
              <a:lnSpc>
                <a:spcPts val="2933"/>
              </a:lnSpc>
              <a:spcBef>
                <a:spcPts val="0"/>
              </a:spcBef>
              <a:spcAft>
                <a:spcPts val="0"/>
              </a:spcAft>
              <a:buClr>
                <a:schemeClr val="accent2"/>
              </a:buClr>
              <a:buSzPct val="130000"/>
              <a:buFontTx/>
              <a:buNone/>
              <a:defRPr sz="2667" b="1" baseline="0">
                <a:solidFill>
                  <a:schemeClr val="bg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45%</a:t>
            </a:r>
          </a:p>
        </p:txBody>
      </p:sp>
      <p:sp>
        <p:nvSpPr>
          <p:cNvPr id="16" name="Text Placeholder 5">
            <a:extLst>
              <a:ext uri="{FF2B5EF4-FFF2-40B4-BE49-F238E27FC236}">
                <a16:creationId xmlns:a16="http://schemas.microsoft.com/office/drawing/2014/main" id="{7219A8F7-2D9D-6B4B-6AB1-CC71F71E441D}"/>
              </a:ext>
            </a:extLst>
          </p:cNvPr>
          <p:cNvSpPr>
            <a:spLocks noGrp="1"/>
          </p:cNvSpPr>
          <p:nvPr>
            <p:ph type="body" sz="quarter" idx="27" hasCustomPrompt="1"/>
          </p:nvPr>
        </p:nvSpPr>
        <p:spPr>
          <a:xfrm>
            <a:off x="9373583" y="2966539"/>
            <a:ext cx="1041279" cy="939360"/>
          </a:xfrm>
          <a:solidFill>
            <a:schemeClr val="accent1"/>
          </a:solidFill>
        </p:spPr>
        <p:txBody>
          <a:bodyPr lIns="36000" tIns="36000" rIns="36000" bIns="36000" anchor="ctr" anchorCtr="0">
            <a:noAutofit/>
          </a:bodyPr>
          <a:lstStyle>
            <a:lvl1pPr marL="0" indent="0" algn="ctr">
              <a:lnSpc>
                <a:spcPts val="2933"/>
              </a:lnSpc>
              <a:spcBef>
                <a:spcPts val="0"/>
              </a:spcBef>
              <a:spcAft>
                <a:spcPts val="0"/>
              </a:spcAft>
              <a:buClr>
                <a:schemeClr val="accent2"/>
              </a:buClr>
              <a:buSzPct val="130000"/>
              <a:buFontTx/>
              <a:buNone/>
              <a:defRPr sz="2667" b="1" baseline="0">
                <a:solidFill>
                  <a:schemeClr val="bg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25%</a:t>
            </a:r>
          </a:p>
        </p:txBody>
      </p:sp>
      <p:sp>
        <p:nvSpPr>
          <p:cNvPr id="17" name="Text Placeholder 5">
            <a:extLst>
              <a:ext uri="{FF2B5EF4-FFF2-40B4-BE49-F238E27FC236}">
                <a16:creationId xmlns:a16="http://schemas.microsoft.com/office/drawing/2014/main" id="{FDA483DF-69C2-5C03-BA3A-82118CBB198A}"/>
              </a:ext>
            </a:extLst>
          </p:cNvPr>
          <p:cNvSpPr>
            <a:spLocks noGrp="1"/>
          </p:cNvSpPr>
          <p:nvPr>
            <p:ph type="body" sz="quarter" idx="28" hasCustomPrompt="1"/>
          </p:nvPr>
        </p:nvSpPr>
        <p:spPr>
          <a:xfrm>
            <a:off x="9373583" y="4034876"/>
            <a:ext cx="1041279" cy="953797"/>
          </a:xfrm>
          <a:solidFill>
            <a:schemeClr val="accent1">
              <a:lumMod val="60000"/>
              <a:lumOff val="40000"/>
            </a:schemeClr>
          </a:solidFill>
        </p:spPr>
        <p:txBody>
          <a:bodyPr lIns="36000" tIns="36000" rIns="36000" bIns="36000" anchor="ctr" anchorCtr="0">
            <a:noAutofit/>
          </a:bodyPr>
          <a:lstStyle>
            <a:lvl1pPr marL="0" indent="0" algn="ctr">
              <a:lnSpc>
                <a:spcPts val="2933"/>
              </a:lnSpc>
              <a:spcBef>
                <a:spcPts val="0"/>
              </a:spcBef>
              <a:spcAft>
                <a:spcPts val="0"/>
              </a:spcAft>
              <a:buClr>
                <a:schemeClr val="accent2"/>
              </a:buClr>
              <a:buSzPct val="130000"/>
              <a:buFontTx/>
              <a:buNone/>
              <a:defRPr sz="2667" b="1" baseline="0">
                <a:solidFill>
                  <a:schemeClr val="bg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10%</a:t>
            </a:r>
          </a:p>
        </p:txBody>
      </p:sp>
      <p:sp>
        <p:nvSpPr>
          <p:cNvPr id="18" name="Text Placeholder 5">
            <a:extLst>
              <a:ext uri="{FF2B5EF4-FFF2-40B4-BE49-F238E27FC236}">
                <a16:creationId xmlns:a16="http://schemas.microsoft.com/office/drawing/2014/main" id="{48CE781A-7EDF-BD23-3EA4-4907981E3D66}"/>
              </a:ext>
            </a:extLst>
          </p:cNvPr>
          <p:cNvSpPr>
            <a:spLocks noGrp="1"/>
          </p:cNvSpPr>
          <p:nvPr>
            <p:ph type="body" sz="quarter" idx="29" hasCustomPrompt="1"/>
          </p:nvPr>
        </p:nvSpPr>
        <p:spPr>
          <a:xfrm>
            <a:off x="9373583" y="5103215"/>
            <a:ext cx="1041279" cy="953797"/>
          </a:xfrm>
          <a:solidFill>
            <a:schemeClr val="accent1">
              <a:lumMod val="20000"/>
              <a:lumOff val="80000"/>
            </a:schemeClr>
          </a:solidFill>
        </p:spPr>
        <p:txBody>
          <a:bodyPr lIns="36000" tIns="36000" rIns="36000" bIns="36000" anchor="ctr" anchorCtr="0">
            <a:noAutofit/>
          </a:bodyPr>
          <a:lstStyle>
            <a:lvl1pPr marL="0" indent="0" algn="ctr">
              <a:lnSpc>
                <a:spcPts val="2933"/>
              </a:lnSpc>
              <a:spcBef>
                <a:spcPts val="0"/>
              </a:spcBef>
              <a:spcAft>
                <a:spcPts val="0"/>
              </a:spcAft>
              <a:buClr>
                <a:schemeClr val="accent2"/>
              </a:buClr>
              <a:buSzPct val="130000"/>
              <a:buFontTx/>
              <a:buNone/>
              <a:defRPr sz="2667" b="1" baseline="0">
                <a:solidFill>
                  <a:schemeClr val="accent6"/>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10%</a:t>
            </a:r>
          </a:p>
        </p:txBody>
      </p:sp>
    </p:spTree>
    <p:extLst>
      <p:ext uri="{BB962C8B-B14F-4D97-AF65-F5344CB8AC3E}">
        <p14:creationId xmlns:p14="http://schemas.microsoft.com/office/powerpoint/2010/main" val="398335656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Vuota" userDrawn="1">
  <p:cSld name="Vuota">
    <p:spTree>
      <p:nvGrpSpPr>
        <p:cNvPr id="1" name="Shape 19"/>
        <p:cNvGrpSpPr/>
        <p:nvPr/>
      </p:nvGrpSpPr>
      <p:grpSpPr>
        <a:xfrm>
          <a:off x="0" y="0"/>
          <a:ext cx="0" cy="0"/>
          <a:chOff x="0" y="0"/>
          <a:chExt cx="0" cy="0"/>
        </a:xfrm>
      </p:grpSpPr>
      <p:sp>
        <p:nvSpPr>
          <p:cNvPr id="3" name="Textplatzhalter 2">
            <a:extLst>
              <a:ext uri="{FF2B5EF4-FFF2-40B4-BE49-F238E27FC236}">
                <a16:creationId xmlns:a16="http://schemas.microsoft.com/office/drawing/2014/main" id="{10E3223E-E8B5-4BC4-8958-85B0E37212A6}"/>
              </a:ext>
            </a:extLst>
          </p:cNvPr>
          <p:cNvSpPr>
            <a:spLocks noGrp="1"/>
          </p:cNvSpPr>
          <p:nvPr>
            <p:ph type="body" sz="quarter" idx="16" hasCustomPrompt="1"/>
          </p:nvPr>
        </p:nvSpPr>
        <p:spPr>
          <a:xfrm>
            <a:off x="371476" y="4868864"/>
            <a:ext cx="11449051" cy="1439861"/>
          </a:xfrm>
          <a:prstGeom prst="rect">
            <a:avLst/>
          </a:prstGeom>
        </p:spPr>
        <p:txBody>
          <a:bodyPr/>
          <a:lstStyle>
            <a:lvl1pPr marL="151192" indent="-143992">
              <a:spcBef>
                <a:spcPts val="300"/>
              </a:spcBef>
              <a:spcAft>
                <a:spcPts val="300"/>
              </a:spcAft>
              <a:buClr>
                <a:srgbClr val="C00000"/>
              </a:buClr>
              <a:buFont typeface="Wingdings" panose="05000000000000000000" pitchFamily="2" charset="2"/>
              <a:buChar char="§"/>
              <a:defRPr sz="1200">
                <a:solidFill>
                  <a:srgbClr val="6F7072"/>
                </a:solidFill>
              </a:defRPr>
            </a:lvl1pPr>
          </a:lstStyle>
          <a:p>
            <a:pPr lvl="0"/>
            <a:r>
              <a:rPr lang="en-GB" noProof="0"/>
              <a:t>Text</a:t>
            </a:r>
          </a:p>
        </p:txBody>
      </p:sp>
      <p:sp>
        <p:nvSpPr>
          <p:cNvPr id="11" name="Titel 12">
            <a:extLst>
              <a:ext uri="{FF2B5EF4-FFF2-40B4-BE49-F238E27FC236}">
                <a16:creationId xmlns:a16="http://schemas.microsoft.com/office/drawing/2014/main" id="{471089BC-E3ED-4D8B-A6BE-A8956E47F8E9}"/>
              </a:ext>
            </a:extLst>
          </p:cNvPr>
          <p:cNvSpPr>
            <a:spLocks noGrp="1"/>
          </p:cNvSpPr>
          <p:nvPr>
            <p:ph type="title" hasCustomPrompt="1"/>
          </p:nvPr>
        </p:nvSpPr>
        <p:spPr>
          <a:xfrm>
            <a:off x="381869" y="477263"/>
            <a:ext cx="11455095" cy="300679"/>
          </a:xfrm>
          <a:prstGeom prst="rect">
            <a:avLst/>
          </a:prstGeom>
        </p:spPr>
        <p:txBody>
          <a:bodyPr/>
          <a:lstStyle>
            <a:lvl1pPr>
              <a:defRPr sz="2000">
                <a:solidFill>
                  <a:srgbClr val="C00000"/>
                </a:solidFill>
              </a:defRPr>
            </a:lvl1pPr>
          </a:lstStyle>
          <a:p>
            <a:r>
              <a:rPr lang="en-GB" noProof="0"/>
              <a:t>Title</a:t>
            </a:r>
          </a:p>
        </p:txBody>
      </p:sp>
      <p:sp>
        <p:nvSpPr>
          <p:cNvPr id="12" name="Sottotitolo 2">
            <a:extLst>
              <a:ext uri="{FF2B5EF4-FFF2-40B4-BE49-F238E27FC236}">
                <a16:creationId xmlns:a16="http://schemas.microsoft.com/office/drawing/2014/main" id="{98C8FADF-B36B-4A22-B7E9-4B5F856B5D75}"/>
              </a:ext>
            </a:extLst>
          </p:cNvPr>
          <p:cNvSpPr>
            <a:spLocks noGrp="1"/>
          </p:cNvSpPr>
          <p:nvPr>
            <p:ph type="subTitle" idx="1" hasCustomPrompt="1"/>
          </p:nvPr>
        </p:nvSpPr>
        <p:spPr>
          <a:xfrm>
            <a:off x="390503" y="870300"/>
            <a:ext cx="11455095" cy="304008"/>
          </a:xfrm>
          <a:prstGeom prst="rect">
            <a:avLst/>
          </a:prstGeom>
        </p:spPr>
        <p:txBody>
          <a:bodyPr>
            <a:noAutofit/>
          </a:bodyPr>
          <a:lstStyle>
            <a:lvl1pPr marL="0" indent="0" algn="l">
              <a:lnSpc>
                <a:spcPts val="1700"/>
              </a:lnSpc>
              <a:spcBef>
                <a:spcPts val="0"/>
              </a:spcBef>
              <a:buNone/>
              <a:defRPr sz="1600" baseline="0">
                <a:solidFill>
                  <a:srgbClr val="6F7072"/>
                </a:solidFill>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GB" noProof="0"/>
              <a:t>Subtitle</a:t>
            </a:r>
          </a:p>
        </p:txBody>
      </p:sp>
      <p:sp>
        <p:nvSpPr>
          <p:cNvPr id="10" name="Bildplatzhalter 8">
            <a:extLst>
              <a:ext uri="{FF2B5EF4-FFF2-40B4-BE49-F238E27FC236}">
                <a16:creationId xmlns:a16="http://schemas.microsoft.com/office/drawing/2014/main" id="{015962E4-165A-4546-A5DC-42C63D1C174F}"/>
              </a:ext>
            </a:extLst>
          </p:cNvPr>
          <p:cNvSpPr>
            <a:spLocks noGrp="1" noChangeAspect="1"/>
          </p:cNvSpPr>
          <p:nvPr>
            <p:ph type="pic" sz="quarter" idx="12"/>
          </p:nvPr>
        </p:nvSpPr>
        <p:spPr>
          <a:xfrm>
            <a:off x="391101" y="1285731"/>
            <a:ext cx="5407200" cy="3398380"/>
          </a:xfrm>
          <a:prstGeom prst="rect">
            <a:avLst/>
          </a:prstGeom>
        </p:spPr>
        <p:txBody>
          <a:bodyPr/>
          <a:lstStyle/>
          <a:p>
            <a:endParaRPr lang="en-GB" noProof="0"/>
          </a:p>
        </p:txBody>
      </p:sp>
      <p:sp>
        <p:nvSpPr>
          <p:cNvPr id="13" name="Bildplatzhalter 8">
            <a:extLst>
              <a:ext uri="{FF2B5EF4-FFF2-40B4-BE49-F238E27FC236}">
                <a16:creationId xmlns:a16="http://schemas.microsoft.com/office/drawing/2014/main" id="{B5DA2C15-3E34-4194-A544-3F01E6A10190}"/>
              </a:ext>
            </a:extLst>
          </p:cNvPr>
          <p:cNvSpPr>
            <a:spLocks noGrp="1" noChangeAspect="1"/>
          </p:cNvSpPr>
          <p:nvPr>
            <p:ph type="pic" sz="quarter" idx="17"/>
          </p:nvPr>
        </p:nvSpPr>
        <p:spPr>
          <a:xfrm>
            <a:off x="6392588" y="1285733"/>
            <a:ext cx="5406139" cy="3397713"/>
          </a:xfrm>
          <a:prstGeom prst="rect">
            <a:avLst/>
          </a:prstGeom>
        </p:spPr>
        <p:txBody>
          <a:bodyPr/>
          <a:lstStyle/>
          <a:p>
            <a:endParaRPr lang="en-GB" noProof="0"/>
          </a:p>
        </p:txBody>
      </p:sp>
    </p:spTree>
    <p:extLst>
      <p:ext uri="{BB962C8B-B14F-4D97-AF65-F5344CB8AC3E}">
        <p14:creationId xmlns:p14="http://schemas.microsoft.com/office/powerpoint/2010/main" val="903873560"/>
      </p:ext>
    </p:extLst>
  </p:cSld>
  <p:clrMapOvr>
    <a:masterClrMapping/>
  </p:clrMapOvr>
  <p:extLst>
    <p:ext uri="{DCECCB84-F9BA-43D5-87BE-67443E8EF086}">
      <p15:sldGuideLst xmlns:p15="http://schemas.microsoft.com/office/powerpoint/2012/main">
        <p15:guide id="1" orient="horz" pos="799">
          <p15:clr>
            <a:srgbClr val="FBAE40"/>
          </p15:clr>
        </p15:guide>
        <p15:guide id="2" orient="horz" pos="2954">
          <p15:clr>
            <a:srgbClr val="FBAE40"/>
          </p15:clr>
        </p15:guide>
        <p15:guide id="3" orient="horz" pos="3067">
          <p15:clr>
            <a:srgbClr val="FBAE40"/>
          </p15:clr>
        </p15:guide>
        <p15:guide id="4" orient="horz" pos="3974">
          <p15:clr>
            <a:srgbClr val="FBAE40"/>
          </p15:clr>
        </p15:guide>
        <p15:guide id="6" pos="234">
          <p15:clr>
            <a:srgbClr val="FBAE40"/>
          </p15:clr>
        </p15:guide>
        <p15:guide id="7" pos="4021">
          <p15:clr>
            <a:srgbClr val="FBAE40"/>
          </p15:clr>
        </p15:guide>
        <p15:guide id="8" pos="7446">
          <p15:clr>
            <a:srgbClr val="FBAE40"/>
          </p15:clr>
        </p15:guide>
        <p15:guide id="9" pos="3659">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ivider C">
    <p:bg>
      <p:bgPr>
        <a:solidFill>
          <a:schemeClr val="bg2"/>
        </a:solidFill>
        <a:effectLst/>
      </p:bgPr>
    </p:bg>
    <p:spTree>
      <p:nvGrpSpPr>
        <p:cNvPr id="1" name=""/>
        <p:cNvGrpSpPr/>
        <p:nvPr/>
      </p:nvGrpSpPr>
      <p:grpSpPr>
        <a:xfrm>
          <a:off x="0" y="0"/>
          <a:ext cx="0" cy="0"/>
          <a:chOff x="0" y="0"/>
          <a:chExt cx="0" cy="0"/>
        </a:xfrm>
      </p:grpSpPr>
      <p:pic>
        <p:nvPicPr>
          <p:cNvPr id="10" name="Picture 9" descr="Shape&#10;&#10;Description automatically generated">
            <a:extLst>
              <a:ext uri="{FF2B5EF4-FFF2-40B4-BE49-F238E27FC236}">
                <a16:creationId xmlns:a16="http://schemas.microsoft.com/office/drawing/2014/main" id="{9D2604A2-FA73-1130-4A93-885B3FCF61AD}"/>
              </a:ext>
            </a:extLst>
          </p:cNvPr>
          <p:cNvPicPr>
            <a:picLocks noChangeAspect="1"/>
          </p:cNvPicPr>
          <p:nvPr userDrawn="1"/>
        </p:nvPicPr>
        <p:blipFill>
          <a:blip r:embed="rId2"/>
          <a:stretch>
            <a:fillRect/>
          </a:stretch>
        </p:blipFill>
        <p:spPr>
          <a:xfrm>
            <a:off x="-22369" y="-26317"/>
            <a:ext cx="1263941" cy="539736"/>
          </a:xfrm>
          <a:prstGeom prst="rect">
            <a:avLst/>
          </a:prstGeom>
        </p:spPr>
      </p:pic>
      <p:pic>
        <p:nvPicPr>
          <p:cNvPr id="9" name="Picture 8">
            <a:extLst>
              <a:ext uri="{FF2B5EF4-FFF2-40B4-BE49-F238E27FC236}">
                <a16:creationId xmlns:a16="http://schemas.microsoft.com/office/drawing/2014/main" id="{9A288809-455F-4842-BBD7-E6150C625961}"/>
              </a:ext>
            </a:extLst>
          </p:cNvPr>
          <p:cNvPicPr>
            <a:picLocks noChangeAspect="1"/>
          </p:cNvPicPr>
          <p:nvPr userDrawn="1"/>
        </p:nvPicPr>
        <p:blipFill>
          <a:blip r:embed="rId3"/>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9985EF51-2E44-3B49-99C2-79FD245CE07C}"/>
              </a:ext>
            </a:extLst>
          </p:cNvPr>
          <p:cNvSpPr>
            <a:spLocks noGrp="1"/>
          </p:cNvSpPr>
          <p:nvPr>
            <p:ph type="title" hasCustomPrompt="1"/>
          </p:nvPr>
        </p:nvSpPr>
        <p:spPr>
          <a:xfrm>
            <a:off x="747125" y="2998256"/>
            <a:ext cx="7004304" cy="430744"/>
          </a:xfrm>
        </p:spPr>
        <p:txBody>
          <a:bodyPr/>
          <a:lstStyle>
            <a:lvl1pPr>
              <a:defRPr>
                <a:solidFill>
                  <a:schemeClr val="accent1"/>
                </a:solidFill>
              </a:defRPr>
            </a:lvl1pPr>
          </a:lstStyle>
          <a:p>
            <a:r>
              <a:rPr lang="en-GB"/>
              <a:t>divider title</a:t>
            </a:r>
            <a:endParaRPr lang="en-US"/>
          </a:p>
        </p:txBody>
      </p:sp>
      <p:sp>
        <p:nvSpPr>
          <p:cNvPr id="7" name="Text Placeholder 5">
            <a:extLst>
              <a:ext uri="{FF2B5EF4-FFF2-40B4-BE49-F238E27FC236}">
                <a16:creationId xmlns:a16="http://schemas.microsoft.com/office/drawing/2014/main" id="{E887030A-39E7-CB44-8EC9-6576EA072E00}"/>
              </a:ext>
            </a:extLst>
          </p:cNvPr>
          <p:cNvSpPr>
            <a:spLocks noGrp="1"/>
          </p:cNvSpPr>
          <p:nvPr>
            <p:ph type="body" sz="quarter" idx="13" hasCustomPrompt="1"/>
          </p:nvPr>
        </p:nvSpPr>
        <p:spPr>
          <a:xfrm>
            <a:off x="747124" y="3541351"/>
            <a:ext cx="7004304" cy="261659"/>
          </a:xfrm>
          <a:prstGeom prst="rect">
            <a:avLst/>
          </a:prstGeom>
        </p:spPr>
        <p:txBody>
          <a:bodyPr lIns="0" tIns="0" rIns="0" bIns="0"/>
          <a:lstStyle>
            <a:lvl1pPr marL="0" indent="0">
              <a:lnSpc>
                <a:spcPts val="2000"/>
              </a:lnSpc>
              <a:spcBef>
                <a:spcPts val="0"/>
              </a:spcBef>
              <a:buNone/>
              <a:defRPr sz="1867" b="0" kern="0" cap="all" spc="53" baseline="0">
                <a:solidFill>
                  <a:schemeClr val="accent1"/>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ISPUM DOLOR SIT</a:t>
            </a:r>
            <a:endParaRPr lang="en-US"/>
          </a:p>
        </p:txBody>
      </p:sp>
      <p:sp>
        <p:nvSpPr>
          <p:cNvPr id="8" name="Text Placeholder 5">
            <a:extLst>
              <a:ext uri="{FF2B5EF4-FFF2-40B4-BE49-F238E27FC236}">
                <a16:creationId xmlns:a16="http://schemas.microsoft.com/office/drawing/2014/main" id="{29FDEF27-3E78-1D4B-8408-36D9106C0BC2}"/>
              </a:ext>
            </a:extLst>
          </p:cNvPr>
          <p:cNvSpPr>
            <a:spLocks noGrp="1"/>
          </p:cNvSpPr>
          <p:nvPr>
            <p:ph type="body" sz="quarter" idx="14" hasCustomPrompt="1"/>
          </p:nvPr>
        </p:nvSpPr>
        <p:spPr>
          <a:xfrm>
            <a:off x="7793877" y="1700366"/>
            <a:ext cx="4398123" cy="3690959"/>
          </a:xfrm>
          <a:prstGeom prst="rect">
            <a:avLst/>
          </a:prstGeom>
        </p:spPr>
        <p:txBody>
          <a:bodyPr lIns="0" tIns="0" rIns="0" bIns="0"/>
          <a:lstStyle>
            <a:lvl1pPr marL="0" indent="0">
              <a:lnSpc>
                <a:spcPts val="26666"/>
              </a:lnSpc>
              <a:spcBef>
                <a:spcPts val="0"/>
              </a:spcBef>
              <a:buNone/>
              <a:defRPr sz="26666" b="1" kern="0" spc="-400" baseline="0">
                <a:solidFill>
                  <a:schemeClr val="accent5"/>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08</a:t>
            </a:r>
            <a:endParaRPr lang="en-US"/>
          </a:p>
        </p:txBody>
      </p:sp>
      <p:sp>
        <p:nvSpPr>
          <p:cNvPr id="2" name="Slide Number Placeholder 1">
            <a:extLst>
              <a:ext uri="{FF2B5EF4-FFF2-40B4-BE49-F238E27FC236}">
                <a16:creationId xmlns:a16="http://schemas.microsoft.com/office/drawing/2014/main" id="{B65AD562-A8FE-AB9C-A4A9-E0FD0461BA7F}"/>
              </a:ext>
            </a:extLst>
          </p:cNvPr>
          <p:cNvSpPr>
            <a:spLocks noGrp="1"/>
          </p:cNvSpPr>
          <p:nvPr>
            <p:ph type="sldNum" sz="quarter" idx="15"/>
          </p:nvPr>
        </p:nvSpPr>
        <p:spPr/>
        <p:txBody>
          <a:bodyPr/>
          <a:lstStyle>
            <a:lvl1pPr>
              <a:defRPr>
                <a:solidFill>
                  <a:schemeClr val="accent1"/>
                </a:solidFill>
              </a:defRPr>
            </a:lvl1pPr>
          </a:lstStyle>
          <a:p>
            <a:fld id="{29CAE5FC-86E1-1448-8EC3-A22E1B31C8C0}" type="slidenum">
              <a:rPr lang="en-US" smtClean="0"/>
              <a:pPr/>
              <a:t>‹N°›</a:t>
            </a:fld>
            <a:endParaRPr lang="en-US"/>
          </a:p>
        </p:txBody>
      </p:sp>
      <p:pic>
        <p:nvPicPr>
          <p:cNvPr id="11" name="Picture 10" descr="A picture containing logo&#10;&#10;Description automatically generated">
            <a:extLst>
              <a:ext uri="{FF2B5EF4-FFF2-40B4-BE49-F238E27FC236}">
                <a16:creationId xmlns:a16="http://schemas.microsoft.com/office/drawing/2014/main" id="{21E2851E-39EE-B888-74A3-8986000959FD}"/>
              </a:ext>
            </a:extLst>
          </p:cNvPr>
          <p:cNvPicPr>
            <a:picLocks noChangeAspect="1"/>
          </p:cNvPicPr>
          <p:nvPr userDrawn="1"/>
        </p:nvPicPr>
        <p:blipFill>
          <a:blip r:embed="rId4"/>
          <a:stretch>
            <a:fillRect/>
          </a:stretch>
        </p:blipFill>
        <p:spPr>
          <a:xfrm>
            <a:off x="10532533" y="6146800"/>
            <a:ext cx="1659467" cy="711200"/>
          </a:xfrm>
          <a:prstGeom prst="rect">
            <a:avLst/>
          </a:prstGeom>
        </p:spPr>
      </p:pic>
    </p:spTree>
    <p:extLst>
      <p:ext uri="{BB962C8B-B14F-4D97-AF65-F5344CB8AC3E}">
        <p14:creationId xmlns:p14="http://schemas.microsoft.com/office/powerpoint/2010/main" val="321305797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ver A">
    <p:bg>
      <p:bgPr>
        <a:solidFill>
          <a:schemeClr val="accent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F44A04A-95E2-3B45-A3B9-EBD92AF8E80C}"/>
              </a:ext>
            </a:extLst>
          </p:cNvPr>
          <p:cNvSpPr>
            <a:spLocks noGrp="1"/>
          </p:cNvSpPr>
          <p:nvPr>
            <p:ph type="body" sz="quarter" idx="11" hasCustomPrompt="1"/>
          </p:nvPr>
        </p:nvSpPr>
        <p:spPr>
          <a:xfrm>
            <a:off x="747124" y="2635794"/>
            <a:ext cx="10632075" cy="250111"/>
          </a:xfrm>
          <a:prstGeom prst="rect">
            <a:avLst/>
          </a:prstGeom>
        </p:spPr>
        <p:txBody>
          <a:bodyPr lIns="0" tIns="0" rIns="0" bIns="0"/>
          <a:lstStyle>
            <a:lvl1pPr marL="0" indent="0">
              <a:lnSpc>
                <a:spcPts val="1600"/>
              </a:lnSpc>
              <a:spcBef>
                <a:spcPts val="0"/>
              </a:spcBef>
              <a:buNone/>
              <a:defRPr sz="1467" b="0" kern="0" spc="53" baseline="0">
                <a:solidFill>
                  <a:schemeClr val="bg2"/>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a:t>
            </a:r>
            <a:r>
              <a:rPr lang="en-GB" err="1"/>
              <a:t>ispum</a:t>
            </a:r>
            <a:r>
              <a:rPr lang="en-GB"/>
              <a:t> </a:t>
            </a:r>
            <a:r>
              <a:rPr lang="en-GB" err="1"/>
              <a:t>dolor</a:t>
            </a:r>
            <a:r>
              <a:rPr lang="en-GB"/>
              <a:t> sit </a:t>
            </a:r>
            <a:r>
              <a:rPr lang="en-GB" err="1"/>
              <a:t>amet</a:t>
            </a:r>
            <a:r>
              <a:rPr lang="en-GB"/>
              <a:t> </a:t>
            </a:r>
            <a:r>
              <a:rPr lang="en-GB" err="1"/>
              <a:t>consectetur</a:t>
            </a:r>
            <a:endParaRPr lang="en-US"/>
          </a:p>
        </p:txBody>
      </p:sp>
      <p:sp>
        <p:nvSpPr>
          <p:cNvPr id="3" name="Title 2">
            <a:extLst>
              <a:ext uri="{FF2B5EF4-FFF2-40B4-BE49-F238E27FC236}">
                <a16:creationId xmlns:a16="http://schemas.microsoft.com/office/drawing/2014/main" id="{9985EF51-2E44-3B49-99C2-79FD245CE07C}"/>
              </a:ext>
            </a:extLst>
          </p:cNvPr>
          <p:cNvSpPr>
            <a:spLocks noGrp="1"/>
          </p:cNvSpPr>
          <p:nvPr>
            <p:ph type="title" hasCustomPrompt="1"/>
          </p:nvPr>
        </p:nvSpPr>
        <p:spPr>
          <a:xfrm>
            <a:off x="747125" y="2998256"/>
            <a:ext cx="10632076" cy="430744"/>
          </a:xfrm>
        </p:spPr>
        <p:txBody>
          <a:bodyPr/>
          <a:lstStyle>
            <a:lvl1pPr>
              <a:defRPr/>
            </a:lvl1pPr>
          </a:lstStyle>
          <a:p>
            <a:r>
              <a:rPr lang="en-GB"/>
              <a:t>Presentation title</a:t>
            </a:r>
            <a:endParaRPr lang="en-US"/>
          </a:p>
        </p:txBody>
      </p:sp>
      <p:sp>
        <p:nvSpPr>
          <p:cNvPr id="4" name="Date Placeholder 3">
            <a:extLst>
              <a:ext uri="{FF2B5EF4-FFF2-40B4-BE49-F238E27FC236}">
                <a16:creationId xmlns:a16="http://schemas.microsoft.com/office/drawing/2014/main" id="{81962D12-62C6-B34D-BB51-1A63ACD6F3D9}"/>
              </a:ext>
            </a:extLst>
          </p:cNvPr>
          <p:cNvSpPr>
            <a:spLocks noGrp="1"/>
          </p:cNvSpPr>
          <p:nvPr>
            <p:ph type="dt" sz="half" idx="12"/>
          </p:nvPr>
        </p:nvSpPr>
        <p:spPr>
          <a:xfrm>
            <a:off x="747124" y="6092491"/>
            <a:ext cx="3583939" cy="250563"/>
          </a:xfrm>
        </p:spPr>
        <p:txBody>
          <a:bodyPr/>
          <a:lstStyle/>
          <a:p>
            <a:fld id="{F5E8AD73-F7E8-CF4A-8555-B6CA25430F3F}" type="datetimeFigureOut">
              <a:rPr lang="en-US" smtClean="0"/>
              <a:pPr/>
              <a:t>6/16/2026</a:t>
            </a:fld>
            <a:endParaRPr lang="en-US"/>
          </a:p>
        </p:txBody>
      </p:sp>
      <p:sp>
        <p:nvSpPr>
          <p:cNvPr id="7" name="Text Placeholder 5">
            <a:extLst>
              <a:ext uri="{FF2B5EF4-FFF2-40B4-BE49-F238E27FC236}">
                <a16:creationId xmlns:a16="http://schemas.microsoft.com/office/drawing/2014/main" id="{E887030A-39E7-CB44-8EC9-6576EA072E00}"/>
              </a:ext>
            </a:extLst>
          </p:cNvPr>
          <p:cNvSpPr>
            <a:spLocks noGrp="1"/>
          </p:cNvSpPr>
          <p:nvPr>
            <p:ph type="body" sz="quarter" idx="13" hasCustomPrompt="1"/>
          </p:nvPr>
        </p:nvSpPr>
        <p:spPr>
          <a:xfrm>
            <a:off x="747124" y="3541351"/>
            <a:ext cx="10632075" cy="250563"/>
          </a:xfrm>
          <a:prstGeom prst="rect">
            <a:avLst/>
          </a:prstGeom>
        </p:spPr>
        <p:txBody>
          <a:bodyPr lIns="0" tIns="0" rIns="0" bIns="0"/>
          <a:lstStyle>
            <a:lvl1pPr marL="0" indent="0">
              <a:lnSpc>
                <a:spcPts val="2000"/>
              </a:lnSpc>
              <a:spcBef>
                <a:spcPts val="0"/>
              </a:spcBef>
              <a:buNone/>
              <a:defRPr sz="1867" b="0" kern="0" spc="53" baseline="0">
                <a:solidFill>
                  <a:schemeClr val="bg2"/>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ISPUM DOLOR SIT</a:t>
            </a:r>
            <a:endParaRPr lang="en-US"/>
          </a:p>
        </p:txBody>
      </p:sp>
    </p:spTree>
    <p:extLst>
      <p:ext uri="{BB962C8B-B14F-4D97-AF65-F5344CB8AC3E}">
        <p14:creationId xmlns:p14="http://schemas.microsoft.com/office/powerpoint/2010/main" val="378885700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Index">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bg2"/>
                </a:solidFill>
              </a:defRPr>
            </a:lvl1pPr>
          </a:lstStyle>
          <a:p>
            <a:fld id="{29CAE5FC-86E1-1448-8EC3-A22E1B31C8C0}" type="slidenum">
              <a:rPr lang="it-IT" smtClean="0"/>
              <a:pPr/>
              <a:t>‹N°›</a:t>
            </a:fld>
            <a:endParaRPr lang="it-IT"/>
          </a:p>
        </p:txBody>
      </p:sp>
      <p:sp>
        <p:nvSpPr>
          <p:cNvPr id="13" name="Segnaposto testo 4">
            <a:extLst>
              <a:ext uri="{FF2B5EF4-FFF2-40B4-BE49-F238E27FC236}">
                <a16:creationId xmlns:a16="http://schemas.microsoft.com/office/drawing/2014/main" id="{47B316B5-43F8-E543-BD70-DCA368A9E521}"/>
              </a:ext>
            </a:extLst>
          </p:cNvPr>
          <p:cNvSpPr>
            <a:spLocks noGrp="1"/>
          </p:cNvSpPr>
          <p:nvPr>
            <p:ph type="body" sz="quarter" idx="10" hasCustomPrompt="1"/>
          </p:nvPr>
        </p:nvSpPr>
        <p:spPr>
          <a:xfrm>
            <a:off x="1420537" y="2932631"/>
            <a:ext cx="8858775" cy="3188243"/>
          </a:xfrm>
          <a:prstGeom prst="rect">
            <a:avLst/>
          </a:prstGeom>
        </p:spPr>
        <p:txBody>
          <a:bodyPr vert="horz" lIns="0" tIns="0" rIns="0" bIns="0">
            <a:noAutofit/>
          </a:bodyPr>
          <a:lstStyle>
            <a:lvl1pPr marL="0" indent="0" algn="l">
              <a:lnSpc>
                <a:spcPts val="3733"/>
              </a:lnSpc>
              <a:spcBef>
                <a:spcPts val="0"/>
              </a:spcBef>
              <a:spcAft>
                <a:spcPts val="0"/>
              </a:spcAft>
              <a:buFontTx/>
              <a:buNone/>
              <a:defRPr sz="2000" b="0" i="0" kern="1200" cap="all" spc="115" baseline="0">
                <a:solidFill>
                  <a:schemeClr val="accent2"/>
                </a:solidFill>
                <a:latin typeface="+mn-lt"/>
              </a:defRPr>
            </a:lvl1pPr>
            <a:lvl2pPr marL="0" indent="0" algn="r">
              <a:lnSpc>
                <a:spcPct val="100000"/>
              </a:lnSpc>
              <a:spcBef>
                <a:spcPts val="0"/>
              </a:spcBef>
              <a:buFontTx/>
              <a:buNone/>
              <a:defRPr sz="2508" b="1" i="0">
                <a:solidFill>
                  <a:schemeClr val="bg2"/>
                </a:solidFill>
              </a:defRPr>
            </a:lvl2pPr>
            <a:lvl3pPr marL="0" indent="0" algn="r">
              <a:lnSpc>
                <a:spcPct val="100000"/>
              </a:lnSpc>
              <a:spcBef>
                <a:spcPts val="0"/>
              </a:spcBef>
              <a:buFontTx/>
              <a:buNone/>
              <a:defRPr sz="2508" b="1" i="0">
                <a:solidFill>
                  <a:schemeClr val="bg2"/>
                </a:solidFill>
              </a:defRPr>
            </a:lvl3pPr>
            <a:lvl4pPr marL="0" indent="0" algn="r">
              <a:lnSpc>
                <a:spcPct val="100000"/>
              </a:lnSpc>
              <a:spcBef>
                <a:spcPts val="0"/>
              </a:spcBef>
              <a:buFontTx/>
              <a:buNone/>
              <a:defRPr sz="2508" b="1" i="0">
                <a:solidFill>
                  <a:schemeClr val="bg2"/>
                </a:solidFill>
              </a:defRPr>
            </a:lvl4pPr>
            <a:lvl5pPr marL="0" indent="0" algn="r">
              <a:lnSpc>
                <a:spcPct val="100000"/>
              </a:lnSpc>
              <a:spcBef>
                <a:spcPts val="0"/>
              </a:spcBef>
              <a:buFontTx/>
              <a:buNone/>
              <a:defRPr sz="2508" b="1" i="0">
                <a:solidFill>
                  <a:schemeClr val="bg2"/>
                </a:solidFill>
              </a:defRPr>
            </a:lvl5pPr>
          </a:lstStyle>
          <a:p>
            <a:pPr lvl="0"/>
            <a:r>
              <a:rPr lang="en-GB" noProof="0"/>
              <a:t>Lorem ipsum</a:t>
            </a:r>
          </a:p>
          <a:p>
            <a:pPr lvl="0"/>
            <a:r>
              <a:rPr lang="en-GB" noProof="0" err="1"/>
              <a:t>Dolor</a:t>
            </a:r>
            <a:r>
              <a:rPr lang="en-GB" noProof="0"/>
              <a:t> sit </a:t>
            </a:r>
            <a:r>
              <a:rPr lang="en-GB" noProof="0" err="1"/>
              <a:t>amet</a:t>
            </a:r>
            <a:endParaRPr lang="en-GB" noProof="0"/>
          </a:p>
          <a:p>
            <a:pPr lvl="0"/>
            <a:r>
              <a:rPr lang="en-GB" noProof="0" err="1"/>
              <a:t>Consectetuer</a:t>
            </a:r>
            <a:endParaRPr lang="en-GB" noProof="0"/>
          </a:p>
          <a:p>
            <a:pPr lvl="0"/>
            <a:r>
              <a:rPr lang="en-GB" noProof="0" err="1"/>
              <a:t>Adipiscing</a:t>
            </a:r>
            <a:r>
              <a:rPr lang="en-GB" noProof="0"/>
              <a:t> </a:t>
            </a:r>
            <a:r>
              <a:rPr lang="en-GB" noProof="0" err="1"/>
              <a:t>elit</a:t>
            </a:r>
            <a:endParaRPr lang="en-GB" noProof="0"/>
          </a:p>
        </p:txBody>
      </p:sp>
      <p:sp>
        <p:nvSpPr>
          <p:cNvPr id="14" name="Segnaposto testo 4">
            <a:extLst>
              <a:ext uri="{FF2B5EF4-FFF2-40B4-BE49-F238E27FC236}">
                <a16:creationId xmlns:a16="http://schemas.microsoft.com/office/drawing/2014/main" id="{17020B84-4BAC-8745-AA75-190D9EFEF59D}"/>
              </a:ext>
            </a:extLst>
          </p:cNvPr>
          <p:cNvSpPr>
            <a:spLocks noGrp="1"/>
          </p:cNvSpPr>
          <p:nvPr>
            <p:ph type="body" sz="quarter" idx="14" hasCustomPrompt="1"/>
          </p:nvPr>
        </p:nvSpPr>
        <p:spPr>
          <a:xfrm>
            <a:off x="771787" y="2932631"/>
            <a:ext cx="492155" cy="3188243"/>
          </a:xfrm>
          <a:prstGeom prst="rect">
            <a:avLst/>
          </a:prstGeom>
        </p:spPr>
        <p:txBody>
          <a:bodyPr vert="horz" lIns="0" tIns="0" rIns="0" bIns="0">
            <a:noAutofit/>
          </a:bodyPr>
          <a:lstStyle>
            <a:lvl1pPr marL="0" indent="0" algn="l">
              <a:lnSpc>
                <a:spcPts val="3733"/>
              </a:lnSpc>
              <a:spcBef>
                <a:spcPts val="0"/>
              </a:spcBef>
              <a:spcAft>
                <a:spcPts val="0"/>
              </a:spcAft>
              <a:buFontTx/>
              <a:buNone/>
              <a:defRPr sz="2000" b="0" i="0" kern="1200" cap="none" spc="115" baseline="0">
                <a:solidFill>
                  <a:schemeClr val="accent1"/>
                </a:solidFill>
                <a:latin typeface="+mn-lt"/>
              </a:defRPr>
            </a:lvl1pPr>
            <a:lvl2pPr marL="0" indent="0" algn="r">
              <a:lnSpc>
                <a:spcPct val="100000"/>
              </a:lnSpc>
              <a:spcBef>
                <a:spcPts val="0"/>
              </a:spcBef>
              <a:buFontTx/>
              <a:buNone/>
              <a:defRPr sz="2508" b="1" i="0">
                <a:solidFill>
                  <a:schemeClr val="bg2"/>
                </a:solidFill>
              </a:defRPr>
            </a:lvl2pPr>
            <a:lvl3pPr marL="0" indent="0" algn="r">
              <a:lnSpc>
                <a:spcPct val="100000"/>
              </a:lnSpc>
              <a:spcBef>
                <a:spcPts val="0"/>
              </a:spcBef>
              <a:buFontTx/>
              <a:buNone/>
              <a:defRPr sz="2508" b="1" i="0">
                <a:solidFill>
                  <a:schemeClr val="bg2"/>
                </a:solidFill>
              </a:defRPr>
            </a:lvl3pPr>
            <a:lvl4pPr marL="0" indent="0" algn="r">
              <a:lnSpc>
                <a:spcPct val="100000"/>
              </a:lnSpc>
              <a:spcBef>
                <a:spcPts val="0"/>
              </a:spcBef>
              <a:buFontTx/>
              <a:buNone/>
              <a:defRPr sz="2508" b="1" i="0">
                <a:solidFill>
                  <a:schemeClr val="bg2"/>
                </a:solidFill>
              </a:defRPr>
            </a:lvl4pPr>
            <a:lvl5pPr marL="0" indent="0" algn="r">
              <a:lnSpc>
                <a:spcPct val="100000"/>
              </a:lnSpc>
              <a:spcBef>
                <a:spcPts val="0"/>
              </a:spcBef>
              <a:buFontTx/>
              <a:buNone/>
              <a:defRPr sz="2508" b="1" i="0">
                <a:solidFill>
                  <a:schemeClr val="bg2"/>
                </a:solidFill>
              </a:defRPr>
            </a:lvl5pPr>
          </a:lstStyle>
          <a:p>
            <a:pPr lvl="0"/>
            <a:r>
              <a:rPr lang="en-GB" noProof="0"/>
              <a:t>01.</a:t>
            </a:r>
          </a:p>
        </p:txBody>
      </p:sp>
      <p:sp>
        <p:nvSpPr>
          <p:cNvPr id="2" name="Title 1">
            <a:extLst>
              <a:ext uri="{FF2B5EF4-FFF2-40B4-BE49-F238E27FC236}">
                <a16:creationId xmlns:a16="http://schemas.microsoft.com/office/drawing/2014/main" id="{6D46F653-613F-1D17-3EFE-3D16573CFA78}"/>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79217784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Divider A">
    <p:bg>
      <p:bgPr>
        <a:solidFill>
          <a:schemeClr val="accent1"/>
        </a:solidFill>
        <a:effectLst/>
      </p:bgPr>
    </p:bg>
    <p:spTree>
      <p:nvGrpSpPr>
        <p:cNvPr id="1" name=""/>
        <p:cNvGrpSpPr/>
        <p:nvPr/>
      </p:nvGrpSpPr>
      <p:grpSpPr>
        <a:xfrm>
          <a:off x="0" y="0"/>
          <a:ext cx="0" cy="0"/>
          <a:chOff x="0" y="0"/>
          <a:chExt cx="0" cy="0"/>
        </a:xfrm>
      </p:grpSpPr>
      <p:pic>
        <p:nvPicPr>
          <p:cNvPr id="10" name="Picture 9" descr="Shape&#10;&#10;Description automatically generated">
            <a:extLst>
              <a:ext uri="{FF2B5EF4-FFF2-40B4-BE49-F238E27FC236}">
                <a16:creationId xmlns:a16="http://schemas.microsoft.com/office/drawing/2014/main" id="{99DDEE51-838F-A2EA-52F3-61356F54F56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1216177" cy="519341"/>
          </a:xfrm>
          <a:prstGeom prst="rect">
            <a:avLst/>
          </a:prstGeom>
        </p:spPr>
      </p:pic>
      <p:pic>
        <p:nvPicPr>
          <p:cNvPr id="9" name="Picture 8" descr="Shape&#10;&#10;Description automatically generated">
            <a:extLst>
              <a:ext uri="{FF2B5EF4-FFF2-40B4-BE49-F238E27FC236}">
                <a16:creationId xmlns:a16="http://schemas.microsoft.com/office/drawing/2014/main" id="{9A288809-455F-4842-BBD7-E6150C625961}"/>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Title 2">
            <a:extLst>
              <a:ext uri="{FF2B5EF4-FFF2-40B4-BE49-F238E27FC236}">
                <a16:creationId xmlns:a16="http://schemas.microsoft.com/office/drawing/2014/main" id="{9985EF51-2E44-3B49-99C2-79FD245CE07C}"/>
              </a:ext>
            </a:extLst>
          </p:cNvPr>
          <p:cNvSpPr>
            <a:spLocks noGrp="1"/>
          </p:cNvSpPr>
          <p:nvPr>
            <p:ph type="title" hasCustomPrompt="1"/>
          </p:nvPr>
        </p:nvSpPr>
        <p:spPr>
          <a:xfrm>
            <a:off x="747125" y="2998256"/>
            <a:ext cx="7004304" cy="430744"/>
          </a:xfrm>
        </p:spPr>
        <p:txBody>
          <a:bodyPr/>
          <a:lstStyle>
            <a:lvl1pPr>
              <a:defRPr/>
            </a:lvl1pPr>
          </a:lstStyle>
          <a:p>
            <a:r>
              <a:rPr lang="en-GB"/>
              <a:t>divider title</a:t>
            </a:r>
            <a:endParaRPr lang="en-US"/>
          </a:p>
        </p:txBody>
      </p:sp>
      <p:sp>
        <p:nvSpPr>
          <p:cNvPr id="7" name="Text Placeholder 5">
            <a:extLst>
              <a:ext uri="{FF2B5EF4-FFF2-40B4-BE49-F238E27FC236}">
                <a16:creationId xmlns:a16="http://schemas.microsoft.com/office/drawing/2014/main" id="{E887030A-39E7-CB44-8EC9-6576EA072E00}"/>
              </a:ext>
            </a:extLst>
          </p:cNvPr>
          <p:cNvSpPr>
            <a:spLocks noGrp="1"/>
          </p:cNvSpPr>
          <p:nvPr>
            <p:ph type="body" sz="quarter" idx="13" hasCustomPrompt="1"/>
          </p:nvPr>
        </p:nvSpPr>
        <p:spPr>
          <a:xfrm>
            <a:off x="747124" y="3541351"/>
            <a:ext cx="7004304" cy="261659"/>
          </a:xfrm>
          <a:prstGeom prst="rect">
            <a:avLst/>
          </a:prstGeom>
        </p:spPr>
        <p:txBody>
          <a:bodyPr lIns="0" tIns="0" rIns="0" bIns="0"/>
          <a:lstStyle>
            <a:lvl1pPr marL="0" indent="0">
              <a:lnSpc>
                <a:spcPts val="2000"/>
              </a:lnSpc>
              <a:spcBef>
                <a:spcPts val="0"/>
              </a:spcBef>
              <a:buNone/>
              <a:defRPr sz="1867" b="0" kern="0" cap="all" spc="53" baseline="0">
                <a:solidFill>
                  <a:schemeClr val="bg2"/>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ISPUM DOLOR SIT</a:t>
            </a:r>
            <a:endParaRPr lang="en-US"/>
          </a:p>
        </p:txBody>
      </p:sp>
      <p:sp>
        <p:nvSpPr>
          <p:cNvPr id="8" name="Text Placeholder 5">
            <a:extLst>
              <a:ext uri="{FF2B5EF4-FFF2-40B4-BE49-F238E27FC236}">
                <a16:creationId xmlns:a16="http://schemas.microsoft.com/office/drawing/2014/main" id="{29FDEF27-3E78-1D4B-8408-36D9106C0BC2}"/>
              </a:ext>
            </a:extLst>
          </p:cNvPr>
          <p:cNvSpPr>
            <a:spLocks noGrp="1"/>
          </p:cNvSpPr>
          <p:nvPr>
            <p:ph type="body" sz="quarter" idx="14" hasCustomPrompt="1"/>
          </p:nvPr>
        </p:nvSpPr>
        <p:spPr>
          <a:xfrm>
            <a:off x="7793877" y="1700366"/>
            <a:ext cx="4398123" cy="3690959"/>
          </a:xfrm>
          <a:prstGeom prst="rect">
            <a:avLst/>
          </a:prstGeom>
        </p:spPr>
        <p:txBody>
          <a:bodyPr lIns="0" tIns="0" rIns="0" bIns="0"/>
          <a:lstStyle>
            <a:lvl1pPr marL="0" indent="0">
              <a:lnSpc>
                <a:spcPts val="26666"/>
              </a:lnSpc>
              <a:spcBef>
                <a:spcPts val="0"/>
              </a:spcBef>
              <a:buNone/>
              <a:defRPr sz="26666" b="1" kern="0" spc="-400" baseline="0">
                <a:solidFill>
                  <a:schemeClr val="accent1"/>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08</a:t>
            </a:r>
            <a:endParaRPr lang="en-US"/>
          </a:p>
        </p:txBody>
      </p:sp>
      <p:sp>
        <p:nvSpPr>
          <p:cNvPr id="2" name="Slide Number Placeholder 1">
            <a:extLst>
              <a:ext uri="{FF2B5EF4-FFF2-40B4-BE49-F238E27FC236}">
                <a16:creationId xmlns:a16="http://schemas.microsoft.com/office/drawing/2014/main" id="{C4EC088E-E958-2444-E55E-3696A4106120}"/>
              </a:ext>
            </a:extLst>
          </p:cNvPr>
          <p:cNvSpPr>
            <a:spLocks noGrp="1"/>
          </p:cNvSpPr>
          <p:nvPr>
            <p:ph type="sldNum" sz="quarter" idx="15"/>
          </p:nvPr>
        </p:nvSpPr>
        <p:spPr/>
        <p:txBody>
          <a:bodyPr/>
          <a:lstStyle/>
          <a:p>
            <a:fld id="{29CAE5FC-86E1-1448-8EC3-A22E1B31C8C0}" type="slidenum">
              <a:rPr lang="en-US" smtClean="0"/>
              <a:pPr/>
              <a:t>‹N°›</a:t>
            </a:fld>
            <a:endParaRPr lang="en-US"/>
          </a:p>
        </p:txBody>
      </p:sp>
      <p:pic>
        <p:nvPicPr>
          <p:cNvPr id="5" name="Picture 4" descr="Logo&#10;&#10;Description automatically generated">
            <a:extLst>
              <a:ext uri="{FF2B5EF4-FFF2-40B4-BE49-F238E27FC236}">
                <a16:creationId xmlns:a16="http://schemas.microsoft.com/office/drawing/2014/main" id="{D75BF6FD-F0D8-044A-89D1-23DDEE87B093}"/>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532533" y="6155447"/>
            <a:ext cx="1659467" cy="711200"/>
          </a:xfrm>
          <a:prstGeom prst="rect">
            <a:avLst/>
          </a:prstGeom>
        </p:spPr>
      </p:pic>
    </p:spTree>
    <p:extLst>
      <p:ext uri="{BB962C8B-B14F-4D97-AF65-F5344CB8AC3E}">
        <p14:creationId xmlns:p14="http://schemas.microsoft.com/office/powerpoint/2010/main" val="48174394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EC8C121-204E-4B11-8BCF-5147C6DFFE85}"/>
              </a:ext>
            </a:extLst>
          </p:cNvPr>
          <p:cNvGraphicFramePr>
            <a:graphicFrameLocks noChangeAspect="1"/>
          </p:cNvGraphicFramePr>
          <p:nvPr userDrawn="1">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Diapositive think-cell" r:id="rId3" imgW="347" imgH="348" progId="TCLayout.ActiveDocument.1">
                  <p:embed/>
                </p:oleObj>
              </mc:Choice>
              <mc:Fallback>
                <p:oleObj name="Diapositive think-cell" r:id="rId3" imgW="347" imgH="348" progId="TCLayout.ActiveDocument.1">
                  <p:embed/>
                  <p:pic>
                    <p:nvPicPr>
                      <p:cNvPr id="5" name="Object 4" hidden="1">
                        <a:extLst>
                          <a:ext uri="{FF2B5EF4-FFF2-40B4-BE49-F238E27FC236}">
                            <a16:creationId xmlns:a16="http://schemas.microsoft.com/office/drawing/2014/main" id="{3EC8C121-204E-4B11-8BCF-5147C6DFFE85}"/>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p>
            <a:r>
              <a:rPr lang="en-US"/>
              <a:t>Click to edit Master title style</a:t>
            </a:r>
            <a:endParaRPr/>
          </a:p>
        </p:txBody>
      </p:sp>
      <p:sp>
        <p:nvSpPr>
          <p:cNvPr id="6" name="Content">
            <a:extLst>
              <a:ext uri="{FF2B5EF4-FFF2-40B4-BE49-F238E27FC236}">
                <a16:creationId xmlns:a16="http://schemas.microsoft.com/office/drawing/2014/main" id="{5DBD01EE-3829-4AC6-89CA-478AF5634734}"/>
              </a:ext>
            </a:extLst>
          </p:cNvPr>
          <p:cNvSpPr>
            <a:spLocks noGrp="1"/>
          </p:cNvSpPr>
          <p:nvPr>
            <p:ph idx="11"/>
          </p:nvPr>
        </p:nvSpPr>
        <p:spPr>
          <a:xfrm>
            <a:off x="457200" y="1399032"/>
            <a:ext cx="11277600" cy="4909693"/>
          </a:xfrm>
          <a:prstGeom prst="rect">
            <a:avLst/>
          </a:prstGeom>
        </p:spPr>
        <p:txBody>
          <a:bodyPr/>
          <a:lstStyle>
            <a:lvl1pPr>
              <a:buClr>
                <a:schemeClr val="accent1"/>
              </a:buClr>
              <a:defRPr/>
            </a:lvl1pPr>
            <a:lvl2pPr>
              <a:buClr>
                <a:schemeClr val="accent1"/>
              </a:buClr>
              <a:defRPr/>
            </a:lvl2pPr>
            <a:lvl3pPr marL="539969" indent="-179990">
              <a:buClr>
                <a:schemeClr val="accent1"/>
              </a:buClr>
              <a:buFont typeface="Wingdings" panose="05000000000000000000" pitchFamily="2" charset="2"/>
              <a:buChar char="§"/>
              <a:defRPr/>
            </a:lvl3pPr>
            <a:lvl4pPr>
              <a:buClr>
                <a:schemeClr val="accent1"/>
              </a:buClr>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924960051"/>
      </p:ext>
    </p:extLst>
  </p:cSld>
  <p:clrMapOvr>
    <a:masterClrMapping/>
  </p:clrMapOvr>
  <p:extLst>
    <p:ext uri="{DCECCB84-F9BA-43D5-87BE-67443E8EF086}">
      <p15:sldGuideLst xmlns:p15="http://schemas.microsoft.com/office/powerpoint/2012/main">
        <p15:guide id="1" orient="horz" pos="1173"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8876F5E-51B3-3B47-AD82-44393BF73CFF}"/>
              </a:ext>
            </a:extLst>
          </p:cNvPr>
          <p:cNvSpPr>
            <a:spLocks noGrp="1"/>
          </p:cNvSpPr>
          <p:nvPr>
            <p:ph type="title"/>
          </p:nvPr>
        </p:nvSpPr>
        <p:spPr/>
        <p:txBody>
          <a:bodyPr/>
          <a:lstStyle/>
          <a:p>
            <a:r>
              <a:rPr lang="en-GB"/>
              <a:t>Click to edit Master title style</a:t>
            </a:r>
            <a:endParaRPr lang="en-US"/>
          </a:p>
        </p:txBody>
      </p:sp>
      <p:sp>
        <p:nvSpPr>
          <p:cNvPr id="8" name="Slide Number Placeholder 7">
            <a:extLst>
              <a:ext uri="{FF2B5EF4-FFF2-40B4-BE49-F238E27FC236}">
                <a16:creationId xmlns:a16="http://schemas.microsoft.com/office/drawing/2014/main" id="{DE5E699A-65C3-E74E-A096-2022DD9BDFB9}"/>
              </a:ext>
            </a:extLst>
          </p:cNvPr>
          <p:cNvSpPr>
            <a:spLocks noGrp="1"/>
          </p:cNvSpPr>
          <p:nvPr>
            <p:ph type="sldNum" sz="quarter" idx="10"/>
          </p:nvPr>
        </p:nvSpPr>
        <p:spPr/>
        <p:txBody>
          <a:bodyPr/>
          <a:lstStyle/>
          <a:p>
            <a:fld id="{29CAE5FC-86E1-1448-8EC3-A22E1B31C8C0}" type="slidenum">
              <a:rPr lang="en-US" smtClean="0"/>
              <a:pPr/>
              <a:t>‹N°›</a:t>
            </a:fld>
            <a:endParaRPr lang="en-US"/>
          </a:p>
        </p:txBody>
      </p:sp>
      <p:sp>
        <p:nvSpPr>
          <p:cNvPr id="9" name="Text Placeholder 7">
            <a:extLst>
              <a:ext uri="{FF2B5EF4-FFF2-40B4-BE49-F238E27FC236}">
                <a16:creationId xmlns:a16="http://schemas.microsoft.com/office/drawing/2014/main" id="{C8C5A0FE-1F59-1E40-AB0C-CD8770F7FBBC}"/>
              </a:ext>
            </a:extLst>
          </p:cNvPr>
          <p:cNvSpPr>
            <a:spLocks noGrp="1"/>
          </p:cNvSpPr>
          <p:nvPr>
            <p:ph idx="1"/>
          </p:nvPr>
        </p:nvSpPr>
        <p:spPr>
          <a:xfrm>
            <a:off x="771788" y="3007869"/>
            <a:ext cx="6364448" cy="1320851"/>
          </a:xfrm>
          <a:prstGeom prst="rect">
            <a:avLst/>
          </a:prstGeom>
        </p:spPr>
        <p:txBody>
          <a:bodyPr vert="horz" lIns="0" tIns="0" rIns="0" bIns="0" rtlCol="0">
            <a:noAutofit/>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62344682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hotos and Text">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6364628" y="1878961"/>
            <a:ext cx="4966193" cy="235064"/>
          </a:xfrm>
        </p:spPr>
        <p:txBody>
          <a:bodyPr>
            <a:noAutofit/>
          </a:bodyPr>
          <a:lstStyle>
            <a:lvl1pPr>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r>
              <a:rPr lang="it-IT" noProof="0"/>
              <a:t>.</a:t>
            </a:r>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7" y="696001"/>
            <a:ext cx="10559032" cy="777668"/>
          </a:xfrm>
        </p:spPr>
        <p:txBody>
          <a:bodyPr/>
          <a:lstStyle/>
          <a:p>
            <a:r>
              <a:rPr lang="en-GB"/>
              <a:t>CLICK TO EDIT MASTER TITLE STYLE</a:t>
            </a:r>
            <a:endParaRPr lang="en-US"/>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6364626" y="2231591"/>
            <a:ext cx="4966193" cy="1097019"/>
          </a:xfrm>
        </p:spPr>
        <p:txBody>
          <a:bodyPr>
            <a:noAutofit/>
          </a:bodyPr>
          <a:lstStyle>
            <a:lvl1pPr>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r>
              <a:rPr lang="it-IT" noProof="0"/>
              <a:t>.</a:t>
            </a:r>
          </a:p>
        </p:txBody>
      </p:sp>
      <p:sp>
        <p:nvSpPr>
          <p:cNvPr id="11" name="Text Placeholder 8">
            <a:extLst>
              <a:ext uri="{FF2B5EF4-FFF2-40B4-BE49-F238E27FC236}">
                <a16:creationId xmlns:a16="http://schemas.microsoft.com/office/drawing/2014/main" id="{8D10ECE5-9F3E-7C4E-9012-95918EA1F8D4}"/>
              </a:ext>
            </a:extLst>
          </p:cNvPr>
          <p:cNvSpPr>
            <a:spLocks noGrp="1"/>
          </p:cNvSpPr>
          <p:nvPr>
            <p:ph type="body" sz="quarter" idx="17"/>
          </p:nvPr>
        </p:nvSpPr>
        <p:spPr>
          <a:xfrm>
            <a:off x="6364627" y="3429002"/>
            <a:ext cx="4966192" cy="2510405"/>
          </a:xfrm>
        </p:spPr>
        <p:txBody>
          <a:bodyPr/>
          <a:lstStyle>
            <a:lvl1pPr marL="228594" indent="-228594">
              <a:buClr>
                <a:schemeClr val="accent2"/>
              </a:buClr>
              <a:buSzPct val="120000"/>
              <a:buFont typeface="Arial" panose="020B0604020202020204" pitchFamily="34" charset="0"/>
              <a:buChar char="•"/>
              <a:defRPr>
                <a:solidFill>
                  <a:schemeClr val="accent2"/>
                </a:solidFill>
              </a:defRPr>
            </a:lvl1pPr>
            <a:lvl2pPr marL="749911" indent="-228594">
              <a:buClr>
                <a:schemeClr val="accent2"/>
              </a:buClr>
              <a:buSzPct val="120000"/>
              <a:buFont typeface="Arial" panose="020B0604020202020204" pitchFamily="34" charset="0"/>
              <a:buChar char="•"/>
              <a:defRPr>
                <a:solidFill>
                  <a:schemeClr val="accent2"/>
                </a:solidFill>
              </a:defRPr>
            </a:lvl2pPr>
            <a:lvl3pPr marL="1271228" indent="-228594">
              <a:buClr>
                <a:schemeClr val="accent2"/>
              </a:buClr>
              <a:buSzPct val="120000"/>
              <a:buFont typeface="Arial" panose="020B0604020202020204" pitchFamily="34" charset="0"/>
              <a:buChar char="•"/>
              <a:defRPr>
                <a:solidFill>
                  <a:schemeClr val="accent2"/>
                </a:solidFill>
              </a:defRPr>
            </a:lvl3pPr>
            <a:lvl4pPr marL="1792545" indent="-228594">
              <a:buClr>
                <a:schemeClr val="accent2"/>
              </a:buClr>
              <a:buSzPct val="120000"/>
              <a:buFont typeface="Arial" panose="020B0604020202020204" pitchFamily="34" charset="0"/>
              <a:buChar char="•"/>
              <a:defRPr>
                <a:solidFill>
                  <a:schemeClr val="accent2"/>
                </a:solidFill>
              </a:defRPr>
            </a:lvl4pPr>
            <a:lvl5pPr marL="2313862" indent="-228594">
              <a:buClr>
                <a:schemeClr val="accent2"/>
              </a:buClr>
              <a:buSzPct val="120000"/>
              <a:buFont typeface="Arial" panose="020B0604020202020204" pitchFamily="34" charset="0"/>
              <a:buChar char="•"/>
              <a:defRPr>
                <a:solidFill>
                  <a:schemeClr val="accent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Text Placeholder 7">
            <a:extLst>
              <a:ext uri="{FF2B5EF4-FFF2-40B4-BE49-F238E27FC236}">
                <a16:creationId xmlns:a16="http://schemas.microsoft.com/office/drawing/2014/main" id="{3F74D6CA-803E-1D4F-A762-02CC5FF73C42}"/>
              </a:ext>
            </a:extLst>
          </p:cNvPr>
          <p:cNvSpPr>
            <a:spLocks noGrp="1"/>
          </p:cNvSpPr>
          <p:nvPr>
            <p:ph idx="1" hasCustomPrompt="1"/>
          </p:nvPr>
        </p:nvSpPr>
        <p:spPr>
          <a:xfrm>
            <a:off x="771787" y="1732039"/>
            <a:ext cx="2595528" cy="4207367"/>
          </a:xfrm>
          <a:prstGeom prst="rect">
            <a:avLst/>
          </a:prstGeom>
          <a:solidFill>
            <a:schemeClr val="bg2">
              <a:lumMod val="95000"/>
            </a:schemeClr>
          </a:solidFill>
        </p:spPr>
        <p:txBody>
          <a:bodyPr vert="horz" lIns="0" tIns="0" rIns="0" bIns="0" rtlCol="0">
            <a:normAutofit/>
          </a:bodyPr>
          <a:lstStyle>
            <a:lvl1pPr>
              <a:defRPr sz="1067" i="1">
                <a:solidFill>
                  <a:schemeClr val="accent4"/>
                </a:solidFill>
              </a:defRPr>
            </a:lvl1pPr>
          </a:lstStyle>
          <a:p>
            <a:pPr lvl="0"/>
            <a:r>
              <a:rPr lang="en-GB"/>
              <a:t>click one of the icons to insert an element</a:t>
            </a:r>
            <a:endParaRPr lang="en-US"/>
          </a:p>
        </p:txBody>
      </p:sp>
      <p:sp>
        <p:nvSpPr>
          <p:cNvPr id="13" name="Text Placeholder 7">
            <a:extLst>
              <a:ext uri="{FF2B5EF4-FFF2-40B4-BE49-F238E27FC236}">
                <a16:creationId xmlns:a16="http://schemas.microsoft.com/office/drawing/2014/main" id="{0DA397BD-B1CD-4030-E9B6-DBBC2B2FA5E6}"/>
              </a:ext>
            </a:extLst>
          </p:cNvPr>
          <p:cNvSpPr>
            <a:spLocks noGrp="1"/>
          </p:cNvSpPr>
          <p:nvPr>
            <p:ph idx="18" hasCustomPrompt="1"/>
          </p:nvPr>
        </p:nvSpPr>
        <p:spPr>
          <a:xfrm>
            <a:off x="3392792" y="1732039"/>
            <a:ext cx="2595528" cy="4207367"/>
          </a:xfrm>
          <a:prstGeom prst="rect">
            <a:avLst/>
          </a:prstGeom>
          <a:solidFill>
            <a:schemeClr val="bg2">
              <a:lumMod val="95000"/>
            </a:schemeClr>
          </a:solidFill>
        </p:spPr>
        <p:txBody>
          <a:bodyPr vert="horz" lIns="0" tIns="0" rIns="0" bIns="0" rtlCol="0">
            <a:normAutofit/>
          </a:bodyPr>
          <a:lstStyle>
            <a:lvl1pPr>
              <a:defRPr sz="1067" i="1">
                <a:solidFill>
                  <a:schemeClr val="accent4"/>
                </a:solidFill>
              </a:defRPr>
            </a:lvl1pPr>
          </a:lstStyle>
          <a:p>
            <a:pPr lvl="0"/>
            <a:r>
              <a:rPr lang="en-GB"/>
              <a:t>click one of the icons to insert an element</a:t>
            </a:r>
            <a:endParaRPr lang="en-US"/>
          </a:p>
        </p:txBody>
      </p:sp>
    </p:spTree>
    <p:extLst>
      <p:ext uri="{BB962C8B-B14F-4D97-AF65-F5344CB8AC3E}">
        <p14:creationId xmlns:p14="http://schemas.microsoft.com/office/powerpoint/2010/main" val="355375128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EC8C121-204E-4B11-8BCF-5147C6DFFE85}"/>
              </a:ext>
            </a:extLst>
          </p:cNvPr>
          <p:cNvGraphicFramePr>
            <a:graphicFrameLocks noChangeAspect="1"/>
          </p:cNvGraphicFramePr>
          <p:nvPr userDrawn="1">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Diapositive think-cell" r:id="rId3" imgW="347" imgH="348" progId="TCLayout.ActiveDocument.1">
                  <p:embed/>
                </p:oleObj>
              </mc:Choice>
              <mc:Fallback>
                <p:oleObj name="Diapositive think-cell" r:id="rId3" imgW="347" imgH="348" progId="TCLayout.ActiveDocument.1">
                  <p:embed/>
                  <p:pic>
                    <p:nvPicPr>
                      <p:cNvPr id="5" name="Object 4" hidden="1">
                        <a:extLst>
                          <a:ext uri="{FF2B5EF4-FFF2-40B4-BE49-F238E27FC236}">
                            <a16:creationId xmlns:a16="http://schemas.microsoft.com/office/drawing/2014/main" id="{3EC8C121-204E-4B11-8BCF-5147C6DFFE85}"/>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p>
            <a:r>
              <a:rPr lang="en-US"/>
              <a:t>Click to edit Master title style</a:t>
            </a:r>
            <a:endParaRPr/>
          </a:p>
        </p:txBody>
      </p:sp>
      <p:sp>
        <p:nvSpPr>
          <p:cNvPr id="6" name="Content">
            <a:extLst>
              <a:ext uri="{FF2B5EF4-FFF2-40B4-BE49-F238E27FC236}">
                <a16:creationId xmlns:a16="http://schemas.microsoft.com/office/drawing/2014/main" id="{5DBD01EE-3829-4AC6-89CA-478AF5634734}"/>
              </a:ext>
            </a:extLst>
          </p:cNvPr>
          <p:cNvSpPr>
            <a:spLocks noGrp="1"/>
          </p:cNvSpPr>
          <p:nvPr>
            <p:ph idx="11"/>
          </p:nvPr>
        </p:nvSpPr>
        <p:spPr>
          <a:xfrm>
            <a:off x="457200" y="1399032"/>
            <a:ext cx="11277600" cy="4909693"/>
          </a:xfrm>
          <a:prstGeom prst="rect">
            <a:avLst/>
          </a:prstGeom>
        </p:spPr>
        <p:txBody>
          <a:bodyPr/>
          <a:lstStyle>
            <a:lvl1pPr>
              <a:buClr>
                <a:schemeClr val="accent1"/>
              </a:buClr>
              <a:defRPr/>
            </a:lvl1pPr>
            <a:lvl2pPr>
              <a:buClr>
                <a:schemeClr val="accent1"/>
              </a:buClr>
              <a:defRPr/>
            </a:lvl2pPr>
            <a:lvl3pPr marL="539969" indent="-179990">
              <a:buClr>
                <a:schemeClr val="accent1"/>
              </a:buClr>
              <a:buFont typeface="Wingdings" panose="05000000000000000000" pitchFamily="2" charset="2"/>
              <a:buChar char="§"/>
              <a:defRPr/>
            </a:lvl3pPr>
            <a:lvl4pPr>
              <a:buClr>
                <a:schemeClr val="accent1"/>
              </a:buClr>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1738131661"/>
      </p:ext>
    </p:extLst>
  </p:cSld>
  <p:clrMapOvr>
    <a:masterClrMapping/>
  </p:clrMapOvr>
  <p:extLst>
    <p:ext uri="{DCECCB84-F9BA-43D5-87BE-67443E8EF086}">
      <p15:sldGuideLst xmlns:p15="http://schemas.microsoft.com/office/powerpoint/2012/main">
        <p15:guide id="1" orient="horz" pos="88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_Cover A">
    <p:spTree>
      <p:nvGrpSpPr>
        <p:cNvPr id="1" name=""/>
        <p:cNvGrpSpPr/>
        <p:nvPr/>
      </p:nvGrpSpPr>
      <p:grpSpPr>
        <a:xfrm>
          <a:off x="0" y="0"/>
          <a:ext cx="0" cy="0"/>
          <a:chOff x="0" y="0"/>
          <a:chExt cx="0" cy="0"/>
        </a:xfrm>
      </p:grpSpPr>
      <p:pic>
        <p:nvPicPr>
          <p:cNvPr id="8" name="Picture 7" descr="Shape&#10;&#10;Description automatically generated">
            <a:extLst>
              <a:ext uri="{FF2B5EF4-FFF2-40B4-BE49-F238E27FC236}">
                <a16:creationId xmlns:a16="http://schemas.microsoft.com/office/drawing/2014/main" id="{C3F9FF3B-5457-40D3-9CCE-80A9831F8325}"/>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947391" y="5928687"/>
            <a:ext cx="7244611" cy="929315"/>
          </a:xfrm>
          <a:prstGeom prst="rect">
            <a:avLst/>
          </a:prstGeom>
        </p:spPr>
      </p:pic>
      <p:pic>
        <p:nvPicPr>
          <p:cNvPr id="9" name="Picture 8" descr="A black background with white lines&#10;&#10;Description automatically generated with low confidence">
            <a:extLst>
              <a:ext uri="{FF2B5EF4-FFF2-40B4-BE49-F238E27FC236}">
                <a16:creationId xmlns:a16="http://schemas.microsoft.com/office/drawing/2014/main" id="{747B8631-EB11-45B3-99C6-3355B038365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023712" y="471989"/>
            <a:ext cx="2824536" cy="792852"/>
          </a:xfrm>
          <a:prstGeom prst="rect">
            <a:avLst/>
          </a:prstGeom>
        </p:spPr>
      </p:pic>
      <p:sp>
        <p:nvSpPr>
          <p:cNvPr id="5" name="Textplatzhalter 4">
            <a:extLst>
              <a:ext uri="{FF2B5EF4-FFF2-40B4-BE49-F238E27FC236}">
                <a16:creationId xmlns:a16="http://schemas.microsoft.com/office/drawing/2014/main" id="{A6107BBC-18CB-4092-A844-812E24DEEE8D}"/>
              </a:ext>
            </a:extLst>
          </p:cNvPr>
          <p:cNvSpPr>
            <a:spLocks noGrp="1"/>
          </p:cNvSpPr>
          <p:nvPr>
            <p:ph type="body" sz="quarter" idx="14" hasCustomPrompt="1"/>
          </p:nvPr>
        </p:nvSpPr>
        <p:spPr>
          <a:xfrm>
            <a:off x="1130998" y="3613701"/>
            <a:ext cx="5970916" cy="367175"/>
          </a:xfrm>
          <a:prstGeom prst="rect">
            <a:avLst/>
          </a:prstGeom>
        </p:spPr>
        <p:txBody>
          <a:bodyPr/>
          <a:lstStyle>
            <a:lvl1pPr marL="0" indent="0">
              <a:buNone/>
              <a:defRPr sz="2000" b="0">
                <a:solidFill>
                  <a:schemeClr val="accent2"/>
                </a:solidFill>
                <a:latin typeface="+mn-lt"/>
              </a:defRPr>
            </a:lvl1pPr>
          </a:lstStyle>
          <a:p>
            <a:pPr lvl="0"/>
            <a:r>
              <a:rPr lang="en-GB" noProof="0"/>
              <a:t>LOREM ISPUM DOLOR SIT</a:t>
            </a:r>
          </a:p>
        </p:txBody>
      </p:sp>
      <p:sp>
        <p:nvSpPr>
          <p:cNvPr id="10" name="Titel 9">
            <a:extLst>
              <a:ext uri="{FF2B5EF4-FFF2-40B4-BE49-F238E27FC236}">
                <a16:creationId xmlns:a16="http://schemas.microsoft.com/office/drawing/2014/main" id="{4E1877BF-5431-4B59-85D3-8524CEAC67E7}"/>
              </a:ext>
            </a:extLst>
          </p:cNvPr>
          <p:cNvSpPr>
            <a:spLocks noGrp="1"/>
          </p:cNvSpPr>
          <p:nvPr>
            <p:ph type="title" hasCustomPrompt="1"/>
          </p:nvPr>
        </p:nvSpPr>
        <p:spPr>
          <a:xfrm>
            <a:off x="1130997" y="3054235"/>
            <a:ext cx="10515600" cy="529475"/>
          </a:xfrm>
          <a:prstGeom prst="rect">
            <a:avLst/>
          </a:prstGeom>
        </p:spPr>
        <p:txBody>
          <a:bodyPr/>
          <a:lstStyle>
            <a:lvl1pPr>
              <a:defRPr sz="3600"/>
            </a:lvl1pPr>
          </a:lstStyle>
          <a:p>
            <a:r>
              <a:rPr lang="en-GB" noProof="0"/>
              <a:t>Presentation title</a:t>
            </a:r>
          </a:p>
        </p:txBody>
      </p:sp>
    </p:spTree>
    <p:extLst>
      <p:ext uri="{BB962C8B-B14F-4D97-AF65-F5344CB8AC3E}">
        <p14:creationId xmlns:p14="http://schemas.microsoft.com/office/powerpoint/2010/main" val="3647371873"/>
      </p:ext>
    </p:extLst>
  </p:cSld>
  <p:clrMapOvr>
    <a:masterClrMapping/>
  </p:clrMapOvr>
  <p:extLst>
    <p:ext uri="{DCECCB84-F9BA-43D5-87BE-67443E8EF086}">
      <p15:sldGuideLst xmlns:p15="http://schemas.microsoft.com/office/powerpoint/2012/main">
        <p15:guide id="1" orient="horz" pos="240">
          <p15:clr>
            <a:srgbClr val="FBAE40"/>
          </p15:clr>
        </p15:guide>
        <p15:guide id="2" pos="384">
          <p15:clr>
            <a:srgbClr val="FBAE40"/>
          </p15:clr>
        </p15:guide>
        <p15:guide id="3" orient="horz" pos="384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Index">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bg2"/>
                </a:solidFill>
              </a:defRPr>
            </a:lvl1pPr>
          </a:lstStyle>
          <a:p>
            <a:fld id="{29CAE5FC-86E1-1448-8EC3-A22E1B31C8C0}" type="slidenum">
              <a:rPr lang="it-IT" smtClean="0"/>
              <a:pPr/>
              <a:t>‹N°›</a:t>
            </a:fld>
            <a:endParaRPr lang="it-IT"/>
          </a:p>
        </p:txBody>
      </p:sp>
      <p:sp>
        <p:nvSpPr>
          <p:cNvPr id="13" name="Segnaposto testo 4">
            <a:extLst>
              <a:ext uri="{FF2B5EF4-FFF2-40B4-BE49-F238E27FC236}">
                <a16:creationId xmlns:a16="http://schemas.microsoft.com/office/drawing/2014/main" id="{47B316B5-43F8-E543-BD70-DCA368A9E521}"/>
              </a:ext>
            </a:extLst>
          </p:cNvPr>
          <p:cNvSpPr>
            <a:spLocks noGrp="1"/>
          </p:cNvSpPr>
          <p:nvPr>
            <p:ph type="body" sz="quarter" idx="10" hasCustomPrompt="1"/>
          </p:nvPr>
        </p:nvSpPr>
        <p:spPr>
          <a:xfrm>
            <a:off x="1420537" y="2932631"/>
            <a:ext cx="8858775" cy="3188243"/>
          </a:xfrm>
          <a:prstGeom prst="rect">
            <a:avLst/>
          </a:prstGeom>
        </p:spPr>
        <p:txBody>
          <a:bodyPr vert="horz" lIns="0" tIns="0" rIns="0" bIns="0">
            <a:noAutofit/>
          </a:bodyPr>
          <a:lstStyle>
            <a:lvl1pPr marL="0" indent="0" algn="l">
              <a:lnSpc>
                <a:spcPts val="3733"/>
              </a:lnSpc>
              <a:spcBef>
                <a:spcPts val="0"/>
              </a:spcBef>
              <a:spcAft>
                <a:spcPts val="0"/>
              </a:spcAft>
              <a:buFontTx/>
              <a:buNone/>
              <a:defRPr sz="2000" b="0" i="0" kern="1200" cap="all" spc="115" baseline="0">
                <a:solidFill>
                  <a:schemeClr val="accent2"/>
                </a:solidFill>
                <a:latin typeface="+mn-lt"/>
              </a:defRPr>
            </a:lvl1pPr>
            <a:lvl2pPr marL="0" indent="0" algn="r">
              <a:lnSpc>
                <a:spcPct val="100000"/>
              </a:lnSpc>
              <a:spcBef>
                <a:spcPts val="0"/>
              </a:spcBef>
              <a:buFontTx/>
              <a:buNone/>
              <a:defRPr sz="2508" b="1" i="0">
                <a:solidFill>
                  <a:schemeClr val="bg2"/>
                </a:solidFill>
              </a:defRPr>
            </a:lvl2pPr>
            <a:lvl3pPr marL="0" indent="0" algn="r">
              <a:lnSpc>
                <a:spcPct val="100000"/>
              </a:lnSpc>
              <a:spcBef>
                <a:spcPts val="0"/>
              </a:spcBef>
              <a:buFontTx/>
              <a:buNone/>
              <a:defRPr sz="2508" b="1" i="0">
                <a:solidFill>
                  <a:schemeClr val="bg2"/>
                </a:solidFill>
              </a:defRPr>
            </a:lvl3pPr>
            <a:lvl4pPr marL="0" indent="0" algn="r">
              <a:lnSpc>
                <a:spcPct val="100000"/>
              </a:lnSpc>
              <a:spcBef>
                <a:spcPts val="0"/>
              </a:spcBef>
              <a:buFontTx/>
              <a:buNone/>
              <a:defRPr sz="2508" b="1" i="0">
                <a:solidFill>
                  <a:schemeClr val="bg2"/>
                </a:solidFill>
              </a:defRPr>
            </a:lvl4pPr>
            <a:lvl5pPr marL="0" indent="0" algn="r">
              <a:lnSpc>
                <a:spcPct val="100000"/>
              </a:lnSpc>
              <a:spcBef>
                <a:spcPts val="0"/>
              </a:spcBef>
              <a:buFontTx/>
              <a:buNone/>
              <a:defRPr sz="2508" b="1" i="0">
                <a:solidFill>
                  <a:schemeClr val="bg2"/>
                </a:solidFill>
              </a:defRPr>
            </a:lvl5pPr>
          </a:lstStyle>
          <a:p>
            <a:pPr lvl="0"/>
            <a:r>
              <a:rPr lang="en-GB" noProof="0"/>
              <a:t>Lorem ipsum</a:t>
            </a:r>
          </a:p>
          <a:p>
            <a:pPr lvl="0"/>
            <a:r>
              <a:rPr lang="en-GB" noProof="0" err="1"/>
              <a:t>Dolor</a:t>
            </a:r>
            <a:r>
              <a:rPr lang="en-GB" noProof="0"/>
              <a:t> sit </a:t>
            </a:r>
            <a:r>
              <a:rPr lang="en-GB" noProof="0" err="1"/>
              <a:t>amet</a:t>
            </a:r>
            <a:endParaRPr lang="en-GB" noProof="0"/>
          </a:p>
          <a:p>
            <a:pPr lvl="0"/>
            <a:r>
              <a:rPr lang="en-GB" noProof="0" err="1"/>
              <a:t>Consectetuer</a:t>
            </a:r>
            <a:endParaRPr lang="en-GB" noProof="0"/>
          </a:p>
          <a:p>
            <a:pPr lvl="0"/>
            <a:r>
              <a:rPr lang="en-GB" noProof="0" err="1"/>
              <a:t>Adipiscing</a:t>
            </a:r>
            <a:r>
              <a:rPr lang="en-GB" noProof="0"/>
              <a:t> </a:t>
            </a:r>
            <a:r>
              <a:rPr lang="en-GB" noProof="0" err="1"/>
              <a:t>elit</a:t>
            </a:r>
            <a:endParaRPr lang="en-GB" noProof="0"/>
          </a:p>
        </p:txBody>
      </p:sp>
      <p:sp>
        <p:nvSpPr>
          <p:cNvPr id="14" name="Segnaposto testo 4">
            <a:extLst>
              <a:ext uri="{FF2B5EF4-FFF2-40B4-BE49-F238E27FC236}">
                <a16:creationId xmlns:a16="http://schemas.microsoft.com/office/drawing/2014/main" id="{17020B84-4BAC-8745-AA75-190D9EFEF59D}"/>
              </a:ext>
            </a:extLst>
          </p:cNvPr>
          <p:cNvSpPr>
            <a:spLocks noGrp="1"/>
          </p:cNvSpPr>
          <p:nvPr>
            <p:ph type="body" sz="quarter" idx="14" hasCustomPrompt="1"/>
          </p:nvPr>
        </p:nvSpPr>
        <p:spPr>
          <a:xfrm>
            <a:off x="771787" y="2932631"/>
            <a:ext cx="492155" cy="3188243"/>
          </a:xfrm>
          <a:prstGeom prst="rect">
            <a:avLst/>
          </a:prstGeom>
        </p:spPr>
        <p:txBody>
          <a:bodyPr vert="horz" lIns="0" tIns="0" rIns="0" bIns="0">
            <a:noAutofit/>
          </a:bodyPr>
          <a:lstStyle>
            <a:lvl1pPr marL="0" indent="0" algn="l">
              <a:lnSpc>
                <a:spcPts val="3733"/>
              </a:lnSpc>
              <a:spcBef>
                <a:spcPts val="0"/>
              </a:spcBef>
              <a:spcAft>
                <a:spcPts val="0"/>
              </a:spcAft>
              <a:buFontTx/>
              <a:buNone/>
              <a:defRPr sz="2000" b="0" i="0" kern="1200" cap="none" spc="115" baseline="0">
                <a:solidFill>
                  <a:schemeClr val="accent1"/>
                </a:solidFill>
                <a:latin typeface="+mn-lt"/>
              </a:defRPr>
            </a:lvl1pPr>
            <a:lvl2pPr marL="0" indent="0" algn="r">
              <a:lnSpc>
                <a:spcPct val="100000"/>
              </a:lnSpc>
              <a:spcBef>
                <a:spcPts val="0"/>
              </a:spcBef>
              <a:buFontTx/>
              <a:buNone/>
              <a:defRPr sz="2508" b="1" i="0">
                <a:solidFill>
                  <a:schemeClr val="bg2"/>
                </a:solidFill>
              </a:defRPr>
            </a:lvl2pPr>
            <a:lvl3pPr marL="0" indent="0" algn="r">
              <a:lnSpc>
                <a:spcPct val="100000"/>
              </a:lnSpc>
              <a:spcBef>
                <a:spcPts val="0"/>
              </a:spcBef>
              <a:buFontTx/>
              <a:buNone/>
              <a:defRPr sz="2508" b="1" i="0">
                <a:solidFill>
                  <a:schemeClr val="bg2"/>
                </a:solidFill>
              </a:defRPr>
            </a:lvl3pPr>
            <a:lvl4pPr marL="0" indent="0" algn="r">
              <a:lnSpc>
                <a:spcPct val="100000"/>
              </a:lnSpc>
              <a:spcBef>
                <a:spcPts val="0"/>
              </a:spcBef>
              <a:buFontTx/>
              <a:buNone/>
              <a:defRPr sz="2508" b="1" i="0">
                <a:solidFill>
                  <a:schemeClr val="bg2"/>
                </a:solidFill>
              </a:defRPr>
            </a:lvl4pPr>
            <a:lvl5pPr marL="0" indent="0" algn="r">
              <a:lnSpc>
                <a:spcPct val="100000"/>
              </a:lnSpc>
              <a:spcBef>
                <a:spcPts val="0"/>
              </a:spcBef>
              <a:buFontTx/>
              <a:buNone/>
              <a:defRPr sz="2508" b="1" i="0">
                <a:solidFill>
                  <a:schemeClr val="bg2"/>
                </a:solidFill>
              </a:defRPr>
            </a:lvl5pPr>
          </a:lstStyle>
          <a:p>
            <a:pPr lvl="0"/>
            <a:r>
              <a:rPr lang="en-GB" noProof="0"/>
              <a:t>01.</a:t>
            </a:r>
          </a:p>
        </p:txBody>
      </p:sp>
      <p:sp>
        <p:nvSpPr>
          <p:cNvPr id="2" name="Title 1">
            <a:extLst>
              <a:ext uri="{FF2B5EF4-FFF2-40B4-BE49-F238E27FC236}">
                <a16:creationId xmlns:a16="http://schemas.microsoft.com/office/drawing/2014/main" id="{6D46F653-613F-1D17-3EFE-3D16573CFA78}"/>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63307321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graphicFrame>
        <p:nvGraphicFramePr>
          <p:cNvPr id="5" name="Oggetto 4" hidden="1">
            <a:extLst>
              <a:ext uri="{FF2B5EF4-FFF2-40B4-BE49-F238E27FC236}">
                <a16:creationId xmlns:a16="http://schemas.microsoft.com/office/drawing/2014/main" id="{414C026D-00DE-4F87-82EA-B345DA3E35CF}"/>
              </a:ext>
            </a:extLst>
          </p:cNvPr>
          <p:cNvGraphicFramePr>
            <a:graphicFrameLocks noChangeAspect="1"/>
          </p:cNvGraphicFramePr>
          <p:nvPr userDrawn="1">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Diapositive think-cell" r:id="rId4" imgW="270" imgH="270" progId="TCLayout.ActiveDocument.1">
                  <p:embed/>
                </p:oleObj>
              </mc:Choice>
              <mc:Fallback>
                <p:oleObj name="Diapositive think-cell" r:id="rId4" imgW="270" imgH="270" progId="TCLayout.ActiveDocument.1">
                  <p:embed/>
                  <p:pic>
                    <p:nvPicPr>
                      <p:cNvPr id="5" name="Oggetto 4" hidden="1">
                        <a:extLst>
                          <a:ext uri="{FF2B5EF4-FFF2-40B4-BE49-F238E27FC236}">
                            <a16:creationId xmlns:a16="http://schemas.microsoft.com/office/drawing/2014/main" id="{414C026D-00DE-4F87-82EA-B345DA3E35CF}"/>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4" name="Rettangolo 3" hidden="1">
            <a:extLst>
              <a:ext uri="{FF2B5EF4-FFF2-40B4-BE49-F238E27FC236}">
                <a16:creationId xmlns:a16="http://schemas.microsoft.com/office/drawing/2014/main" id="{6DBF90D3-D96B-4ECC-B2E3-8C19AC43BDA4}"/>
              </a:ext>
            </a:extLst>
          </p:cNvPr>
          <p:cNvSpPr/>
          <p:nvPr userDrawn="1">
            <p:custDataLst>
              <p:tags r:id="rId2"/>
            </p:custDataLst>
          </p:nvPr>
        </p:nvSpPr>
        <p:spPr>
          <a:xfrm>
            <a:off x="1" y="1"/>
            <a:ext cx="158751" cy="158751"/>
          </a:xfrm>
          <a:prstGeom prst="rect">
            <a:avLst/>
          </a:prstGeom>
          <a:solidFill>
            <a:schemeClr val="accent5"/>
          </a:solidFill>
          <a:ln>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endParaRPr lang="en-US" sz="2000" b="0" i="0" baseline="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 name="Title Placeholder 14">
            <a:extLst>
              <a:ext uri="{FF2B5EF4-FFF2-40B4-BE49-F238E27FC236}">
                <a16:creationId xmlns:a16="http://schemas.microsoft.com/office/drawing/2014/main" id="{5F564D69-2640-42CA-ABC9-E06ECD2A68BA}"/>
              </a:ext>
            </a:extLst>
          </p:cNvPr>
          <p:cNvSpPr>
            <a:spLocks noGrp="1"/>
          </p:cNvSpPr>
          <p:nvPr>
            <p:ph type="title"/>
          </p:nvPr>
        </p:nvSpPr>
        <p:spPr>
          <a:xfrm>
            <a:off x="408005" y="390865"/>
            <a:ext cx="11182248" cy="557459"/>
          </a:xfrm>
          <a:prstGeom prst="rect">
            <a:avLst/>
          </a:prstGeom>
        </p:spPr>
        <p:txBody>
          <a:bodyPr vert="horz" lIns="0" tIns="0" rIns="0" bIns="0" rtlCol="0" anchor="t">
            <a:normAutofit/>
          </a:bodyPr>
          <a:lstStyle>
            <a:lvl1pPr rtl="0">
              <a:defRPr/>
            </a:lvl1pPr>
          </a:lstStyle>
          <a:p>
            <a:r>
              <a:rPr lang="en-US"/>
              <a:t>Click to edit Master title style</a:t>
            </a:r>
          </a:p>
        </p:txBody>
      </p:sp>
    </p:spTree>
    <p:extLst>
      <p:ext uri="{BB962C8B-B14F-4D97-AF65-F5344CB8AC3E}">
        <p14:creationId xmlns:p14="http://schemas.microsoft.com/office/powerpoint/2010/main" val="338624373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Divider C">
    <p:bg>
      <p:bgPr>
        <a:solidFill>
          <a:schemeClr val="bg2"/>
        </a:solidFill>
        <a:effectLst/>
      </p:bgPr>
    </p:bg>
    <p:spTree>
      <p:nvGrpSpPr>
        <p:cNvPr id="1" name=""/>
        <p:cNvGrpSpPr/>
        <p:nvPr/>
      </p:nvGrpSpPr>
      <p:grpSpPr>
        <a:xfrm>
          <a:off x="0" y="0"/>
          <a:ext cx="0" cy="0"/>
          <a:chOff x="0" y="0"/>
          <a:chExt cx="0" cy="0"/>
        </a:xfrm>
      </p:grpSpPr>
      <p:pic>
        <p:nvPicPr>
          <p:cNvPr id="10" name="Picture 9" descr="Shape&#10;&#10;Description automatically generated">
            <a:extLst>
              <a:ext uri="{FF2B5EF4-FFF2-40B4-BE49-F238E27FC236}">
                <a16:creationId xmlns:a16="http://schemas.microsoft.com/office/drawing/2014/main" id="{9D2604A2-FA73-1130-4A93-885B3FCF61A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2369" y="-26317"/>
            <a:ext cx="1263941" cy="539736"/>
          </a:xfrm>
          <a:prstGeom prst="rect">
            <a:avLst/>
          </a:prstGeom>
        </p:spPr>
      </p:pic>
      <p:pic>
        <p:nvPicPr>
          <p:cNvPr id="9" name="Picture 8">
            <a:extLst>
              <a:ext uri="{FF2B5EF4-FFF2-40B4-BE49-F238E27FC236}">
                <a16:creationId xmlns:a16="http://schemas.microsoft.com/office/drawing/2014/main" id="{9A288809-455F-4842-BBD7-E6150C625961}"/>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9985EF51-2E44-3B49-99C2-79FD245CE07C}"/>
              </a:ext>
            </a:extLst>
          </p:cNvPr>
          <p:cNvSpPr>
            <a:spLocks noGrp="1"/>
          </p:cNvSpPr>
          <p:nvPr>
            <p:ph type="title" hasCustomPrompt="1"/>
          </p:nvPr>
        </p:nvSpPr>
        <p:spPr>
          <a:xfrm>
            <a:off x="747125" y="2998256"/>
            <a:ext cx="7004304" cy="430744"/>
          </a:xfrm>
        </p:spPr>
        <p:txBody>
          <a:bodyPr/>
          <a:lstStyle>
            <a:lvl1pPr>
              <a:defRPr>
                <a:solidFill>
                  <a:schemeClr val="accent1"/>
                </a:solidFill>
              </a:defRPr>
            </a:lvl1pPr>
          </a:lstStyle>
          <a:p>
            <a:r>
              <a:rPr lang="en-GB"/>
              <a:t>divider title</a:t>
            </a:r>
            <a:endParaRPr lang="en-US"/>
          </a:p>
        </p:txBody>
      </p:sp>
      <p:sp>
        <p:nvSpPr>
          <p:cNvPr id="7" name="Text Placeholder 5">
            <a:extLst>
              <a:ext uri="{FF2B5EF4-FFF2-40B4-BE49-F238E27FC236}">
                <a16:creationId xmlns:a16="http://schemas.microsoft.com/office/drawing/2014/main" id="{E887030A-39E7-CB44-8EC9-6576EA072E00}"/>
              </a:ext>
            </a:extLst>
          </p:cNvPr>
          <p:cNvSpPr>
            <a:spLocks noGrp="1"/>
          </p:cNvSpPr>
          <p:nvPr>
            <p:ph type="body" sz="quarter" idx="13" hasCustomPrompt="1"/>
          </p:nvPr>
        </p:nvSpPr>
        <p:spPr>
          <a:xfrm>
            <a:off x="747124" y="3541351"/>
            <a:ext cx="7004304" cy="261659"/>
          </a:xfrm>
          <a:prstGeom prst="rect">
            <a:avLst/>
          </a:prstGeom>
        </p:spPr>
        <p:txBody>
          <a:bodyPr lIns="0" tIns="0" rIns="0" bIns="0"/>
          <a:lstStyle>
            <a:lvl1pPr marL="0" indent="0">
              <a:lnSpc>
                <a:spcPts val="2000"/>
              </a:lnSpc>
              <a:spcBef>
                <a:spcPts val="0"/>
              </a:spcBef>
              <a:buNone/>
              <a:defRPr sz="1867" b="0" kern="0" cap="all" spc="53" baseline="0">
                <a:solidFill>
                  <a:schemeClr val="accent1"/>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ISPUM DOLOR SIT</a:t>
            </a:r>
            <a:endParaRPr lang="en-US"/>
          </a:p>
        </p:txBody>
      </p:sp>
      <p:sp>
        <p:nvSpPr>
          <p:cNvPr id="8" name="Text Placeholder 5">
            <a:extLst>
              <a:ext uri="{FF2B5EF4-FFF2-40B4-BE49-F238E27FC236}">
                <a16:creationId xmlns:a16="http://schemas.microsoft.com/office/drawing/2014/main" id="{29FDEF27-3E78-1D4B-8408-36D9106C0BC2}"/>
              </a:ext>
            </a:extLst>
          </p:cNvPr>
          <p:cNvSpPr>
            <a:spLocks noGrp="1"/>
          </p:cNvSpPr>
          <p:nvPr>
            <p:ph type="body" sz="quarter" idx="14" hasCustomPrompt="1"/>
          </p:nvPr>
        </p:nvSpPr>
        <p:spPr>
          <a:xfrm>
            <a:off x="7793877" y="1700366"/>
            <a:ext cx="4398123" cy="3690959"/>
          </a:xfrm>
          <a:prstGeom prst="rect">
            <a:avLst/>
          </a:prstGeom>
        </p:spPr>
        <p:txBody>
          <a:bodyPr lIns="0" tIns="0" rIns="0" bIns="0"/>
          <a:lstStyle>
            <a:lvl1pPr marL="0" indent="0">
              <a:lnSpc>
                <a:spcPts val="26666"/>
              </a:lnSpc>
              <a:spcBef>
                <a:spcPts val="0"/>
              </a:spcBef>
              <a:buNone/>
              <a:defRPr sz="26666" b="1" kern="0" spc="-400" baseline="0">
                <a:solidFill>
                  <a:schemeClr val="accent5"/>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08</a:t>
            </a:r>
            <a:endParaRPr lang="en-US"/>
          </a:p>
        </p:txBody>
      </p:sp>
      <p:sp>
        <p:nvSpPr>
          <p:cNvPr id="2" name="Slide Number Placeholder 1">
            <a:extLst>
              <a:ext uri="{FF2B5EF4-FFF2-40B4-BE49-F238E27FC236}">
                <a16:creationId xmlns:a16="http://schemas.microsoft.com/office/drawing/2014/main" id="{B65AD562-A8FE-AB9C-A4A9-E0FD0461BA7F}"/>
              </a:ext>
            </a:extLst>
          </p:cNvPr>
          <p:cNvSpPr>
            <a:spLocks noGrp="1"/>
          </p:cNvSpPr>
          <p:nvPr>
            <p:ph type="sldNum" sz="quarter" idx="15"/>
          </p:nvPr>
        </p:nvSpPr>
        <p:spPr/>
        <p:txBody>
          <a:bodyPr/>
          <a:lstStyle>
            <a:lvl1pPr>
              <a:defRPr>
                <a:solidFill>
                  <a:schemeClr val="accent1"/>
                </a:solidFill>
              </a:defRPr>
            </a:lvl1pPr>
          </a:lstStyle>
          <a:p>
            <a:fld id="{29CAE5FC-86E1-1448-8EC3-A22E1B31C8C0}" type="slidenum">
              <a:rPr lang="en-US" smtClean="0"/>
              <a:pPr/>
              <a:t>‹N°›</a:t>
            </a:fld>
            <a:endParaRPr lang="en-US"/>
          </a:p>
        </p:txBody>
      </p:sp>
      <p:pic>
        <p:nvPicPr>
          <p:cNvPr id="11" name="Picture 10" descr="A picture containing logo&#10;&#10;Description automatically generated">
            <a:extLst>
              <a:ext uri="{FF2B5EF4-FFF2-40B4-BE49-F238E27FC236}">
                <a16:creationId xmlns:a16="http://schemas.microsoft.com/office/drawing/2014/main" id="{21E2851E-39EE-B888-74A3-8986000959FD}"/>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532533" y="6146800"/>
            <a:ext cx="1659467" cy="711200"/>
          </a:xfrm>
          <a:prstGeom prst="rect">
            <a:avLst/>
          </a:prstGeom>
        </p:spPr>
      </p:pic>
    </p:spTree>
    <p:extLst>
      <p:ext uri="{BB962C8B-B14F-4D97-AF65-F5344CB8AC3E}">
        <p14:creationId xmlns:p14="http://schemas.microsoft.com/office/powerpoint/2010/main" val="147090373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Divider A">
    <p:bg>
      <p:bgPr>
        <a:solidFill>
          <a:schemeClr val="accent1"/>
        </a:solidFill>
        <a:effectLst/>
      </p:bgPr>
    </p:bg>
    <p:spTree>
      <p:nvGrpSpPr>
        <p:cNvPr id="1" name=""/>
        <p:cNvGrpSpPr/>
        <p:nvPr/>
      </p:nvGrpSpPr>
      <p:grpSpPr>
        <a:xfrm>
          <a:off x="0" y="0"/>
          <a:ext cx="0" cy="0"/>
          <a:chOff x="0" y="0"/>
          <a:chExt cx="0" cy="0"/>
        </a:xfrm>
      </p:grpSpPr>
      <p:pic>
        <p:nvPicPr>
          <p:cNvPr id="10" name="Picture 9" descr="Shape&#10;&#10;Description automatically generated">
            <a:extLst>
              <a:ext uri="{FF2B5EF4-FFF2-40B4-BE49-F238E27FC236}">
                <a16:creationId xmlns:a16="http://schemas.microsoft.com/office/drawing/2014/main" id="{99DDEE51-838F-A2EA-52F3-61356F54F56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1216177" cy="519341"/>
          </a:xfrm>
          <a:prstGeom prst="rect">
            <a:avLst/>
          </a:prstGeom>
        </p:spPr>
      </p:pic>
      <p:pic>
        <p:nvPicPr>
          <p:cNvPr id="9" name="Picture 8" descr="Shape&#10;&#10;Description automatically generated">
            <a:extLst>
              <a:ext uri="{FF2B5EF4-FFF2-40B4-BE49-F238E27FC236}">
                <a16:creationId xmlns:a16="http://schemas.microsoft.com/office/drawing/2014/main" id="{9A288809-455F-4842-BBD7-E6150C625961}"/>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Title 2">
            <a:extLst>
              <a:ext uri="{FF2B5EF4-FFF2-40B4-BE49-F238E27FC236}">
                <a16:creationId xmlns:a16="http://schemas.microsoft.com/office/drawing/2014/main" id="{9985EF51-2E44-3B49-99C2-79FD245CE07C}"/>
              </a:ext>
            </a:extLst>
          </p:cNvPr>
          <p:cNvSpPr>
            <a:spLocks noGrp="1"/>
          </p:cNvSpPr>
          <p:nvPr>
            <p:ph type="title" hasCustomPrompt="1"/>
          </p:nvPr>
        </p:nvSpPr>
        <p:spPr>
          <a:xfrm>
            <a:off x="747125" y="2998256"/>
            <a:ext cx="7004304" cy="430744"/>
          </a:xfrm>
        </p:spPr>
        <p:txBody>
          <a:bodyPr/>
          <a:lstStyle>
            <a:lvl1pPr>
              <a:defRPr/>
            </a:lvl1pPr>
          </a:lstStyle>
          <a:p>
            <a:r>
              <a:rPr lang="en-GB"/>
              <a:t>divider title</a:t>
            </a:r>
            <a:endParaRPr lang="en-US"/>
          </a:p>
        </p:txBody>
      </p:sp>
      <p:sp>
        <p:nvSpPr>
          <p:cNvPr id="7" name="Text Placeholder 5">
            <a:extLst>
              <a:ext uri="{FF2B5EF4-FFF2-40B4-BE49-F238E27FC236}">
                <a16:creationId xmlns:a16="http://schemas.microsoft.com/office/drawing/2014/main" id="{E887030A-39E7-CB44-8EC9-6576EA072E00}"/>
              </a:ext>
            </a:extLst>
          </p:cNvPr>
          <p:cNvSpPr>
            <a:spLocks noGrp="1"/>
          </p:cNvSpPr>
          <p:nvPr>
            <p:ph type="body" sz="quarter" idx="13" hasCustomPrompt="1"/>
          </p:nvPr>
        </p:nvSpPr>
        <p:spPr>
          <a:xfrm>
            <a:off x="747124" y="3541351"/>
            <a:ext cx="7004304" cy="261659"/>
          </a:xfrm>
          <a:prstGeom prst="rect">
            <a:avLst/>
          </a:prstGeom>
        </p:spPr>
        <p:txBody>
          <a:bodyPr lIns="0" tIns="0" rIns="0" bIns="0"/>
          <a:lstStyle>
            <a:lvl1pPr marL="0" indent="0">
              <a:lnSpc>
                <a:spcPts val="2000"/>
              </a:lnSpc>
              <a:spcBef>
                <a:spcPts val="0"/>
              </a:spcBef>
              <a:buNone/>
              <a:defRPr sz="1867" b="0" kern="0" cap="all" spc="53" baseline="0">
                <a:solidFill>
                  <a:schemeClr val="bg2"/>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ISPUM DOLOR SIT</a:t>
            </a:r>
            <a:endParaRPr lang="en-US"/>
          </a:p>
        </p:txBody>
      </p:sp>
      <p:sp>
        <p:nvSpPr>
          <p:cNvPr id="8" name="Text Placeholder 5">
            <a:extLst>
              <a:ext uri="{FF2B5EF4-FFF2-40B4-BE49-F238E27FC236}">
                <a16:creationId xmlns:a16="http://schemas.microsoft.com/office/drawing/2014/main" id="{29FDEF27-3E78-1D4B-8408-36D9106C0BC2}"/>
              </a:ext>
            </a:extLst>
          </p:cNvPr>
          <p:cNvSpPr>
            <a:spLocks noGrp="1"/>
          </p:cNvSpPr>
          <p:nvPr>
            <p:ph type="body" sz="quarter" idx="14" hasCustomPrompt="1"/>
          </p:nvPr>
        </p:nvSpPr>
        <p:spPr>
          <a:xfrm>
            <a:off x="7793877" y="1700366"/>
            <a:ext cx="4398123" cy="3690959"/>
          </a:xfrm>
          <a:prstGeom prst="rect">
            <a:avLst/>
          </a:prstGeom>
        </p:spPr>
        <p:txBody>
          <a:bodyPr lIns="0" tIns="0" rIns="0" bIns="0"/>
          <a:lstStyle>
            <a:lvl1pPr marL="0" indent="0">
              <a:lnSpc>
                <a:spcPts val="26666"/>
              </a:lnSpc>
              <a:spcBef>
                <a:spcPts val="0"/>
              </a:spcBef>
              <a:buNone/>
              <a:defRPr sz="26666" b="1" kern="0" spc="-400" baseline="0">
                <a:solidFill>
                  <a:schemeClr val="accent1"/>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08</a:t>
            </a:r>
            <a:endParaRPr lang="en-US"/>
          </a:p>
        </p:txBody>
      </p:sp>
      <p:sp>
        <p:nvSpPr>
          <p:cNvPr id="2" name="Slide Number Placeholder 1">
            <a:extLst>
              <a:ext uri="{FF2B5EF4-FFF2-40B4-BE49-F238E27FC236}">
                <a16:creationId xmlns:a16="http://schemas.microsoft.com/office/drawing/2014/main" id="{C4EC088E-E958-2444-E55E-3696A4106120}"/>
              </a:ext>
            </a:extLst>
          </p:cNvPr>
          <p:cNvSpPr>
            <a:spLocks noGrp="1"/>
          </p:cNvSpPr>
          <p:nvPr>
            <p:ph type="sldNum" sz="quarter" idx="15"/>
          </p:nvPr>
        </p:nvSpPr>
        <p:spPr/>
        <p:txBody>
          <a:bodyPr/>
          <a:lstStyle/>
          <a:p>
            <a:fld id="{29CAE5FC-86E1-1448-8EC3-A22E1B31C8C0}" type="slidenum">
              <a:rPr lang="en-US" smtClean="0"/>
              <a:pPr/>
              <a:t>‹N°›</a:t>
            </a:fld>
            <a:endParaRPr lang="en-US"/>
          </a:p>
        </p:txBody>
      </p:sp>
      <p:pic>
        <p:nvPicPr>
          <p:cNvPr id="5" name="Picture 4" descr="Logo&#10;&#10;Description automatically generated">
            <a:extLst>
              <a:ext uri="{FF2B5EF4-FFF2-40B4-BE49-F238E27FC236}">
                <a16:creationId xmlns:a16="http://schemas.microsoft.com/office/drawing/2014/main" id="{D75BF6FD-F0D8-044A-89D1-23DDEE87B093}"/>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532533" y="6155447"/>
            <a:ext cx="1659467" cy="711200"/>
          </a:xfrm>
          <a:prstGeom prst="rect">
            <a:avLst/>
          </a:prstGeom>
        </p:spPr>
      </p:pic>
    </p:spTree>
    <p:extLst>
      <p:ext uri="{BB962C8B-B14F-4D97-AF65-F5344CB8AC3E}">
        <p14:creationId xmlns:p14="http://schemas.microsoft.com/office/powerpoint/2010/main" val="63503627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Photos and Text">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6364628" y="1878961"/>
            <a:ext cx="4966193" cy="235064"/>
          </a:xfrm>
        </p:spPr>
        <p:txBody>
          <a:bodyPr>
            <a:noAutofit/>
          </a:bodyPr>
          <a:lstStyle>
            <a:lvl1pPr>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r>
              <a:rPr lang="it-IT" noProof="0"/>
              <a:t>.</a:t>
            </a:r>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7" y="696001"/>
            <a:ext cx="10559032" cy="777668"/>
          </a:xfrm>
        </p:spPr>
        <p:txBody>
          <a:bodyPr/>
          <a:lstStyle/>
          <a:p>
            <a:r>
              <a:rPr lang="en-GB"/>
              <a:t>CLICK TO EDIT MASTER TITLE STYLE</a:t>
            </a:r>
            <a:endParaRPr lang="en-US"/>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6364626" y="2231591"/>
            <a:ext cx="4966193" cy="1097019"/>
          </a:xfrm>
        </p:spPr>
        <p:txBody>
          <a:bodyPr>
            <a:noAutofit/>
          </a:bodyPr>
          <a:lstStyle>
            <a:lvl1pPr>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r>
              <a:rPr lang="it-IT" noProof="0"/>
              <a:t>.</a:t>
            </a:r>
          </a:p>
        </p:txBody>
      </p:sp>
      <p:sp>
        <p:nvSpPr>
          <p:cNvPr id="11" name="Text Placeholder 8">
            <a:extLst>
              <a:ext uri="{FF2B5EF4-FFF2-40B4-BE49-F238E27FC236}">
                <a16:creationId xmlns:a16="http://schemas.microsoft.com/office/drawing/2014/main" id="{8D10ECE5-9F3E-7C4E-9012-95918EA1F8D4}"/>
              </a:ext>
            </a:extLst>
          </p:cNvPr>
          <p:cNvSpPr>
            <a:spLocks noGrp="1"/>
          </p:cNvSpPr>
          <p:nvPr>
            <p:ph type="body" sz="quarter" idx="17"/>
          </p:nvPr>
        </p:nvSpPr>
        <p:spPr>
          <a:xfrm>
            <a:off x="6364627" y="3429002"/>
            <a:ext cx="4966192" cy="2510405"/>
          </a:xfrm>
        </p:spPr>
        <p:txBody>
          <a:bodyPr/>
          <a:lstStyle>
            <a:lvl1pPr marL="228594" indent="-228594">
              <a:buClr>
                <a:schemeClr val="accent2"/>
              </a:buClr>
              <a:buSzPct val="120000"/>
              <a:buFont typeface="Arial" panose="020B0604020202020204" pitchFamily="34" charset="0"/>
              <a:buChar char="•"/>
              <a:defRPr>
                <a:solidFill>
                  <a:schemeClr val="accent2"/>
                </a:solidFill>
              </a:defRPr>
            </a:lvl1pPr>
            <a:lvl2pPr marL="749911" indent="-228594">
              <a:buClr>
                <a:schemeClr val="accent2"/>
              </a:buClr>
              <a:buSzPct val="120000"/>
              <a:buFont typeface="Arial" panose="020B0604020202020204" pitchFamily="34" charset="0"/>
              <a:buChar char="•"/>
              <a:defRPr>
                <a:solidFill>
                  <a:schemeClr val="accent2"/>
                </a:solidFill>
              </a:defRPr>
            </a:lvl2pPr>
            <a:lvl3pPr marL="1271228" indent="-228594">
              <a:buClr>
                <a:schemeClr val="accent2"/>
              </a:buClr>
              <a:buSzPct val="120000"/>
              <a:buFont typeface="Arial" panose="020B0604020202020204" pitchFamily="34" charset="0"/>
              <a:buChar char="•"/>
              <a:defRPr>
                <a:solidFill>
                  <a:schemeClr val="accent2"/>
                </a:solidFill>
              </a:defRPr>
            </a:lvl3pPr>
            <a:lvl4pPr marL="1792545" indent="-228594">
              <a:buClr>
                <a:schemeClr val="accent2"/>
              </a:buClr>
              <a:buSzPct val="120000"/>
              <a:buFont typeface="Arial" panose="020B0604020202020204" pitchFamily="34" charset="0"/>
              <a:buChar char="•"/>
              <a:defRPr>
                <a:solidFill>
                  <a:schemeClr val="accent2"/>
                </a:solidFill>
              </a:defRPr>
            </a:lvl4pPr>
            <a:lvl5pPr marL="2313862" indent="-228594">
              <a:buClr>
                <a:schemeClr val="accent2"/>
              </a:buClr>
              <a:buSzPct val="120000"/>
              <a:buFont typeface="Arial" panose="020B0604020202020204" pitchFamily="34" charset="0"/>
              <a:buChar char="•"/>
              <a:defRPr>
                <a:solidFill>
                  <a:schemeClr val="accent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Text Placeholder 7">
            <a:extLst>
              <a:ext uri="{FF2B5EF4-FFF2-40B4-BE49-F238E27FC236}">
                <a16:creationId xmlns:a16="http://schemas.microsoft.com/office/drawing/2014/main" id="{3F74D6CA-803E-1D4F-A762-02CC5FF73C42}"/>
              </a:ext>
            </a:extLst>
          </p:cNvPr>
          <p:cNvSpPr>
            <a:spLocks noGrp="1"/>
          </p:cNvSpPr>
          <p:nvPr>
            <p:ph idx="1" hasCustomPrompt="1"/>
          </p:nvPr>
        </p:nvSpPr>
        <p:spPr>
          <a:xfrm>
            <a:off x="771787" y="1732039"/>
            <a:ext cx="2595528" cy="4207367"/>
          </a:xfrm>
          <a:prstGeom prst="rect">
            <a:avLst/>
          </a:prstGeom>
          <a:solidFill>
            <a:schemeClr val="bg2">
              <a:lumMod val="95000"/>
            </a:schemeClr>
          </a:solidFill>
        </p:spPr>
        <p:txBody>
          <a:bodyPr vert="horz" lIns="0" tIns="0" rIns="0" bIns="0" rtlCol="0">
            <a:normAutofit/>
          </a:bodyPr>
          <a:lstStyle>
            <a:lvl1pPr>
              <a:defRPr sz="1067" i="1">
                <a:solidFill>
                  <a:schemeClr val="accent4"/>
                </a:solidFill>
              </a:defRPr>
            </a:lvl1pPr>
          </a:lstStyle>
          <a:p>
            <a:pPr lvl="0"/>
            <a:r>
              <a:rPr lang="en-GB"/>
              <a:t>click one of the icons to insert an element</a:t>
            </a:r>
            <a:endParaRPr lang="en-US"/>
          </a:p>
        </p:txBody>
      </p:sp>
      <p:sp>
        <p:nvSpPr>
          <p:cNvPr id="13" name="Text Placeholder 7">
            <a:extLst>
              <a:ext uri="{FF2B5EF4-FFF2-40B4-BE49-F238E27FC236}">
                <a16:creationId xmlns:a16="http://schemas.microsoft.com/office/drawing/2014/main" id="{0DA397BD-B1CD-4030-E9B6-DBBC2B2FA5E6}"/>
              </a:ext>
            </a:extLst>
          </p:cNvPr>
          <p:cNvSpPr>
            <a:spLocks noGrp="1"/>
          </p:cNvSpPr>
          <p:nvPr>
            <p:ph idx="18" hasCustomPrompt="1"/>
          </p:nvPr>
        </p:nvSpPr>
        <p:spPr>
          <a:xfrm>
            <a:off x="3392792" y="1732039"/>
            <a:ext cx="2595528" cy="4207367"/>
          </a:xfrm>
          <a:prstGeom prst="rect">
            <a:avLst/>
          </a:prstGeom>
          <a:solidFill>
            <a:schemeClr val="bg2">
              <a:lumMod val="95000"/>
            </a:schemeClr>
          </a:solidFill>
        </p:spPr>
        <p:txBody>
          <a:bodyPr vert="horz" lIns="0" tIns="0" rIns="0" bIns="0" rtlCol="0">
            <a:normAutofit/>
          </a:bodyPr>
          <a:lstStyle>
            <a:lvl1pPr>
              <a:defRPr sz="1067" i="1">
                <a:solidFill>
                  <a:schemeClr val="accent4"/>
                </a:solidFill>
              </a:defRPr>
            </a:lvl1pPr>
          </a:lstStyle>
          <a:p>
            <a:pPr lvl="0"/>
            <a:r>
              <a:rPr lang="en-GB"/>
              <a:t>click one of the icons to insert an element</a:t>
            </a:r>
            <a:endParaRPr lang="en-US"/>
          </a:p>
        </p:txBody>
      </p:sp>
    </p:spTree>
    <p:extLst>
      <p:ext uri="{BB962C8B-B14F-4D97-AF65-F5344CB8AC3E}">
        <p14:creationId xmlns:p14="http://schemas.microsoft.com/office/powerpoint/2010/main" val="96575636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ivider A">
    <p:bg>
      <p:bgPr>
        <a:solidFill>
          <a:schemeClr val="accent1"/>
        </a:solidFill>
        <a:effectLst/>
      </p:bgPr>
    </p:bg>
    <p:spTree>
      <p:nvGrpSpPr>
        <p:cNvPr id="1" name=""/>
        <p:cNvGrpSpPr/>
        <p:nvPr/>
      </p:nvGrpSpPr>
      <p:grpSpPr>
        <a:xfrm>
          <a:off x="0" y="0"/>
          <a:ext cx="0" cy="0"/>
          <a:chOff x="0" y="0"/>
          <a:chExt cx="0" cy="0"/>
        </a:xfrm>
      </p:grpSpPr>
      <p:pic>
        <p:nvPicPr>
          <p:cNvPr id="10" name="Picture 9" descr="Shape&#10;&#10;Description automatically generated">
            <a:extLst>
              <a:ext uri="{FF2B5EF4-FFF2-40B4-BE49-F238E27FC236}">
                <a16:creationId xmlns:a16="http://schemas.microsoft.com/office/drawing/2014/main" id="{99DDEE51-838F-A2EA-52F3-61356F54F56C}"/>
              </a:ext>
            </a:extLst>
          </p:cNvPr>
          <p:cNvPicPr>
            <a:picLocks noChangeAspect="1"/>
          </p:cNvPicPr>
          <p:nvPr userDrawn="1"/>
        </p:nvPicPr>
        <p:blipFill>
          <a:blip r:embed="rId2"/>
          <a:stretch>
            <a:fillRect/>
          </a:stretch>
        </p:blipFill>
        <p:spPr>
          <a:xfrm>
            <a:off x="1" y="0"/>
            <a:ext cx="1216177" cy="519341"/>
          </a:xfrm>
          <a:prstGeom prst="rect">
            <a:avLst/>
          </a:prstGeom>
        </p:spPr>
      </p:pic>
      <p:pic>
        <p:nvPicPr>
          <p:cNvPr id="9" name="Picture 8" descr="Shape&#10;&#10;Description automatically generated">
            <a:extLst>
              <a:ext uri="{FF2B5EF4-FFF2-40B4-BE49-F238E27FC236}">
                <a16:creationId xmlns:a16="http://schemas.microsoft.com/office/drawing/2014/main" id="{9A288809-455F-4842-BBD7-E6150C625961}"/>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3" name="Title 2">
            <a:extLst>
              <a:ext uri="{FF2B5EF4-FFF2-40B4-BE49-F238E27FC236}">
                <a16:creationId xmlns:a16="http://schemas.microsoft.com/office/drawing/2014/main" id="{9985EF51-2E44-3B49-99C2-79FD245CE07C}"/>
              </a:ext>
            </a:extLst>
          </p:cNvPr>
          <p:cNvSpPr>
            <a:spLocks noGrp="1"/>
          </p:cNvSpPr>
          <p:nvPr>
            <p:ph type="title" hasCustomPrompt="1"/>
          </p:nvPr>
        </p:nvSpPr>
        <p:spPr>
          <a:xfrm>
            <a:off x="747125" y="2998256"/>
            <a:ext cx="7004304" cy="430744"/>
          </a:xfrm>
        </p:spPr>
        <p:txBody>
          <a:bodyPr/>
          <a:lstStyle>
            <a:lvl1pPr>
              <a:defRPr/>
            </a:lvl1pPr>
          </a:lstStyle>
          <a:p>
            <a:r>
              <a:rPr lang="en-GB"/>
              <a:t>divider title</a:t>
            </a:r>
            <a:endParaRPr lang="en-US"/>
          </a:p>
        </p:txBody>
      </p:sp>
      <p:sp>
        <p:nvSpPr>
          <p:cNvPr id="7" name="Text Placeholder 5">
            <a:extLst>
              <a:ext uri="{FF2B5EF4-FFF2-40B4-BE49-F238E27FC236}">
                <a16:creationId xmlns:a16="http://schemas.microsoft.com/office/drawing/2014/main" id="{E887030A-39E7-CB44-8EC9-6576EA072E00}"/>
              </a:ext>
            </a:extLst>
          </p:cNvPr>
          <p:cNvSpPr>
            <a:spLocks noGrp="1"/>
          </p:cNvSpPr>
          <p:nvPr>
            <p:ph type="body" sz="quarter" idx="13" hasCustomPrompt="1"/>
          </p:nvPr>
        </p:nvSpPr>
        <p:spPr>
          <a:xfrm>
            <a:off x="747124" y="3541351"/>
            <a:ext cx="7004304" cy="261659"/>
          </a:xfrm>
          <a:prstGeom prst="rect">
            <a:avLst/>
          </a:prstGeom>
        </p:spPr>
        <p:txBody>
          <a:bodyPr lIns="0" tIns="0" rIns="0" bIns="0"/>
          <a:lstStyle>
            <a:lvl1pPr marL="0" indent="0">
              <a:lnSpc>
                <a:spcPts val="2000"/>
              </a:lnSpc>
              <a:spcBef>
                <a:spcPts val="0"/>
              </a:spcBef>
              <a:buNone/>
              <a:defRPr sz="1867" b="0" kern="0" cap="all" spc="53" baseline="0">
                <a:solidFill>
                  <a:schemeClr val="bg2"/>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ISPUM DOLOR SIT</a:t>
            </a:r>
            <a:endParaRPr lang="en-US"/>
          </a:p>
        </p:txBody>
      </p:sp>
      <p:sp>
        <p:nvSpPr>
          <p:cNvPr id="8" name="Text Placeholder 5">
            <a:extLst>
              <a:ext uri="{FF2B5EF4-FFF2-40B4-BE49-F238E27FC236}">
                <a16:creationId xmlns:a16="http://schemas.microsoft.com/office/drawing/2014/main" id="{29FDEF27-3E78-1D4B-8408-36D9106C0BC2}"/>
              </a:ext>
            </a:extLst>
          </p:cNvPr>
          <p:cNvSpPr>
            <a:spLocks noGrp="1"/>
          </p:cNvSpPr>
          <p:nvPr>
            <p:ph type="body" sz="quarter" idx="14" hasCustomPrompt="1"/>
          </p:nvPr>
        </p:nvSpPr>
        <p:spPr>
          <a:xfrm>
            <a:off x="7793877" y="1700366"/>
            <a:ext cx="4398123" cy="3690959"/>
          </a:xfrm>
          <a:prstGeom prst="rect">
            <a:avLst/>
          </a:prstGeom>
        </p:spPr>
        <p:txBody>
          <a:bodyPr lIns="0" tIns="0" rIns="0" bIns="0"/>
          <a:lstStyle>
            <a:lvl1pPr marL="0" indent="0">
              <a:lnSpc>
                <a:spcPts val="26666"/>
              </a:lnSpc>
              <a:spcBef>
                <a:spcPts val="0"/>
              </a:spcBef>
              <a:buNone/>
              <a:defRPr sz="26666" b="1" kern="0" spc="-400" baseline="0">
                <a:solidFill>
                  <a:schemeClr val="accent1"/>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08</a:t>
            </a:r>
            <a:endParaRPr lang="en-US"/>
          </a:p>
        </p:txBody>
      </p:sp>
      <p:sp>
        <p:nvSpPr>
          <p:cNvPr id="2" name="Slide Number Placeholder 1">
            <a:extLst>
              <a:ext uri="{FF2B5EF4-FFF2-40B4-BE49-F238E27FC236}">
                <a16:creationId xmlns:a16="http://schemas.microsoft.com/office/drawing/2014/main" id="{C4EC088E-E958-2444-E55E-3696A4106120}"/>
              </a:ext>
            </a:extLst>
          </p:cNvPr>
          <p:cNvSpPr>
            <a:spLocks noGrp="1"/>
          </p:cNvSpPr>
          <p:nvPr>
            <p:ph type="sldNum" sz="quarter" idx="15"/>
          </p:nvPr>
        </p:nvSpPr>
        <p:spPr/>
        <p:txBody>
          <a:bodyPr/>
          <a:lstStyle/>
          <a:p>
            <a:fld id="{29CAE5FC-86E1-1448-8EC3-A22E1B31C8C0}" type="slidenum">
              <a:rPr lang="en-US" smtClean="0"/>
              <a:pPr/>
              <a:t>‹N°›</a:t>
            </a:fld>
            <a:endParaRPr lang="en-US"/>
          </a:p>
        </p:txBody>
      </p:sp>
      <p:pic>
        <p:nvPicPr>
          <p:cNvPr id="5" name="Picture 4" descr="Logo&#10;&#10;Description automatically generated">
            <a:extLst>
              <a:ext uri="{FF2B5EF4-FFF2-40B4-BE49-F238E27FC236}">
                <a16:creationId xmlns:a16="http://schemas.microsoft.com/office/drawing/2014/main" id="{D75BF6FD-F0D8-044A-89D1-23DDEE87B093}"/>
              </a:ext>
            </a:extLst>
          </p:cNvPr>
          <p:cNvPicPr>
            <a:picLocks noChangeAspect="1"/>
          </p:cNvPicPr>
          <p:nvPr userDrawn="1"/>
        </p:nvPicPr>
        <p:blipFill>
          <a:blip r:embed="rId4"/>
          <a:stretch>
            <a:fillRect/>
          </a:stretch>
        </p:blipFill>
        <p:spPr>
          <a:xfrm>
            <a:off x="10532533" y="6155447"/>
            <a:ext cx="1659467" cy="711200"/>
          </a:xfrm>
          <a:prstGeom prst="rect">
            <a:avLst/>
          </a:prstGeom>
        </p:spPr>
      </p:pic>
    </p:spTree>
    <p:extLst>
      <p:ext uri="{BB962C8B-B14F-4D97-AF65-F5344CB8AC3E}">
        <p14:creationId xmlns:p14="http://schemas.microsoft.com/office/powerpoint/2010/main" val="178903731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ivider B">
    <p:bg>
      <p:bgPr>
        <a:solidFill>
          <a:schemeClr val="bg2"/>
        </a:solidFill>
        <a:effectLst/>
      </p:bgPr>
    </p:bg>
    <p:spTree>
      <p:nvGrpSpPr>
        <p:cNvPr id="1" name=""/>
        <p:cNvGrpSpPr/>
        <p:nvPr/>
      </p:nvGrpSpPr>
      <p:grpSpPr>
        <a:xfrm>
          <a:off x="0" y="0"/>
          <a:ext cx="0" cy="0"/>
          <a:chOff x="0" y="0"/>
          <a:chExt cx="0" cy="0"/>
        </a:xfrm>
      </p:grpSpPr>
      <p:pic>
        <p:nvPicPr>
          <p:cNvPr id="10" name="Picture 9" descr="Shape&#10;&#10;Description automatically generated">
            <a:extLst>
              <a:ext uri="{FF2B5EF4-FFF2-40B4-BE49-F238E27FC236}">
                <a16:creationId xmlns:a16="http://schemas.microsoft.com/office/drawing/2014/main" id="{2D716F12-D215-CB00-81D9-7A6FDA4BD034}"/>
              </a:ext>
            </a:extLst>
          </p:cNvPr>
          <p:cNvPicPr>
            <a:picLocks noChangeAspect="1"/>
          </p:cNvPicPr>
          <p:nvPr userDrawn="1"/>
        </p:nvPicPr>
        <p:blipFill>
          <a:blip r:embed="rId2"/>
          <a:stretch>
            <a:fillRect/>
          </a:stretch>
        </p:blipFill>
        <p:spPr>
          <a:xfrm>
            <a:off x="-22369" y="-26317"/>
            <a:ext cx="1263941" cy="539736"/>
          </a:xfrm>
          <a:prstGeom prst="rect">
            <a:avLst/>
          </a:prstGeom>
        </p:spPr>
      </p:pic>
      <p:pic>
        <p:nvPicPr>
          <p:cNvPr id="9" name="Picture 8">
            <a:extLst>
              <a:ext uri="{FF2B5EF4-FFF2-40B4-BE49-F238E27FC236}">
                <a16:creationId xmlns:a16="http://schemas.microsoft.com/office/drawing/2014/main" id="{9A288809-455F-4842-BBD7-E6150C625961}"/>
              </a:ext>
            </a:extLst>
          </p:cNvPr>
          <p:cNvPicPr>
            <a:picLocks noChangeAspect="1"/>
          </p:cNvPicPr>
          <p:nvPr userDrawn="1"/>
        </p:nvPicPr>
        <p:blipFill>
          <a:blip r:embed="rId3"/>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9985EF51-2E44-3B49-99C2-79FD245CE07C}"/>
              </a:ext>
            </a:extLst>
          </p:cNvPr>
          <p:cNvSpPr>
            <a:spLocks noGrp="1"/>
          </p:cNvSpPr>
          <p:nvPr>
            <p:ph type="title" hasCustomPrompt="1"/>
          </p:nvPr>
        </p:nvSpPr>
        <p:spPr>
          <a:xfrm>
            <a:off x="747125" y="2998256"/>
            <a:ext cx="7004304" cy="430744"/>
          </a:xfrm>
        </p:spPr>
        <p:txBody>
          <a:bodyPr/>
          <a:lstStyle>
            <a:lvl1pPr>
              <a:defRPr>
                <a:solidFill>
                  <a:schemeClr val="accent1"/>
                </a:solidFill>
              </a:defRPr>
            </a:lvl1pPr>
          </a:lstStyle>
          <a:p>
            <a:r>
              <a:rPr lang="en-GB"/>
              <a:t>divider title</a:t>
            </a:r>
            <a:endParaRPr lang="en-US"/>
          </a:p>
        </p:txBody>
      </p:sp>
      <p:sp>
        <p:nvSpPr>
          <p:cNvPr id="7" name="Text Placeholder 5">
            <a:extLst>
              <a:ext uri="{FF2B5EF4-FFF2-40B4-BE49-F238E27FC236}">
                <a16:creationId xmlns:a16="http://schemas.microsoft.com/office/drawing/2014/main" id="{E887030A-39E7-CB44-8EC9-6576EA072E00}"/>
              </a:ext>
            </a:extLst>
          </p:cNvPr>
          <p:cNvSpPr>
            <a:spLocks noGrp="1"/>
          </p:cNvSpPr>
          <p:nvPr>
            <p:ph type="body" sz="quarter" idx="13" hasCustomPrompt="1"/>
          </p:nvPr>
        </p:nvSpPr>
        <p:spPr>
          <a:xfrm>
            <a:off x="747124" y="3541351"/>
            <a:ext cx="7004304" cy="261659"/>
          </a:xfrm>
          <a:prstGeom prst="rect">
            <a:avLst/>
          </a:prstGeom>
        </p:spPr>
        <p:txBody>
          <a:bodyPr lIns="0" tIns="0" rIns="0" bIns="0"/>
          <a:lstStyle>
            <a:lvl1pPr marL="0" indent="0">
              <a:lnSpc>
                <a:spcPts val="2000"/>
              </a:lnSpc>
              <a:spcBef>
                <a:spcPts val="0"/>
              </a:spcBef>
              <a:buNone/>
              <a:defRPr sz="1867" b="0" kern="0" cap="all" spc="53" baseline="0">
                <a:solidFill>
                  <a:schemeClr val="accent1"/>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ISPUM DOLOR SIT</a:t>
            </a:r>
            <a:endParaRPr lang="en-US"/>
          </a:p>
        </p:txBody>
      </p:sp>
      <p:sp>
        <p:nvSpPr>
          <p:cNvPr id="8" name="Text Placeholder 5">
            <a:extLst>
              <a:ext uri="{FF2B5EF4-FFF2-40B4-BE49-F238E27FC236}">
                <a16:creationId xmlns:a16="http://schemas.microsoft.com/office/drawing/2014/main" id="{29FDEF27-3E78-1D4B-8408-36D9106C0BC2}"/>
              </a:ext>
            </a:extLst>
          </p:cNvPr>
          <p:cNvSpPr>
            <a:spLocks noGrp="1"/>
          </p:cNvSpPr>
          <p:nvPr>
            <p:ph type="body" sz="quarter" idx="14" hasCustomPrompt="1"/>
          </p:nvPr>
        </p:nvSpPr>
        <p:spPr>
          <a:xfrm>
            <a:off x="7793877" y="1700366"/>
            <a:ext cx="4398123" cy="3690959"/>
          </a:xfrm>
          <a:prstGeom prst="rect">
            <a:avLst/>
          </a:prstGeom>
        </p:spPr>
        <p:txBody>
          <a:bodyPr lIns="0" tIns="0" rIns="0" bIns="0"/>
          <a:lstStyle>
            <a:lvl1pPr marL="0" indent="0">
              <a:lnSpc>
                <a:spcPts val="26666"/>
              </a:lnSpc>
              <a:spcBef>
                <a:spcPts val="0"/>
              </a:spcBef>
              <a:buNone/>
              <a:defRPr sz="26666" b="1" kern="0" spc="-400" baseline="0">
                <a:solidFill>
                  <a:schemeClr val="accent1"/>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08</a:t>
            </a:r>
            <a:endParaRPr lang="en-US"/>
          </a:p>
        </p:txBody>
      </p:sp>
      <p:sp>
        <p:nvSpPr>
          <p:cNvPr id="2" name="Slide Number Placeholder 1">
            <a:extLst>
              <a:ext uri="{FF2B5EF4-FFF2-40B4-BE49-F238E27FC236}">
                <a16:creationId xmlns:a16="http://schemas.microsoft.com/office/drawing/2014/main" id="{77BD5CC2-C3F3-7D62-C4EA-800A67C61E9A}"/>
              </a:ext>
            </a:extLst>
          </p:cNvPr>
          <p:cNvSpPr>
            <a:spLocks noGrp="1"/>
          </p:cNvSpPr>
          <p:nvPr>
            <p:ph type="sldNum" sz="quarter" idx="15"/>
          </p:nvPr>
        </p:nvSpPr>
        <p:spPr/>
        <p:txBody>
          <a:bodyPr/>
          <a:lstStyle>
            <a:lvl1pPr>
              <a:defRPr>
                <a:solidFill>
                  <a:schemeClr val="accent1"/>
                </a:solidFill>
              </a:defRPr>
            </a:lvl1pPr>
          </a:lstStyle>
          <a:p>
            <a:fld id="{29CAE5FC-86E1-1448-8EC3-A22E1B31C8C0}" type="slidenum">
              <a:rPr lang="en-US" smtClean="0"/>
              <a:pPr/>
              <a:t>‹N°›</a:t>
            </a:fld>
            <a:endParaRPr lang="en-US"/>
          </a:p>
        </p:txBody>
      </p:sp>
      <p:pic>
        <p:nvPicPr>
          <p:cNvPr id="11" name="Picture 10" descr="A picture containing logo&#10;&#10;Description automatically generated">
            <a:extLst>
              <a:ext uri="{FF2B5EF4-FFF2-40B4-BE49-F238E27FC236}">
                <a16:creationId xmlns:a16="http://schemas.microsoft.com/office/drawing/2014/main" id="{A2AD4895-0E77-AB90-E5A1-CE74304945F3}"/>
              </a:ext>
            </a:extLst>
          </p:cNvPr>
          <p:cNvPicPr>
            <a:picLocks noChangeAspect="1"/>
          </p:cNvPicPr>
          <p:nvPr userDrawn="1"/>
        </p:nvPicPr>
        <p:blipFill>
          <a:blip r:embed="rId4"/>
          <a:stretch>
            <a:fillRect/>
          </a:stretch>
        </p:blipFill>
        <p:spPr>
          <a:xfrm>
            <a:off x="10532533" y="6146800"/>
            <a:ext cx="1659467" cy="711200"/>
          </a:xfrm>
          <a:prstGeom prst="rect">
            <a:avLst/>
          </a:prstGeom>
        </p:spPr>
      </p:pic>
    </p:spTree>
    <p:extLst>
      <p:ext uri="{BB962C8B-B14F-4D97-AF65-F5344CB8AC3E}">
        <p14:creationId xmlns:p14="http://schemas.microsoft.com/office/powerpoint/2010/main" val="158919070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ivider C">
    <p:bg>
      <p:bgPr>
        <a:solidFill>
          <a:schemeClr val="bg2"/>
        </a:solidFill>
        <a:effectLst/>
      </p:bgPr>
    </p:bg>
    <p:spTree>
      <p:nvGrpSpPr>
        <p:cNvPr id="1" name=""/>
        <p:cNvGrpSpPr/>
        <p:nvPr/>
      </p:nvGrpSpPr>
      <p:grpSpPr>
        <a:xfrm>
          <a:off x="0" y="0"/>
          <a:ext cx="0" cy="0"/>
          <a:chOff x="0" y="0"/>
          <a:chExt cx="0" cy="0"/>
        </a:xfrm>
      </p:grpSpPr>
      <p:pic>
        <p:nvPicPr>
          <p:cNvPr id="10" name="Picture 9" descr="Shape&#10;&#10;Description automatically generated">
            <a:extLst>
              <a:ext uri="{FF2B5EF4-FFF2-40B4-BE49-F238E27FC236}">
                <a16:creationId xmlns:a16="http://schemas.microsoft.com/office/drawing/2014/main" id="{9D2604A2-FA73-1130-4A93-885B3FCF61AD}"/>
              </a:ext>
            </a:extLst>
          </p:cNvPr>
          <p:cNvPicPr>
            <a:picLocks noChangeAspect="1"/>
          </p:cNvPicPr>
          <p:nvPr userDrawn="1"/>
        </p:nvPicPr>
        <p:blipFill>
          <a:blip r:embed="rId2"/>
          <a:stretch>
            <a:fillRect/>
          </a:stretch>
        </p:blipFill>
        <p:spPr>
          <a:xfrm>
            <a:off x="-22369" y="-26317"/>
            <a:ext cx="1263941" cy="539736"/>
          </a:xfrm>
          <a:prstGeom prst="rect">
            <a:avLst/>
          </a:prstGeom>
        </p:spPr>
      </p:pic>
      <p:pic>
        <p:nvPicPr>
          <p:cNvPr id="9" name="Picture 8">
            <a:extLst>
              <a:ext uri="{FF2B5EF4-FFF2-40B4-BE49-F238E27FC236}">
                <a16:creationId xmlns:a16="http://schemas.microsoft.com/office/drawing/2014/main" id="{9A288809-455F-4842-BBD7-E6150C625961}"/>
              </a:ext>
            </a:extLst>
          </p:cNvPr>
          <p:cNvPicPr>
            <a:picLocks noChangeAspect="1"/>
          </p:cNvPicPr>
          <p:nvPr userDrawn="1"/>
        </p:nvPicPr>
        <p:blipFill>
          <a:blip r:embed="rId3"/>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9985EF51-2E44-3B49-99C2-79FD245CE07C}"/>
              </a:ext>
            </a:extLst>
          </p:cNvPr>
          <p:cNvSpPr>
            <a:spLocks noGrp="1"/>
          </p:cNvSpPr>
          <p:nvPr>
            <p:ph type="title" hasCustomPrompt="1"/>
          </p:nvPr>
        </p:nvSpPr>
        <p:spPr>
          <a:xfrm>
            <a:off x="747125" y="2998256"/>
            <a:ext cx="7004304" cy="430744"/>
          </a:xfrm>
        </p:spPr>
        <p:txBody>
          <a:bodyPr/>
          <a:lstStyle>
            <a:lvl1pPr>
              <a:defRPr>
                <a:solidFill>
                  <a:schemeClr val="accent1"/>
                </a:solidFill>
              </a:defRPr>
            </a:lvl1pPr>
          </a:lstStyle>
          <a:p>
            <a:r>
              <a:rPr lang="en-GB"/>
              <a:t>divider title</a:t>
            </a:r>
            <a:endParaRPr lang="en-US"/>
          </a:p>
        </p:txBody>
      </p:sp>
      <p:sp>
        <p:nvSpPr>
          <p:cNvPr id="7" name="Text Placeholder 5">
            <a:extLst>
              <a:ext uri="{FF2B5EF4-FFF2-40B4-BE49-F238E27FC236}">
                <a16:creationId xmlns:a16="http://schemas.microsoft.com/office/drawing/2014/main" id="{E887030A-39E7-CB44-8EC9-6576EA072E00}"/>
              </a:ext>
            </a:extLst>
          </p:cNvPr>
          <p:cNvSpPr>
            <a:spLocks noGrp="1"/>
          </p:cNvSpPr>
          <p:nvPr>
            <p:ph type="body" sz="quarter" idx="13" hasCustomPrompt="1"/>
          </p:nvPr>
        </p:nvSpPr>
        <p:spPr>
          <a:xfrm>
            <a:off x="747124" y="3541351"/>
            <a:ext cx="7004304" cy="261659"/>
          </a:xfrm>
          <a:prstGeom prst="rect">
            <a:avLst/>
          </a:prstGeom>
        </p:spPr>
        <p:txBody>
          <a:bodyPr lIns="0" tIns="0" rIns="0" bIns="0"/>
          <a:lstStyle>
            <a:lvl1pPr marL="0" indent="0">
              <a:lnSpc>
                <a:spcPts val="2000"/>
              </a:lnSpc>
              <a:spcBef>
                <a:spcPts val="0"/>
              </a:spcBef>
              <a:buNone/>
              <a:defRPr sz="1867" b="0" kern="0" cap="all" spc="53" baseline="0">
                <a:solidFill>
                  <a:schemeClr val="accent1"/>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ISPUM DOLOR SIT</a:t>
            </a:r>
            <a:endParaRPr lang="en-US"/>
          </a:p>
        </p:txBody>
      </p:sp>
      <p:sp>
        <p:nvSpPr>
          <p:cNvPr id="8" name="Text Placeholder 5">
            <a:extLst>
              <a:ext uri="{FF2B5EF4-FFF2-40B4-BE49-F238E27FC236}">
                <a16:creationId xmlns:a16="http://schemas.microsoft.com/office/drawing/2014/main" id="{29FDEF27-3E78-1D4B-8408-36D9106C0BC2}"/>
              </a:ext>
            </a:extLst>
          </p:cNvPr>
          <p:cNvSpPr>
            <a:spLocks noGrp="1"/>
          </p:cNvSpPr>
          <p:nvPr>
            <p:ph type="body" sz="quarter" idx="14" hasCustomPrompt="1"/>
          </p:nvPr>
        </p:nvSpPr>
        <p:spPr>
          <a:xfrm>
            <a:off x="7793877" y="1700366"/>
            <a:ext cx="4398123" cy="3690959"/>
          </a:xfrm>
          <a:prstGeom prst="rect">
            <a:avLst/>
          </a:prstGeom>
        </p:spPr>
        <p:txBody>
          <a:bodyPr lIns="0" tIns="0" rIns="0" bIns="0"/>
          <a:lstStyle>
            <a:lvl1pPr marL="0" indent="0">
              <a:lnSpc>
                <a:spcPts val="26666"/>
              </a:lnSpc>
              <a:spcBef>
                <a:spcPts val="0"/>
              </a:spcBef>
              <a:buNone/>
              <a:defRPr sz="26666" b="1" kern="0" spc="-400" baseline="0">
                <a:solidFill>
                  <a:schemeClr val="accent5"/>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08</a:t>
            </a:r>
            <a:endParaRPr lang="en-US"/>
          </a:p>
        </p:txBody>
      </p:sp>
      <p:sp>
        <p:nvSpPr>
          <p:cNvPr id="2" name="Slide Number Placeholder 1">
            <a:extLst>
              <a:ext uri="{FF2B5EF4-FFF2-40B4-BE49-F238E27FC236}">
                <a16:creationId xmlns:a16="http://schemas.microsoft.com/office/drawing/2014/main" id="{B65AD562-A8FE-AB9C-A4A9-E0FD0461BA7F}"/>
              </a:ext>
            </a:extLst>
          </p:cNvPr>
          <p:cNvSpPr>
            <a:spLocks noGrp="1"/>
          </p:cNvSpPr>
          <p:nvPr>
            <p:ph type="sldNum" sz="quarter" idx="15"/>
          </p:nvPr>
        </p:nvSpPr>
        <p:spPr/>
        <p:txBody>
          <a:bodyPr/>
          <a:lstStyle>
            <a:lvl1pPr>
              <a:defRPr>
                <a:solidFill>
                  <a:schemeClr val="accent1"/>
                </a:solidFill>
              </a:defRPr>
            </a:lvl1pPr>
          </a:lstStyle>
          <a:p>
            <a:fld id="{29CAE5FC-86E1-1448-8EC3-A22E1B31C8C0}" type="slidenum">
              <a:rPr lang="en-US" smtClean="0"/>
              <a:pPr/>
              <a:t>‹N°›</a:t>
            </a:fld>
            <a:endParaRPr lang="en-US"/>
          </a:p>
        </p:txBody>
      </p:sp>
      <p:pic>
        <p:nvPicPr>
          <p:cNvPr id="11" name="Picture 10" descr="A picture containing logo&#10;&#10;Description automatically generated">
            <a:extLst>
              <a:ext uri="{FF2B5EF4-FFF2-40B4-BE49-F238E27FC236}">
                <a16:creationId xmlns:a16="http://schemas.microsoft.com/office/drawing/2014/main" id="{21E2851E-39EE-B888-74A3-8986000959FD}"/>
              </a:ext>
            </a:extLst>
          </p:cNvPr>
          <p:cNvPicPr>
            <a:picLocks noChangeAspect="1"/>
          </p:cNvPicPr>
          <p:nvPr userDrawn="1"/>
        </p:nvPicPr>
        <p:blipFill>
          <a:blip r:embed="rId4"/>
          <a:stretch>
            <a:fillRect/>
          </a:stretch>
        </p:blipFill>
        <p:spPr>
          <a:xfrm>
            <a:off x="10532533" y="6146800"/>
            <a:ext cx="1659467" cy="711200"/>
          </a:xfrm>
          <a:prstGeom prst="rect">
            <a:avLst/>
          </a:prstGeom>
        </p:spPr>
      </p:pic>
    </p:spTree>
    <p:extLst>
      <p:ext uri="{BB962C8B-B14F-4D97-AF65-F5344CB8AC3E}">
        <p14:creationId xmlns:p14="http://schemas.microsoft.com/office/powerpoint/2010/main" val="170932910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nvPr>
        </p:nvGraphicFramePr>
        <p:xfrm>
          <a:off x="2119" y="2123"/>
          <a:ext cx="2116" cy="2116"/>
        </p:xfrm>
        <a:graphic>
          <a:graphicData uri="http://schemas.openxmlformats.org/presentationml/2006/ole">
            <mc:AlternateContent xmlns:mc="http://schemas.openxmlformats.org/markup-compatibility/2006">
              <mc:Choice xmlns:v="urn:schemas-microsoft-com:vml" Requires="v">
                <p:oleObj name="Diapositive think-cell" r:id="rId4" imgW="381" imgH="381" progId="TCLayout.ActiveDocument.1">
                  <p:embed/>
                </p:oleObj>
              </mc:Choice>
              <mc:Fallback>
                <p:oleObj name="Diapositive think-cell" r:id="rId4" imgW="381" imgH="381" progId="TCLayout.ActiveDocument.1">
                  <p:embed/>
                  <p:pic>
                    <p:nvPicPr>
                      <p:cNvPr id="12" name="Object 11" hidden="1"/>
                      <p:cNvPicPr/>
                      <p:nvPr/>
                    </p:nvPicPr>
                    <p:blipFill>
                      <a:blip r:embed="rId5"/>
                      <a:stretch>
                        <a:fillRect/>
                      </a:stretch>
                    </p:blipFill>
                    <p:spPr>
                      <a:xfrm>
                        <a:off x="2119" y="2123"/>
                        <a:ext cx="2116" cy="2116"/>
                      </a:xfrm>
                      <a:prstGeom prst="rect">
                        <a:avLst/>
                      </a:prstGeom>
                    </p:spPr>
                  </p:pic>
                </p:oleObj>
              </mc:Fallback>
            </mc:AlternateContent>
          </a:graphicData>
        </a:graphic>
      </p:graphicFrame>
      <p:sp>
        <p:nvSpPr>
          <p:cNvPr id="4" name="Rectangle 3" hidden="1"/>
          <p:cNvSpPr/>
          <p:nvPr userDrawn="1">
            <p:custDataLst>
              <p:tags r:id="rId2"/>
            </p:custDataLst>
          </p:nvPr>
        </p:nvSpPr>
        <p:spPr>
          <a:xfrm>
            <a:off x="5" y="5"/>
            <a:ext cx="158751" cy="158752"/>
          </a:xfrm>
          <a:prstGeom prst="rect">
            <a:avLst/>
          </a:prstGeom>
          <a:solidFill>
            <a:srgbClr val="C00000"/>
          </a:solidFill>
          <a:ln>
            <a:noFill/>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defTabSz="913834" eaLnBrk="1">
              <a:spcBef>
                <a:spcPct val="0"/>
              </a:spcBef>
              <a:spcAft>
                <a:spcPct val="0"/>
              </a:spcAft>
            </a:pPr>
            <a:endParaRPr lang="en-GB" sz="1467" b="0" i="0" baseline="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2" name="Title 1"/>
          <p:cNvSpPr>
            <a:spLocks noGrp="1"/>
          </p:cNvSpPr>
          <p:nvPr>
            <p:ph type="title"/>
          </p:nvPr>
        </p:nvSpPr>
        <p:spPr>
          <a:xfrm>
            <a:off x="351779" y="606172"/>
            <a:ext cx="10515600" cy="430887"/>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9" name="Text Placeholder 8"/>
          <p:cNvSpPr>
            <a:spLocks noGrp="1"/>
          </p:cNvSpPr>
          <p:nvPr>
            <p:ph type="body" sz="quarter" idx="18" hasCustomPrompt="1"/>
          </p:nvPr>
        </p:nvSpPr>
        <p:spPr>
          <a:xfrm>
            <a:off x="351779" y="1150091"/>
            <a:ext cx="11182248" cy="184667"/>
          </a:xfrm>
          <a:prstGeom prst="rect">
            <a:avLst/>
          </a:prstGeom>
        </p:spPr>
        <p:txBody>
          <a:bodyPr wrap="square" lIns="0" tIns="0" rIns="0" bIns="0">
            <a:spAutoFit/>
          </a:bodyPr>
          <a:lstStyle>
            <a:lvl1pPr marL="0" indent="0" algn="l" defTabSz="342675" rtl="0" eaLnBrk="1" fontAlgn="base" hangingPunct="1">
              <a:lnSpc>
                <a:spcPct val="100000"/>
              </a:lnSpc>
              <a:spcBef>
                <a:spcPts val="0"/>
              </a:spcBef>
              <a:spcAft>
                <a:spcPct val="0"/>
              </a:spcAft>
              <a:buClr>
                <a:srgbClr val="C00000"/>
              </a:buClr>
              <a:buNone/>
              <a:defRPr lang="en-US" sz="12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5" name="Slide Number Placeholder 6">
            <a:extLst>
              <a:ext uri="{FF2B5EF4-FFF2-40B4-BE49-F238E27FC236}">
                <a16:creationId xmlns:a16="http://schemas.microsoft.com/office/drawing/2014/main" id="{D5718F0E-13D4-692A-C60D-64E404B330F1}"/>
              </a:ext>
            </a:extLst>
          </p:cNvPr>
          <p:cNvSpPr>
            <a:spLocks noGrp="1"/>
          </p:cNvSpPr>
          <p:nvPr>
            <p:ph type="sldNum" sz="quarter" idx="13"/>
          </p:nvPr>
        </p:nvSpPr>
        <p:spPr>
          <a:xfrm>
            <a:off x="267695" y="119864"/>
            <a:ext cx="504092" cy="204512"/>
          </a:xfrm>
          <a:prstGeom prst="rect">
            <a:avLst/>
          </a:prstGeom>
        </p:spPr>
        <p:txBody>
          <a:bodyPr/>
          <a:lstStyle>
            <a:lvl1pPr>
              <a:defRPr>
                <a:solidFill>
                  <a:schemeClr val="accent1"/>
                </a:solidFill>
              </a:defRPr>
            </a:lvl1pPr>
          </a:lstStyle>
          <a:p>
            <a:fld id="{29CAE5FC-86E1-1448-8EC3-A22E1B31C8C0}" type="slidenum">
              <a:rPr lang="it-IT" smtClean="0"/>
              <a:pPr/>
              <a:t>‹N°›</a:t>
            </a:fld>
            <a:endParaRPr lang="it-IT"/>
          </a:p>
        </p:txBody>
      </p:sp>
    </p:spTree>
    <p:extLst>
      <p:ext uri="{BB962C8B-B14F-4D97-AF65-F5344CB8AC3E}">
        <p14:creationId xmlns:p14="http://schemas.microsoft.com/office/powerpoint/2010/main" val="340822807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_One Column Text">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771790" y="1878962"/>
            <a:ext cx="3993159" cy="577095"/>
          </a:xfrm>
        </p:spPr>
        <p:txBody>
          <a:bodyPr>
            <a:noAutofit/>
          </a:bodyPr>
          <a:lstStyle>
            <a:lvl1pPr>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endParaRPr lang="it-IT" noProof="0"/>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7" y="696002"/>
            <a:ext cx="11028727" cy="777668"/>
          </a:xfrm>
        </p:spPr>
        <p:txBody>
          <a:bodyPr/>
          <a:lstStyle/>
          <a:p>
            <a:r>
              <a:rPr lang="en-GB"/>
              <a:t>CLICK TO EDIT MASTER TITLE STYLE</a:t>
            </a:r>
            <a:endParaRPr lang="en-US"/>
          </a:p>
        </p:txBody>
      </p:sp>
      <p:sp>
        <p:nvSpPr>
          <p:cNvPr id="9" name="Text Placeholder 8">
            <a:extLst>
              <a:ext uri="{FF2B5EF4-FFF2-40B4-BE49-F238E27FC236}">
                <a16:creationId xmlns:a16="http://schemas.microsoft.com/office/drawing/2014/main" id="{80EC26C9-3F09-D34E-94B0-FF161A79BA00}"/>
              </a:ext>
            </a:extLst>
          </p:cNvPr>
          <p:cNvSpPr>
            <a:spLocks noGrp="1"/>
          </p:cNvSpPr>
          <p:nvPr>
            <p:ph type="body" sz="quarter" idx="15"/>
          </p:nvPr>
        </p:nvSpPr>
        <p:spPr>
          <a:xfrm>
            <a:off x="5055764" y="1878962"/>
            <a:ext cx="6744749" cy="4241913"/>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771789" y="2489614"/>
            <a:ext cx="3993159" cy="2633265"/>
          </a:xfrm>
        </p:spPr>
        <p:txBody>
          <a:bodyPr>
            <a:noAutofit/>
          </a:bodyPr>
          <a:lstStyle>
            <a:lvl1pPr>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r>
              <a:rPr lang="it-IT" noProof="0"/>
              <a:t>.</a:t>
            </a:r>
          </a:p>
        </p:txBody>
      </p:sp>
    </p:spTree>
    <p:extLst>
      <p:ext uri="{BB962C8B-B14F-4D97-AF65-F5344CB8AC3E}">
        <p14:creationId xmlns:p14="http://schemas.microsoft.com/office/powerpoint/2010/main" val="62015359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5_One Column Text">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8" y="696002"/>
            <a:ext cx="10648425" cy="777668"/>
          </a:xfrm>
        </p:spPr>
        <p:txBody>
          <a:bodyPr/>
          <a:lstStyle/>
          <a:p>
            <a:r>
              <a:rPr lang="en-GB"/>
              <a:t>CLICK TO EDIT MASTER TITLE STYLE</a:t>
            </a:r>
            <a:endParaRPr lang="en-US"/>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771789" y="1834391"/>
            <a:ext cx="10648425" cy="3601676"/>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771789" y="5589839"/>
            <a:ext cx="10648425" cy="662756"/>
          </a:xfrm>
        </p:spPr>
        <p:txBody>
          <a:bodyPr>
            <a:noAutofit/>
          </a:bodyPr>
          <a:lstStyle>
            <a:lvl1pPr marL="0" indent="0">
              <a:lnSpc>
                <a:spcPts val="1600"/>
              </a:lnSpc>
              <a:spcBef>
                <a:spcPts val="0"/>
              </a:spcBef>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Tree>
    <p:extLst>
      <p:ext uri="{BB962C8B-B14F-4D97-AF65-F5344CB8AC3E}">
        <p14:creationId xmlns:p14="http://schemas.microsoft.com/office/powerpoint/2010/main" val="297725882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One Column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DBBB496-6610-A398-EB22-1A060E042C30}"/>
              </a:ext>
            </a:extLst>
          </p:cNvPr>
          <p:cNvGraphicFramePr>
            <a:graphicFrameLocks noChangeAspect="1"/>
          </p:cNvGraphicFramePr>
          <p:nvPr userDrawn="1">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FDBBB496-6610-A398-EB22-1A060E042C30}"/>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771788" y="1878961"/>
            <a:ext cx="6364448" cy="235064"/>
          </a:xfrm>
        </p:spPr>
        <p:txBody>
          <a:bodyPr>
            <a:noAutofit/>
          </a:bodyPr>
          <a:lstStyle>
            <a:lvl1pPr rtl="0">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p:txBody>
          <a:bodyPr vert="horz"/>
          <a:lstStyle>
            <a:lvl1pPr rtl="0">
              <a:defRPr/>
            </a:lvl1pPr>
          </a:lstStyle>
          <a:p>
            <a:r>
              <a:rPr lang="en-GB"/>
              <a:t>CLICK TO EDIT MASTER TITLE STYLE</a:t>
            </a:r>
          </a:p>
        </p:txBody>
      </p:sp>
      <p:sp>
        <p:nvSpPr>
          <p:cNvPr id="9" name="Text Placeholder 8">
            <a:extLst>
              <a:ext uri="{FF2B5EF4-FFF2-40B4-BE49-F238E27FC236}">
                <a16:creationId xmlns:a16="http://schemas.microsoft.com/office/drawing/2014/main" id="{80EC26C9-3F09-D34E-94B0-FF161A79BA00}"/>
              </a:ext>
            </a:extLst>
          </p:cNvPr>
          <p:cNvSpPr>
            <a:spLocks noGrp="1"/>
          </p:cNvSpPr>
          <p:nvPr>
            <p:ph type="body" sz="quarter" idx="15"/>
          </p:nvPr>
        </p:nvSpPr>
        <p:spPr>
          <a:xfrm>
            <a:off x="771787" y="3020798"/>
            <a:ext cx="6062444" cy="1386220"/>
          </a:xfrm>
        </p:spPr>
        <p:txBody>
          <a:bodyPr/>
          <a:lstStyle>
            <a:lvl1pPr rtl="0">
              <a:defRPr>
                <a:solidFill>
                  <a:schemeClr val="accent2"/>
                </a:solidFill>
              </a:defRPr>
            </a:lvl1pPr>
            <a:lvl2pPr rtl="0">
              <a:defRPr>
                <a:solidFill>
                  <a:schemeClr val="accent2"/>
                </a:solidFill>
              </a:defRPr>
            </a:lvl2pPr>
            <a:lvl3pPr rtl="0">
              <a:defRPr>
                <a:solidFill>
                  <a:schemeClr val="accent2"/>
                </a:solidFill>
              </a:defRPr>
            </a:lvl3pPr>
            <a:lvl4pPr rtl="0">
              <a:defRPr>
                <a:solidFill>
                  <a:schemeClr val="accent2"/>
                </a:solidFill>
              </a:defRPr>
            </a:lvl4pPr>
            <a:lvl5pPr rtl="0">
              <a:defRPr>
                <a:solidFill>
                  <a:schemeClr val="accent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771787" y="2231593"/>
            <a:ext cx="6364448" cy="598295"/>
          </a:xfrm>
        </p:spPr>
        <p:txBody>
          <a:bodyPr>
            <a:noAutofit/>
          </a:bodyPr>
          <a:lstStyle>
            <a:lvl1pPr rtl="0">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11" name="Text Placeholder 8">
            <a:extLst>
              <a:ext uri="{FF2B5EF4-FFF2-40B4-BE49-F238E27FC236}">
                <a16:creationId xmlns:a16="http://schemas.microsoft.com/office/drawing/2014/main" id="{8D10ECE5-9F3E-7C4E-9012-95918EA1F8D4}"/>
              </a:ext>
            </a:extLst>
          </p:cNvPr>
          <p:cNvSpPr>
            <a:spLocks noGrp="1"/>
          </p:cNvSpPr>
          <p:nvPr>
            <p:ph type="body" sz="quarter" idx="17"/>
          </p:nvPr>
        </p:nvSpPr>
        <p:spPr>
          <a:xfrm>
            <a:off x="771787" y="4553187"/>
            <a:ext cx="6062444" cy="1386220"/>
          </a:xfrm>
        </p:spPr>
        <p:txBody>
          <a:bodyPr/>
          <a:lstStyle>
            <a:lvl1pPr marL="228589" indent="-228589" rtl="0">
              <a:buClr>
                <a:schemeClr val="accent2"/>
              </a:buClr>
              <a:buSzPct val="120000"/>
              <a:buFont typeface="Arial" panose="020B0604020202020204" pitchFamily="34" charset="0"/>
              <a:buChar char="•"/>
              <a:defRPr>
                <a:solidFill>
                  <a:schemeClr val="accent2"/>
                </a:solidFill>
              </a:defRPr>
            </a:lvl1pPr>
            <a:lvl2pPr marL="749892" indent="-228589" rtl="0">
              <a:buClr>
                <a:schemeClr val="accent2"/>
              </a:buClr>
              <a:buSzPct val="120000"/>
              <a:buFont typeface="Arial" panose="020B0604020202020204" pitchFamily="34" charset="0"/>
              <a:buChar char="•"/>
              <a:defRPr>
                <a:solidFill>
                  <a:schemeClr val="accent2"/>
                </a:solidFill>
              </a:defRPr>
            </a:lvl2pPr>
            <a:lvl3pPr marL="1271196" indent="-228589" rtl="0">
              <a:buClr>
                <a:schemeClr val="accent2"/>
              </a:buClr>
              <a:buSzPct val="120000"/>
              <a:buFont typeface="Arial" panose="020B0604020202020204" pitchFamily="34" charset="0"/>
              <a:buChar char="•"/>
              <a:defRPr>
                <a:solidFill>
                  <a:schemeClr val="accent2"/>
                </a:solidFill>
              </a:defRPr>
            </a:lvl3pPr>
            <a:lvl4pPr marL="1792501" indent="-228589" rtl="0">
              <a:buClr>
                <a:schemeClr val="accent2"/>
              </a:buClr>
              <a:buSzPct val="120000"/>
              <a:buFont typeface="Arial" panose="020B0604020202020204" pitchFamily="34" charset="0"/>
              <a:buChar char="•"/>
              <a:defRPr>
                <a:solidFill>
                  <a:schemeClr val="accent2"/>
                </a:solidFill>
              </a:defRPr>
            </a:lvl4pPr>
            <a:lvl5pPr marL="2313805" indent="-228589" rtl="0">
              <a:buClr>
                <a:schemeClr val="accent2"/>
              </a:buClr>
              <a:buSzPct val="120000"/>
              <a:buFont typeface="Arial" panose="020B0604020202020204" pitchFamily="34" charset="0"/>
              <a:buChar char="•"/>
              <a:defRPr>
                <a:solidFill>
                  <a:schemeClr val="accent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7">
            <a:extLst>
              <a:ext uri="{FF2B5EF4-FFF2-40B4-BE49-F238E27FC236}">
                <a16:creationId xmlns:a16="http://schemas.microsoft.com/office/drawing/2014/main" id="{3F74D6CA-803E-1D4F-A762-02CC5FF73C42}"/>
              </a:ext>
            </a:extLst>
          </p:cNvPr>
          <p:cNvSpPr>
            <a:spLocks noGrp="1"/>
          </p:cNvSpPr>
          <p:nvPr>
            <p:ph idx="1" hasCustomPrompt="1"/>
          </p:nvPr>
        </p:nvSpPr>
        <p:spPr>
          <a:xfrm>
            <a:off x="7225717" y="3980"/>
            <a:ext cx="4966283" cy="6854021"/>
          </a:xfrm>
          <a:prstGeom prst="rect">
            <a:avLst/>
          </a:prstGeom>
          <a:solidFill>
            <a:schemeClr val="bg2">
              <a:lumMod val="95000"/>
            </a:schemeClr>
          </a:solidFill>
        </p:spPr>
        <p:txBody>
          <a:bodyPr vert="horz" lIns="0" tIns="0" rIns="0" bIns="0" rtlCol="0">
            <a:normAutofit/>
          </a:bodyPr>
          <a:lstStyle>
            <a:lvl1pPr rtl="0">
              <a:defRPr sz="1067" i="1">
                <a:solidFill>
                  <a:schemeClr val="accent4"/>
                </a:solidFill>
              </a:defRPr>
            </a:lvl1pPr>
          </a:lstStyle>
          <a:p>
            <a:pPr lvl="0"/>
            <a:r>
              <a:rPr lang="en-GB"/>
              <a:t>click one of the icons to insert an element</a:t>
            </a:r>
          </a:p>
        </p:txBody>
      </p:sp>
    </p:spTree>
    <p:extLst>
      <p:ext uri="{BB962C8B-B14F-4D97-AF65-F5344CB8AC3E}">
        <p14:creationId xmlns:p14="http://schemas.microsoft.com/office/powerpoint/2010/main" val="304386968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Photos and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DC2F651-CD72-BDE5-D2CB-8DFDF4427FA3}"/>
              </a:ext>
            </a:extLst>
          </p:cNvPr>
          <p:cNvGraphicFramePr>
            <a:graphicFrameLocks noChangeAspect="1"/>
          </p:cNvGraphicFramePr>
          <p:nvPr userDrawn="1">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1DC2F651-CD72-BDE5-D2CB-8DFDF4427FA3}"/>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6364629" y="1878961"/>
            <a:ext cx="4966193" cy="235064"/>
          </a:xfrm>
        </p:spPr>
        <p:txBody>
          <a:bodyPr>
            <a:noAutofit/>
          </a:bodyPr>
          <a:lstStyle>
            <a:lvl1pPr rtl="0">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7" y="696002"/>
            <a:ext cx="10559032" cy="777668"/>
          </a:xfrm>
        </p:spPr>
        <p:txBody>
          <a:bodyPr vert="horz"/>
          <a:lstStyle>
            <a:lvl1pPr rtl="0">
              <a:defRPr/>
            </a:lvl1pPr>
          </a:lstStyle>
          <a:p>
            <a:r>
              <a:rPr lang="en-GB"/>
              <a:t>CLICK TO EDIT MASTER TITLE STYLE</a:t>
            </a:r>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6364628" y="2231592"/>
            <a:ext cx="4966193" cy="1097019"/>
          </a:xfrm>
        </p:spPr>
        <p:txBody>
          <a:bodyPr>
            <a:noAutofit/>
          </a:bodyPr>
          <a:lstStyle>
            <a:lvl1pPr rtl="0">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11" name="Text Placeholder 8">
            <a:extLst>
              <a:ext uri="{FF2B5EF4-FFF2-40B4-BE49-F238E27FC236}">
                <a16:creationId xmlns:a16="http://schemas.microsoft.com/office/drawing/2014/main" id="{8D10ECE5-9F3E-7C4E-9012-95918EA1F8D4}"/>
              </a:ext>
            </a:extLst>
          </p:cNvPr>
          <p:cNvSpPr>
            <a:spLocks noGrp="1"/>
          </p:cNvSpPr>
          <p:nvPr>
            <p:ph type="body" sz="quarter" idx="17"/>
          </p:nvPr>
        </p:nvSpPr>
        <p:spPr>
          <a:xfrm>
            <a:off x="6364627" y="3429003"/>
            <a:ext cx="4966192" cy="2510405"/>
          </a:xfrm>
        </p:spPr>
        <p:txBody>
          <a:bodyPr/>
          <a:lstStyle>
            <a:lvl1pPr marL="228589" indent="-228589" rtl="0">
              <a:buClr>
                <a:schemeClr val="accent2"/>
              </a:buClr>
              <a:buSzPct val="120000"/>
              <a:buFont typeface="Arial" panose="020B0604020202020204" pitchFamily="34" charset="0"/>
              <a:buChar char="•"/>
              <a:defRPr>
                <a:solidFill>
                  <a:schemeClr val="accent2"/>
                </a:solidFill>
              </a:defRPr>
            </a:lvl1pPr>
            <a:lvl2pPr marL="749892" indent="-228589" rtl="0">
              <a:buClr>
                <a:schemeClr val="accent2"/>
              </a:buClr>
              <a:buSzPct val="120000"/>
              <a:buFont typeface="Arial" panose="020B0604020202020204" pitchFamily="34" charset="0"/>
              <a:buChar char="•"/>
              <a:defRPr>
                <a:solidFill>
                  <a:schemeClr val="accent2"/>
                </a:solidFill>
              </a:defRPr>
            </a:lvl2pPr>
            <a:lvl3pPr marL="1271196" indent="-228589" rtl="0">
              <a:buClr>
                <a:schemeClr val="accent2"/>
              </a:buClr>
              <a:buSzPct val="120000"/>
              <a:buFont typeface="Arial" panose="020B0604020202020204" pitchFamily="34" charset="0"/>
              <a:buChar char="•"/>
              <a:defRPr>
                <a:solidFill>
                  <a:schemeClr val="accent2"/>
                </a:solidFill>
              </a:defRPr>
            </a:lvl3pPr>
            <a:lvl4pPr marL="1792501" indent="-228589" rtl="0">
              <a:buClr>
                <a:schemeClr val="accent2"/>
              </a:buClr>
              <a:buSzPct val="120000"/>
              <a:buFont typeface="Arial" panose="020B0604020202020204" pitchFamily="34" charset="0"/>
              <a:buChar char="•"/>
              <a:defRPr>
                <a:solidFill>
                  <a:schemeClr val="accent2"/>
                </a:solidFill>
              </a:defRPr>
            </a:lvl4pPr>
            <a:lvl5pPr marL="2313805" indent="-228589" rtl="0">
              <a:buClr>
                <a:schemeClr val="accent2"/>
              </a:buClr>
              <a:buSzPct val="120000"/>
              <a:buFont typeface="Arial" panose="020B0604020202020204" pitchFamily="34" charset="0"/>
              <a:buChar char="•"/>
              <a:defRPr>
                <a:solidFill>
                  <a:schemeClr val="accent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7">
            <a:extLst>
              <a:ext uri="{FF2B5EF4-FFF2-40B4-BE49-F238E27FC236}">
                <a16:creationId xmlns:a16="http://schemas.microsoft.com/office/drawing/2014/main" id="{3F74D6CA-803E-1D4F-A762-02CC5FF73C42}"/>
              </a:ext>
            </a:extLst>
          </p:cNvPr>
          <p:cNvSpPr>
            <a:spLocks noGrp="1"/>
          </p:cNvSpPr>
          <p:nvPr>
            <p:ph idx="1" hasCustomPrompt="1"/>
          </p:nvPr>
        </p:nvSpPr>
        <p:spPr>
          <a:xfrm>
            <a:off x="771787" y="1732041"/>
            <a:ext cx="2595528" cy="4207367"/>
          </a:xfrm>
          <a:prstGeom prst="rect">
            <a:avLst/>
          </a:prstGeom>
          <a:solidFill>
            <a:schemeClr val="bg2">
              <a:lumMod val="95000"/>
            </a:schemeClr>
          </a:solidFill>
        </p:spPr>
        <p:txBody>
          <a:bodyPr vert="horz" lIns="0" tIns="0" rIns="0" bIns="0" rtlCol="0">
            <a:normAutofit/>
          </a:bodyPr>
          <a:lstStyle>
            <a:lvl1pPr rtl="0">
              <a:defRPr sz="1067" i="1">
                <a:solidFill>
                  <a:schemeClr val="accent4"/>
                </a:solidFill>
              </a:defRPr>
            </a:lvl1pPr>
          </a:lstStyle>
          <a:p>
            <a:pPr lvl="0"/>
            <a:r>
              <a:rPr lang="en-GB"/>
              <a:t>click one of the icons to insert an element</a:t>
            </a:r>
          </a:p>
        </p:txBody>
      </p:sp>
      <p:sp>
        <p:nvSpPr>
          <p:cNvPr id="13" name="Text Placeholder 7">
            <a:extLst>
              <a:ext uri="{FF2B5EF4-FFF2-40B4-BE49-F238E27FC236}">
                <a16:creationId xmlns:a16="http://schemas.microsoft.com/office/drawing/2014/main" id="{0DA397BD-B1CD-4030-E9B6-DBBC2B2FA5E6}"/>
              </a:ext>
            </a:extLst>
          </p:cNvPr>
          <p:cNvSpPr>
            <a:spLocks noGrp="1"/>
          </p:cNvSpPr>
          <p:nvPr>
            <p:ph idx="18" hasCustomPrompt="1"/>
          </p:nvPr>
        </p:nvSpPr>
        <p:spPr>
          <a:xfrm>
            <a:off x="3392792" y="1732041"/>
            <a:ext cx="2595528" cy="4207367"/>
          </a:xfrm>
          <a:prstGeom prst="rect">
            <a:avLst/>
          </a:prstGeom>
          <a:solidFill>
            <a:schemeClr val="bg2">
              <a:lumMod val="95000"/>
            </a:schemeClr>
          </a:solidFill>
        </p:spPr>
        <p:txBody>
          <a:bodyPr vert="horz" lIns="0" tIns="0" rIns="0" bIns="0" rtlCol="0">
            <a:normAutofit/>
          </a:bodyPr>
          <a:lstStyle>
            <a:lvl1pPr rtl="0">
              <a:defRPr sz="1067" i="1">
                <a:solidFill>
                  <a:schemeClr val="accent4"/>
                </a:solidFill>
              </a:defRPr>
            </a:lvl1pPr>
          </a:lstStyle>
          <a:p>
            <a:pPr lvl="0"/>
            <a:r>
              <a:rPr lang="en-GB"/>
              <a:t>click one of the icons to insert an element</a:t>
            </a:r>
          </a:p>
        </p:txBody>
      </p:sp>
    </p:spTree>
    <p:extLst>
      <p:ext uri="{BB962C8B-B14F-4D97-AF65-F5344CB8AC3E}">
        <p14:creationId xmlns:p14="http://schemas.microsoft.com/office/powerpoint/2010/main" val="335368694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Photos and Text Special">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009278B-A277-F71F-A417-074C27FF33F2}"/>
              </a:ext>
            </a:extLst>
          </p:cNvPr>
          <p:cNvGraphicFramePr>
            <a:graphicFrameLocks noChangeAspect="1"/>
          </p:cNvGraphicFramePr>
          <p:nvPr userDrawn="1">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1009278B-A277-F71F-A417-074C27FF33F2}"/>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6016285" y="1878961"/>
            <a:ext cx="4687883" cy="235064"/>
          </a:xfrm>
        </p:spPr>
        <p:txBody>
          <a:bodyPr>
            <a:noAutofit/>
          </a:bodyPr>
          <a:lstStyle>
            <a:lvl1pPr rtl="0">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7" y="696002"/>
            <a:ext cx="9932380" cy="777668"/>
          </a:xfrm>
        </p:spPr>
        <p:txBody>
          <a:bodyPr vert="horz"/>
          <a:lstStyle>
            <a:lvl1pPr rtl="0">
              <a:defRPr/>
            </a:lvl1pPr>
          </a:lstStyle>
          <a:p>
            <a:r>
              <a:rPr lang="en-GB"/>
              <a:t>CLICK TO EDIT MASTER TITLE STYLE</a:t>
            </a:r>
          </a:p>
        </p:txBody>
      </p:sp>
      <p:sp>
        <p:nvSpPr>
          <p:cNvPr id="12" name="Text Placeholder 7">
            <a:extLst>
              <a:ext uri="{FF2B5EF4-FFF2-40B4-BE49-F238E27FC236}">
                <a16:creationId xmlns:a16="http://schemas.microsoft.com/office/drawing/2014/main" id="{3F74D6CA-803E-1D4F-A762-02CC5FF73C42}"/>
              </a:ext>
            </a:extLst>
          </p:cNvPr>
          <p:cNvSpPr>
            <a:spLocks noGrp="1"/>
          </p:cNvSpPr>
          <p:nvPr>
            <p:ph idx="1" hasCustomPrompt="1"/>
          </p:nvPr>
        </p:nvSpPr>
        <p:spPr>
          <a:xfrm>
            <a:off x="771787" y="1732041"/>
            <a:ext cx="4966191" cy="2128761"/>
          </a:xfrm>
          <a:prstGeom prst="rect">
            <a:avLst/>
          </a:prstGeom>
          <a:solidFill>
            <a:schemeClr val="bg2">
              <a:lumMod val="95000"/>
            </a:schemeClr>
          </a:solidFill>
        </p:spPr>
        <p:txBody>
          <a:bodyPr vert="horz" lIns="0" tIns="0" rIns="0" bIns="0" rtlCol="0">
            <a:normAutofit/>
          </a:bodyPr>
          <a:lstStyle>
            <a:lvl1pPr rtl="0">
              <a:defRPr sz="1067" i="1">
                <a:solidFill>
                  <a:schemeClr val="accent4"/>
                </a:solidFill>
              </a:defRPr>
            </a:lvl1pPr>
          </a:lstStyle>
          <a:p>
            <a:pPr lvl="0"/>
            <a:r>
              <a:rPr lang="en-GB"/>
              <a:t>click one of the icons to insert an element</a:t>
            </a:r>
          </a:p>
        </p:txBody>
      </p:sp>
      <p:sp>
        <p:nvSpPr>
          <p:cNvPr id="9" name="Text Placeholder 7">
            <a:extLst>
              <a:ext uri="{FF2B5EF4-FFF2-40B4-BE49-F238E27FC236}">
                <a16:creationId xmlns:a16="http://schemas.microsoft.com/office/drawing/2014/main" id="{55D81D3F-B8FC-5DA5-EF02-B6AE745B81A5}"/>
              </a:ext>
            </a:extLst>
          </p:cNvPr>
          <p:cNvSpPr>
            <a:spLocks noGrp="1"/>
          </p:cNvSpPr>
          <p:nvPr>
            <p:ph idx="17" hasCustomPrompt="1"/>
          </p:nvPr>
        </p:nvSpPr>
        <p:spPr>
          <a:xfrm>
            <a:off x="5737978" y="3860802"/>
            <a:ext cx="4966191" cy="2128761"/>
          </a:xfrm>
          <a:prstGeom prst="rect">
            <a:avLst/>
          </a:prstGeom>
          <a:solidFill>
            <a:schemeClr val="bg2">
              <a:lumMod val="95000"/>
            </a:schemeClr>
          </a:solidFill>
        </p:spPr>
        <p:txBody>
          <a:bodyPr vert="horz" lIns="0" tIns="0" rIns="0" bIns="0" rtlCol="0">
            <a:normAutofit/>
          </a:bodyPr>
          <a:lstStyle>
            <a:lvl1pPr rtl="0">
              <a:defRPr sz="1067" i="1">
                <a:solidFill>
                  <a:schemeClr val="accent4"/>
                </a:solidFill>
              </a:defRPr>
            </a:lvl1pPr>
          </a:lstStyle>
          <a:p>
            <a:pPr lvl="0"/>
            <a:r>
              <a:rPr lang="en-GB"/>
              <a:t>click one of the icons to insert an element</a:t>
            </a:r>
          </a:p>
        </p:txBody>
      </p:sp>
      <p:sp>
        <p:nvSpPr>
          <p:cNvPr id="14" name="Text Placeholder 5">
            <a:extLst>
              <a:ext uri="{FF2B5EF4-FFF2-40B4-BE49-F238E27FC236}">
                <a16:creationId xmlns:a16="http://schemas.microsoft.com/office/drawing/2014/main" id="{7CEFC3EB-2DDF-E0AD-B557-E9F8C09F8CDD}"/>
              </a:ext>
            </a:extLst>
          </p:cNvPr>
          <p:cNvSpPr>
            <a:spLocks noGrp="1"/>
          </p:cNvSpPr>
          <p:nvPr>
            <p:ph type="body" sz="quarter" idx="22" hasCustomPrompt="1"/>
          </p:nvPr>
        </p:nvSpPr>
        <p:spPr>
          <a:xfrm>
            <a:off x="6016285" y="2241333"/>
            <a:ext cx="4687883" cy="1361096"/>
          </a:xfrm>
        </p:spPr>
        <p:txBody>
          <a:bodyPr>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5" name="Text Placeholder 7">
            <a:extLst>
              <a:ext uri="{FF2B5EF4-FFF2-40B4-BE49-F238E27FC236}">
                <a16:creationId xmlns:a16="http://schemas.microsoft.com/office/drawing/2014/main" id="{71FED65D-5255-E5C5-3F43-7383527D8233}"/>
              </a:ext>
            </a:extLst>
          </p:cNvPr>
          <p:cNvSpPr>
            <a:spLocks noGrp="1"/>
          </p:cNvSpPr>
          <p:nvPr>
            <p:ph type="body" sz="quarter" idx="23" hasCustomPrompt="1"/>
          </p:nvPr>
        </p:nvSpPr>
        <p:spPr>
          <a:xfrm>
            <a:off x="771788" y="4091921"/>
            <a:ext cx="4687883" cy="235064"/>
          </a:xfrm>
        </p:spPr>
        <p:txBody>
          <a:bodyPr>
            <a:noAutofit/>
          </a:bodyPr>
          <a:lstStyle>
            <a:lvl1pPr algn="r" rtl="0">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16" name="Text Placeholder 5">
            <a:extLst>
              <a:ext uri="{FF2B5EF4-FFF2-40B4-BE49-F238E27FC236}">
                <a16:creationId xmlns:a16="http://schemas.microsoft.com/office/drawing/2014/main" id="{8DC7EF0C-B682-821D-4C1E-A19A9B63A94D}"/>
              </a:ext>
            </a:extLst>
          </p:cNvPr>
          <p:cNvSpPr>
            <a:spLocks noGrp="1"/>
          </p:cNvSpPr>
          <p:nvPr>
            <p:ph type="body" sz="quarter" idx="24" hasCustomPrompt="1"/>
          </p:nvPr>
        </p:nvSpPr>
        <p:spPr>
          <a:xfrm>
            <a:off x="771785" y="4454293"/>
            <a:ext cx="4687883" cy="1361096"/>
          </a:xfrm>
        </p:spPr>
        <p:txBody>
          <a:bodyPr>
            <a:noAutofit/>
          </a:bodyPr>
          <a:lstStyle>
            <a:lvl1pPr marL="0" indent="0" algn="r"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Tree>
    <p:extLst>
      <p:ext uri="{BB962C8B-B14F-4D97-AF65-F5344CB8AC3E}">
        <p14:creationId xmlns:p14="http://schemas.microsoft.com/office/powerpoint/2010/main" val="113329383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One Column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BD4C8BC-981B-F48A-1B92-B3C628AA6FCF}"/>
              </a:ext>
            </a:extLst>
          </p:cNvPr>
          <p:cNvGraphicFramePr>
            <a:graphicFrameLocks noChangeAspect="1"/>
          </p:cNvGraphicFramePr>
          <p:nvPr userDrawn="1">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1BD4C8BC-981B-F48A-1B92-B3C628AA6FCF}"/>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771790" y="1878962"/>
            <a:ext cx="3993159" cy="577095"/>
          </a:xfrm>
        </p:spPr>
        <p:txBody>
          <a:bodyPr>
            <a:noAutofit/>
          </a:bodyPr>
          <a:lstStyle>
            <a:lvl1pPr rtl="0">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7" y="696002"/>
            <a:ext cx="11028727" cy="777668"/>
          </a:xfrm>
        </p:spPr>
        <p:txBody>
          <a:bodyPr vert="horz"/>
          <a:lstStyle>
            <a:lvl1pPr rtl="0">
              <a:defRPr/>
            </a:lvl1pPr>
          </a:lstStyle>
          <a:p>
            <a:r>
              <a:rPr lang="en-GB"/>
              <a:t>CLICK TO EDIT MASTER TITLE STYLE</a:t>
            </a:r>
          </a:p>
        </p:txBody>
      </p:sp>
      <p:sp>
        <p:nvSpPr>
          <p:cNvPr id="9" name="Text Placeholder 8">
            <a:extLst>
              <a:ext uri="{FF2B5EF4-FFF2-40B4-BE49-F238E27FC236}">
                <a16:creationId xmlns:a16="http://schemas.microsoft.com/office/drawing/2014/main" id="{80EC26C9-3F09-D34E-94B0-FF161A79BA00}"/>
              </a:ext>
            </a:extLst>
          </p:cNvPr>
          <p:cNvSpPr>
            <a:spLocks noGrp="1"/>
          </p:cNvSpPr>
          <p:nvPr>
            <p:ph type="body" sz="quarter" idx="15"/>
          </p:nvPr>
        </p:nvSpPr>
        <p:spPr>
          <a:xfrm>
            <a:off x="5055764" y="1878962"/>
            <a:ext cx="6744749" cy="4241913"/>
          </a:xfrm>
        </p:spPr>
        <p:txBody>
          <a:bodyPr/>
          <a:lstStyle>
            <a:lvl1pPr rtl="0">
              <a:defRPr>
                <a:solidFill>
                  <a:schemeClr val="accent2"/>
                </a:solidFill>
              </a:defRPr>
            </a:lvl1pPr>
            <a:lvl2pPr rtl="0">
              <a:defRPr>
                <a:solidFill>
                  <a:schemeClr val="accent2"/>
                </a:solidFill>
              </a:defRPr>
            </a:lvl2pPr>
            <a:lvl3pPr rtl="0">
              <a:defRPr>
                <a:solidFill>
                  <a:schemeClr val="accent2"/>
                </a:solidFill>
              </a:defRPr>
            </a:lvl3pPr>
            <a:lvl4pPr rtl="0">
              <a:defRPr>
                <a:solidFill>
                  <a:schemeClr val="accent2"/>
                </a:solidFill>
              </a:defRPr>
            </a:lvl4pPr>
            <a:lvl5pPr rtl="0">
              <a:defRPr>
                <a:solidFill>
                  <a:schemeClr val="accent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771789" y="2489614"/>
            <a:ext cx="3993159" cy="2633265"/>
          </a:xfrm>
        </p:spPr>
        <p:txBody>
          <a:bodyPr>
            <a:noAutofit/>
          </a:bodyPr>
          <a:lstStyle>
            <a:lvl1pPr rtl="0">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Tree>
    <p:extLst>
      <p:ext uri="{BB962C8B-B14F-4D97-AF65-F5344CB8AC3E}">
        <p14:creationId xmlns:p14="http://schemas.microsoft.com/office/powerpoint/2010/main" val="358842538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One Column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28D1204-A4B0-1026-41F8-5C00DFB5186C}"/>
              </a:ext>
            </a:extLst>
          </p:cNvPr>
          <p:cNvGraphicFramePr>
            <a:graphicFrameLocks noChangeAspect="1"/>
          </p:cNvGraphicFramePr>
          <p:nvPr userDrawn="1">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628D1204-A4B0-1026-41F8-5C00DFB5186C}"/>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771790" y="1878962"/>
            <a:ext cx="3993159" cy="577095"/>
          </a:xfrm>
        </p:spPr>
        <p:txBody>
          <a:bodyPr>
            <a:noAutofit/>
          </a:bodyPr>
          <a:lstStyle>
            <a:lvl1pPr rtl="0">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8" y="696002"/>
            <a:ext cx="10234569" cy="657001"/>
          </a:xfrm>
        </p:spPr>
        <p:txBody>
          <a:bodyPr vert="horz"/>
          <a:lstStyle>
            <a:lvl1pPr rtl="0">
              <a:defRPr/>
            </a:lvl1pPr>
          </a:lstStyle>
          <a:p>
            <a:r>
              <a:rPr lang="en-GB"/>
              <a:t>CLICK TO EDIT MASTER TITLE STYLE</a:t>
            </a:r>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771789" y="2489614"/>
            <a:ext cx="3993159" cy="2633265"/>
          </a:xfrm>
        </p:spPr>
        <p:txBody>
          <a:bodyPr>
            <a:noAutofit/>
          </a:bodyPr>
          <a:lstStyle>
            <a:lvl1pPr rtl="0">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5771628" y="1436537"/>
            <a:ext cx="2528991" cy="2496649"/>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6017151" y="4016719"/>
            <a:ext cx="2125764" cy="1833205"/>
          </a:xfrm>
        </p:spPr>
        <p:txBody>
          <a:bodyPr>
            <a:noAutofit/>
          </a:bodyPr>
          <a:lstStyle>
            <a:lvl1pPr marL="0" indent="0" rtl="0">
              <a:lnSpc>
                <a:spcPts val="1600"/>
              </a:lnSpc>
              <a:spcBef>
                <a:spcPts val="0"/>
              </a:spcBef>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4" name="Text Placeholder 7">
            <a:extLst>
              <a:ext uri="{FF2B5EF4-FFF2-40B4-BE49-F238E27FC236}">
                <a16:creationId xmlns:a16="http://schemas.microsoft.com/office/drawing/2014/main" id="{FD6A78D7-E4C9-7D4A-85AB-919AEA3981AC}"/>
              </a:ext>
            </a:extLst>
          </p:cNvPr>
          <p:cNvSpPr>
            <a:spLocks noGrp="1"/>
          </p:cNvSpPr>
          <p:nvPr>
            <p:ph idx="26" hasCustomPrompt="1"/>
          </p:nvPr>
        </p:nvSpPr>
        <p:spPr>
          <a:xfrm>
            <a:off x="8477367" y="1436537"/>
            <a:ext cx="2528991" cy="2496649"/>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15" name="Text Placeholder 5">
            <a:extLst>
              <a:ext uri="{FF2B5EF4-FFF2-40B4-BE49-F238E27FC236}">
                <a16:creationId xmlns:a16="http://schemas.microsoft.com/office/drawing/2014/main" id="{443360F8-C1BD-5949-90A6-727770BFEDB2}"/>
              </a:ext>
            </a:extLst>
          </p:cNvPr>
          <p:cNvSpPr>
            <a:spLocks noGrp="1"/>
          </p:cNvSpPr>
          <p:nvPr>
            <p:ph type="body" sz="quarter" idx="27" hasCustomPrompt="1"/>
          </p:nvPr>
        </p:nvSpPr>
        <p:spPr>
          <a:xfrm>
            <a:off x="8690443" y="4016719"/>
            <a:ext cx="2125764" cy="1833205"/>
          </a:xfrm>
        </p:spPr>
        <p:txBody>
          <a:bodyPr>
            <a:noAutofit/>
          </a:bodyPr>
          <a:lstStyle>
            <a:lvl1pPr marL="0" indent="0" rtl="0">
              <a:lnSpc>
                <a:spcPts val="1600"/>
              </a:lnSpc>
              <a:spcBef>
                <a:spcPts val="0"/>
              </a:spcBef>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Tree>
    <p:extLst>
      <p:ext uri="{BB962C8B-B14F-4D97-AF65-F5344CB8AC3E}">
        <p14:creationId xmlns:p14="http://schemas.microsoft.com/office/powerpoint/2010/main" val="22855238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3_One Column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143B76E-D33C-B721-51F9-26972A22EB43}"/>
              </a:ext>
            </a:extLst>
          </p:cNvPr>
          <p:cNvGraphicFramePr>
            <a:graphicFrameLocks noChangeAspect="1"/>
          </p:cNvGraphicFramePr>
          <p:nvPr userDrawn="1">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D143B76E-D33C-B721-51F9-26972A22EB43}"/>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771790" y="1878962"/>
            <a:ext cx="2199449" cy="577095"/>
          </a:xfrm>
        </p:spPr>
        <p:txBody>
          <a:bodyPr>
            <a:noAutofit/>
          </a:bodyPr>
          <a:lstStyle>
            <a:lvl1pPr rtl="0">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7" y="696002"/>
            <a:ext cx="10648428" cy="607303"/>
          </a:xfrm>
        </p:spPr>
        <p:txBody>
          <a:bodyPr vert="horz"/>
          <a:lstStyle>
            <a:lvl1pPr rtl="0">
              <a:defRPr/>
            </a:lvl1pPr>
          </a:lstStyle>
          <a:p>
            <a:r>
              <a:rPr lang="en-GB"/>
              <a:t>CLICK TO EDIT MASTER TITLE STYLE</a:t>
            </a:r>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771789" y="2489614"/>
            <a:ext cx="2199449" cy="2633265"/>
          </a:xfrm>
        </p:spPr>
        <p:txBody>
          <a:bodyPr>
            <a:noAutofit/>
          </a:bodyPr>
          <a:lstStyle>
            <a:lvl1pPr rtl="0">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3323452" y="1436535"/>
            <a:ext cx="8096763" cy="3686343"/>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3323452" y="5256108"/>
            <a:ext cx="8096763" cy="767645"/>
          </a:xfrm>
        </p:spPr>
        <p:txBody>
          <a:bodyPr>
            <a:noAutofit/>
          </a:bodyPr>
          <a:lstStyle>
            <a:lvl1pPr marL="0" indent="0" rtl="0">
              <a:lnSpc>
                <a:spcPts val="1600"/>
              </a:lnSpc>
              <a:spcBef>
                <a:spcPts val="0"/>
              </a:spcBef>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Tree>
    <p:extLst>
      <p:ext uri="{BB962C8B-B14F-4D97-AF65-F5344CB8AC3E}">
        <p14:creationId xmlns:p14="http://schemas.microsoft.com/office/powerpoint/2010/main" val="123761500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4_One Column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B297550-A6AC-B3CA-4C7C-B7FB77DBFBE7}"/>
              </a:ext>
            </a:extLst>
          </p:cNvPr>
          <p:cNvGraphicFramePr>
            <a:graphicFrameLocks noChangeAspect="1"/>
          </p:cNvGraphicFramePr>
          <p:nvPr userDrawn="1">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6B297550-A6AC-B3CA-4C7C-B7FB77DBFBE7}"/>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8" y="696002"/>
            <a:ext cx="10648425" cy="777668"/>
          </a:xfrm>
        </p:spPr>
        <p:txBody>
          <a:bodyPr vert="horz"/>
          <a:lstStyle>
            <a:lvl1pPr rtl="0">
              <a:defRPr/>
            </a:lvl1pPr>
          </a:lstStyle>
          <a:p>
            <a:r>
              <a:rPr lang="en-GB"/>
              <a:t>CLICK TO EDIT MASTER TITLE STYLE</a:t>
            </a:r>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771789" y="1834391"/>
            <a:ext cx="10648425" cy="3601676"/>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771789" y="5589839"/>
            <a:ext cx="10648425" cy="662756"/>
          </a:xfrm>
        </p:spPr>
        <p:txBody>
          <a:bodyPr>
            <a:noAutofit/>
          </a:bodyPr>
          <a:lstStyle>
            <a:lvl1pPr marL="0" indent="0" rtl="0">
              <a:lnSpc>
                <a:spcPts val="1600"/>
              </a:lnSpc>
              <a:spcBef>
                <a:spcPts val="0"/>
              </a:spcBef>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Tree>
    <p:extLst>
      <p:ext uri="{BB962C8B-B14F-4D97-AF65-F5344CB8AC3E}">
        <p14:creationId xmlns:p14="http://schemas.microsoft.com/office/powerpoint/2010/main" val="290449542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5_One Column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8FDC788-78BE-AA1B-E3DA-3E626BFDBC8C}"/>
              </a:ext>
            </a:extLst>
          </p:cNvPr>
          <p:cNvGraphicFramePr>
            <a:graphicFrameLocks noChangeAspect="1"/>
          </p:cNvGraphicFramePr>
          <p:nvPr userDrawn="1">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B8FDC788-78BE-AA1B-E3DA-3E626BFDBC8C}"/>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p:txBody>
          <a:bodyPr vert="horz"/>
          <a:lstStyle>
            <a:lvl1pPr rtl="0">
              <a:defRPr/>
            </a:lvl1pPr>
          </a:lstStyle>
          <a:p>
            <a:r>
              <a:rPr lang="en-GB"/>
              <a:t>CLICK TO EDIT MASTER TITLE STYLE</a:t>
            </a:r>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2896999" y="1879134"/>
            <a:ext cx="6364448" cy="4407017"/>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771789" y="1879134"/>
            <a:ext cx="1979803" cy="1110169"/>
          </a:xfrm>
        </p:spPr>
        <p:txBody>
          <a:bodyPr>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6" name="Text Placeholder 5">
            <a:extLst>
              <a:ext uri="{FF2B5EF4-FFF2-40B4-BE49-F238E27FC236}">
                <a16:creationId xmlns:a16="http://schemas.microsoft.com/office/drawing/2014/main" id="{7BC34354-C0EB-5945-AFD5-A2D58387FB6F}"/>
              </a:ext>
            </a:extLst>
          </p:cNvPr>
          <p:cNvSpPr>
            <a:spLocks noGrp="1"/>
          </p:cNvSpPr>
          <p:nvPr>
            <p:ph type="body" sz="quarter" idx="22" hasCustomPrompt="1"/>
          </p:nvPr>
        </p:nvSpPr>
        <p:spPr>
          <a:xfrm>
            <a:off x="9373301" y="4248572"/>
            <a:ext cx="1979803" cy="1110169"/>
          </a:xfrm>
        </p:spPr>
        <p:txBody>
          <a:bodyPr>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8" name="Text Placeholder 7">
            <a:extLst>
              <a:ext uri="{FF2B5EF4-FFF2-40B4-BE49-F238E27FC236}">
                <a16:creationId xmlns:a16="http://schemas.microsoft.com/office/drawing/2014/main" id="{A9764B34-0C9E-F142-AE33-2BB0092D96BB}"/>
              </a:ext>
            </a:extLst>
          </p:cNvPr>
          <p:cNvSpPr>
            <a:spLocks noGrp="1"/>
          </p:cNvSpPr>
          <p:nvPr>
            <p:ph idx="23" hasCustomPrompt="1"/>
          </p:nvPr>
        </p:nvSpPr>
        <p:spPr>
          <a:xfrm>
            <a:off x="7192161" y="760601"/>
            <a:ext cx="4228051" cy="3377968"/>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Tree>
    <p:extLst>
      <p:ext uri="{BB962C8B-B14F-4D97-AF65-F5344CB8AC3E}">
        <p14:creationId xmlns:p14="http://schemas.microsoft.com/office/powerpoint/2010/main" val="235271696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6_One Column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B2FF758-E9A1-450A-534E-44FDDFE09BAA}"/>
              </a:ext>
            </a:extLst>
          </p:cNvPr>
          <p:cNvGraphicFramePr>
            <a:graphicFrameLocks noChangeAspect="1"/>
          </p:cNvGraphicFramePr>
          <p:nvPr userDrawn="1">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5B2FF758-E9A1-450A-534E-44FDDFE09BAA}"/>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p:txBody>
          <a:bodyPr vert="horz"/>
          <a:lstStyle>
            <a:lvl1pPr rtl="0">
              <a:defRPr/>
            </a:lvl1pPr>
          </a:lstStyle>
          <a:p>
            <a:r>
              <a:rPr lang="en-GB"/>
              <a:t>CLICK TO EDIT MASTER TITLE STYLE</a:t>
            </a:r>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2897000" y="1879134"/>
            <a:ext cx="4228051" cy="4407017"/>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771789" y="1879134"/>
            <a:ext cx="1979803" cy="872457"/>
          </a:xfrm>
        </p:spPr>
        <p:txBody>
          <a:bodyPr>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6" name="Text Placeholder 5">
            <a:extLst>
              <a:ext uri="{FF2B5EF4-FFF2-40B4-BE49-F238E27FC236}">
                <a16:creationId xmlns:a16="http://schemas.microsoft.com/office/drawing/2014/main" id="{7BC34354-C0EB-5945-AFD5-A2D58387FB6F}"/>
              </a:ext>
            </a:extLst>
          </p:cNvPr>
          <p:cNvSpPr>
            <a:spLocks noGrp="1"/>
          </p:cNvSpPr>
          <p:nvPr>
            <p:ph type="body" sz="quarter" idx="22" hasCustomPrompt="1"/>
          </p:nvPr>
        </p:nvSpPr>
        <p:spPr>
          <a:xfrm>
            <a:off x="771789" y="2996243"/>
            <a:ext cx="1979803" cy="1110169"/>
          </a:xfrm>
        </p:spPr>
        <p:txBody>
          <a:bodyPr>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8" name="Text Placeholder 7">
            <a:extLst>
              <a:ext uri="{FF2B5EF4-FFF2-40B4-BE49-F238E27FC236}">
                <a16:creationId xmlns:a16="http://schemas.microsoft.com/office/drawing/2014/main" id="{A9764B34-0C9E-F142-AE33-2BB0092D96BB}"/>
              </a:ext>
            </a:extLst>
          </p:cNvPr>
          <p:cNvSpPr>
            <a:spLocks noGrp="1"/>
          </p:cNvSpPr>
          <p:nvPr>
            <p:ph idx="23" hasCustomPrompt="1"/>
          </p:nvPr>
        </p:nvSpPr>
        <p:spPr>
          <a:xfrm>
            <a:off x="7192161" y="760602"/>
            <a:ext cx="4228051" cy="4407017"/>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Tree>
    <p:extLst>
      <p:ext uri="{BB962C8B-B14F-4D97-AF65-F5344CB8AC3E}">
        <p14:creationId xmlns:p14="http://schemas.microsoft.com/office/powerpoint/2010/main" val="259657926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7_One Column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130206E-A627-CB8A-764D-92D25811A649}"/>
              </a:ext>
            </a:extLst>
          </p:cNvPr>
          <p:cNvGraphicFramePr>
            <a:graphicFrameLocks noChangeAspect="1"/>
          </p:cNvGraphicFramePr>
          <p:nvPr userDrawn="1">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A130206E-A627-CB8A-764D-92D25811A649}"/>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8" y="696002"/>
            <a:ext cx="10681981" cy="777668"/>
          </a:xfrm>
        </p:spPr>
        <p:txBody>
          <a:bodyPr vert="horz"/>
          <a:lstStyle>
            <a:lvl1pPr rtl="0">
              <a:defRPr/>
            </a:lvl1pPr>
          </a:lstStyle>
          <a:p>
            <a:r>
              <a:rPr lang="en-GB"/>
              <a:t>CLICK TO EDIT MASTER TITLE STYLE</a:t>
            </a:r>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2897000" y="1879135"/>
            <a:ext cx="4228051" cy="2203509"/>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771789" y="1879134"/>
            <a:ext cx="1979803" cy="872457"/>
          </a:xfrm>
        </p:spPr>
        <p:txBody>
          <a:bodyPr>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6" name="Text Placeholder 5">
            <a:extLst>
              <a:ext uri="{FF2B5EF4-FFF2-40B4-BE49-F238E27FC236}">
                <a16:creationId xmlns:a16="http://schemas.microsoft.com/office/drawing/2014/main" id="{7BC34354-C0EB-5945-AFD5-A2D58387FB6F}"/>
              </a:ext>
            </a:extLst>
          </p:cNvPr>
          <p:cNvSpPr>
            <a:spLocks noGrp="1"/>
          </p:cNvSpPr>
          <p:nvPr>
            <p:ph type="body" sz="quarter" idx="22" hasCustomPrompt="1"/>
          </p:nvPr>
        </p:nvSpPr>
        <p:spPr>
          <a:xfrm>
            <a:off x="771789" y="2996245"/>
            <a:ext cx="1979803" cy="872457"/>
          </a:xfrm>
        </p:spPr>
        <p:txBody>
          <a:bodyPr>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8" name="Text Placeholder 7">
            <a:extLst>
              <a:ext uri="{FF2B5EF4-FFF2-40B4-BE49-F238E27FC236}">
                <a16:creationId xmlns:a16="http://schemas.microsoft.com/office/drawing/2014/main" id="{A9764B34-0C9E-F142-AE33-2BB0092D96BB}"/>
              </a:ext>
            </a:extLst>
          </p:cNvPr>
          <p:cNvSpPr>
            <a:spLocks noGrp="1"/>
          </p:cNvSpPr>
          <p:nvPr>
            <p:ph idx="23" hasCustomPrompt="1"/>
          </p:nvPr>
        </p:nvSpPr>
        <p:spPr>
          <a:xfrm>
            <a:off x="7225717" y="1879132"/>
            <a:ext cx="4228051" cy="2203509"/>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9" name="Text Placeholder 5">
            <a:extLst>
              <a:ext uri="{FF2B5EF4-FFF2-40B4-BE49-F238E27FC236}">
                <a16:creationId xmlns:a16="http://schemas.microsoft.com/office/drawing/2014/main" id="{595B7205-A740-D14B-A341-06B8739D3D4D}"/>
              </a:ext>
            </a:extLst>
          </p:cNvPr>
          <p:cNvSpPr>
            <a:spLocks noGrp="1"/>
          </p:cNvSpPr>
          <p:nvPr>
            <p:ph type="body" sz="quarter" idx="24" hasCustomPrompt="1"/>
          </p:nvPr>
        </p:nvSpPr>
        <p:spPr>
          <a:xfrm>
            <a:off x="771789" y="4082644"/>
            <a:ext cx="1979803" cy="872457"/>
          </a:xfrm>
        </p:spPr>
        <p:txBody>
          <a:bodyPr>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0" name="Text Placeholder 5">
            <a:extLst>
              <a:ext uri="{FF2B5EF4-FFF2-40B4-BE49-F238E27FC236}">
                <a16:creationId xmlns:a16="http://schemas.microsoft.com/office/drawing/2014/main" id="{CE777487-0BC7-A844-8B2D-2966256C6907}"/>
              </a:ext>
            </a:extLst>
          </p:cNvPr>
          <p:cNvSpPr>
            <a:spLocks noGrp="1"/>
          </p:cNvSpPr>
          <p:nvPr>
            <p:ph type="body" sz="quarter" idx="25" hasCustomPrompt="1"/>
          </p:nvPr>
        </p:nvSpPr>
        <p:spPr>
          <a:xfrm>
            <a:off x="771789" y="5199754"/>
            <a:ext cx="1979803" cy="872457"/>
          </a:xfrm>
        </p:spPr>
        <p:txBody>
          <a:bodyPr>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3" name="Text Placeholder 7">
            <a:extLst>
              <a:ext uri="{FF2B5EF4-FFF2-40B4-BE49-F238E27FC236}">
                <a16:creationId xmlns:a16="http://schemas.microsoft.com/office/drawing/2014/main" id="{801917D5-2BCE-BD41-AC80-F6B710579EB5}"/>
              </a:ext>
            </a:extLst>
          </p:cNvPr>
          <p:cNvSpPr>
            <a:spLocks noGrp="1"/>
          </p:cNvSpPr>
          <p:nvPr>
            <p:ph idx="26" hasCustomPrompt="1"/>
          </p:nvPr>
        </p:nvSpPr>
        <p:spPr>
          <a:xfrm>
            <a:off x="2897000" y="4172127"/>
            <a:ext cx="4228051" cy="2203509"/>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14" name="Text Placeholder 7">
            <a:extLst>
              <a:ext uri="{FF2B5EF4-FFF2-40B4-BE49-F238E27FC236}">
                <a16:creationId xmlns:a16="http://schemas.microsoft.com/office/drawing/2014/main" id="{3DF22F1A-0ED8-4445-818B-E62A1C42E187}"/>
              </a:ext>
            </a:extLst>
          </p:cNvPr>
          <p:cNvSpPr>
            <a:spLocks noGrp="1"/>
          </p:cNvSpPr>
          <p:nvPr>
            <p:ph idx="27" hasCustomPrompt="1"/>
          </p:nvPr>
        </p:nvSpPr>
        <p:spPr>
          <a:xfrm>
            <a:off x="7225717" y="4172124"/>
            <a:ext cx="4228051" cy="2203509"/>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Tree>
    <p:extLst>
      <p:ext uri="{BB962C8B-B14F-4D97-AF65-F5344CB8AC3E}">
        <p14:creationId xmlns:p14="http://schemas.microsoft.com/office/powerpoint/2010/main" val="288846575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8_One Column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5B51DC7-3D0F-466C-E140-9EA4D21E5471}"/>
              </a:ext>
            </a:extLst>
          </p:cNvPr>
          <p:cNvGraphicFramePr>
            <a:graphicFrameLocks noChangeAspect="1"/>
          </p:cNvGraphicFramePr>
          <p:nvPr userDrawn="1">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75B51DC7-3D0F-466C-E140-9EA4D21E5471}"/>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8" y="696002"/>
            <a:ext cx="10681981" cy="777668"/>
          </a:xfrm>
        </p:spPr>
        <p:txBody>
          <a:bodyPr vert="horz"/>
          <a:lstStyle>
            <a:lvl1pPr rtl="0">
              <a:defRPr/>
            </a:lvl1pPr>
          </a:lstStyle>
          <a:p>
            <a:r>
              <a:rPr lang="en-GB"/>
              <a:t>CLICK TO EDIT MASTER TITLE STYLE</a:t>
            </a:r>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771788" y="1879134"/>
            <a:ext cx="4228051" cy="4177879"/>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5612463" y="1898203"/>
            <a:ext cx="5026188" cy="953797"/>
          </a:xfrm>
          <a:solidFill>
            <a:schemeClr val="accent4">
              <a:lumMod val="20000"/>
              <a:lumOff val="80000"/>
            </a:schemeClr>
          </a:solidFill>
        </p:spPr>
        <p:txBody>
          <a:bodyPr lIns="72000" tIns="36000" rIns="1080000" bIns="36000" anchor="ctr" anchorCtr="0">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6" name="Text Placeholder 5">
            <a:extLst>
              <a:ext uri="{FF2B5EF4-FFF2-40B4-BE49-F238E27FC236}">
                <a16:creationId xmlns:a16="http://schemas.microsoft.com/office/drawing/2014/main" id="{7BC34354-C0EB-5945-AFD5-A2D58387FB6F}"/>
              </a:ext>
            </a:extLst>
          </p:cNvPr>
          <p:cNvSpPr>
            <a:spLocks noGrp="1"/>
          </p:cNvSpPr>
          <p:nvPr>
            <p:ph type="body" sz="quarter" idx="22" hasCustomPrompt="1"/>
          </p:nvPr>
        </p:nvSpPr>
        <p:spPr>
          <a:xfrm>
            <a:off x="5612463" y="2966540"/>
            <a:ext cx="5026188" cy="953797"/>
          </a:xfrm>
          <a:solidFill>
            <a:schemeClr val="accent4">
              <a:lumMod val="20000"/>
              <a:lumOff val="80000"/>
            </a:schemeClr>
          </a:solidFill>
        </p:spPr>
        <p:txBody>
          <a:bodyPr lIns="72000" tIns="36000" rIns="1080000" bIns="36000" anchor="ctr" anchorCtr="0">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9" name="Text Placeholder 5">
            <a:extLst>
              <a:ext uri="{FF2B5EF4-FFF2-40B4-BE49-F238E27FC236}">
                <a16:creationId xmlns:a16="http://schemas.microsoft.com/office/drawing/2014/main" id="{595B7205-A740-D14B-A341-06B8739D3D4D}"/>
              </a:ext>
            </a:extLst>
          </p:cNvPr>
          <p:cNvSpPr>
            <a:spLocks noGrp="1"/>
          </p:cNvSpPr>
          <p:nvPr>
            <p:ph type="body" sz="quarter" idx="24" hasCustomPrompt="1"/>
          </p:nvPr>
        </p:nvSpPr>
        <p:spPr>
          <a:xfrm>
            <a:off x="5612463" y="4034876"/>
            <a:ext cx="5026188" cy="953797"/>
          </a:xfrm>
          <a:solidFill>
            <a:schemeClr val="accent4">
              <a:lumMod val="20000"/>
              <a:lumOff val="80000"/>
            </a:schemeClr>
          </a:solidFill>
        </p:spPr>
        <p:txBody>
          <a:bodyPr lIns="72000" tIns="36000" rIns="1080000" bIns="36000" anchor="ctr" anchorCtr="0">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0" name="Text Placeholder 5">
            <a:extLst>
              <a:ext uri="{FF2B5EF4-FFF2-40B4-BE49-F238E27FC236}">
                <a16:creationId xmlns:a16="http://schemas.microsoft.com/office/drawing/2014/main" id="{CE777487-0BC7-A844-8B2D-2966256C6907}"/>
              </a:ext>
            </a:extLst>
          </p:cNvPr>
          <p:cNvSpPr>
            <a:spLocks noGrp="1"/>
          </p:cNvSpPr>
          <p:nvPr>
            <p:ph type="body" sz="quarter" idx="25" hasCustomPrompt="1"/>
          </p:nvPr>
        </p:nvSpPr>
        <p:spPr>
          <a:xfrm>
            <a:off x="5612463" y="5103215"/>
            <a:ext cx="5026188" cy="953797"/>
          </a:xfrm>
          <a:solidFill>
            <a:schemeClr val="accent4">
              <a:lumMod val="20000"/>
              <a:lumOff val="80000"/>
            </a:schemeClr>
          </a:solidFill>
        </p:spPr>
        <p:txBody>
          <a:bodyPr lIns="72000" tIns="36000" rIns="1080000" bIns="36000" anchor="ctr" anchorCtr="0">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5" name="Text Placeholder 5">
            <a:extLst>
              <a:ext uri="{FF2B5EF4-FFF2-40B4-BE49-F238E27FC236}">
                <a16:creationId xmlns:a16="http://schemas.microsoft.com/office/drawing/2014/main" id="{15E0ED30-9498-49A0-7E1D-3F2280F81DD4}"/>
              </a:ext>
            </a:extLst>
          </p:cNvPr>
          <p:cNvSpPr>
            <a:spLocks noGrp="1"/>
          </p:cNvSpPr>
          <p:nvPr>
            <p:ph type="body" sz="quarter" idx="26" hasCustomPrompt="1"/>
          </p:nvPr>
        </p:nvSpPr>
        <p:spPr>
          <a:xfrm>
            <a:off x="9373583" y="1898203"/>
            <a:ext cx="1041279" cy="939359"/>
          </a:xfrm>
          <a:solidFill>
            <a:schemeClr val="accent1">
              <a:lumMod val="75000"/>
            </a:schemeClr>
          </a:solidFill>
        </p:spPr>
        <p:txBody>
          <a:bodyPr lIns="36000" tIns="36000" rIns="36000" bIns="36000" anchor="ctr" anchorCtr="0">
            <a:noAutofit/>
          </a:bodyPr>
          <a:lstStyle>
            <a:lvl1pPr marL="0" indent="0" algn="ctr" rtl="0">
              <a:lnSpc>
                <a:spcPts val="2933"/>
              </a:lnSpc>
              <a:spcBef>
                <a:spcPts val="0"/>
              </a:spcBef>
              <a:spcAft>
                <a:spcPts val="0"/>
              </a:spcAft>
              <a:buClr>
                <a:schemeClr val="accent2"/>
              </a:buClr>
              <a:buSzPct val="130000"/>
              <a:buFontTx/>
              <a:buNone/>
              <a:defRPr sz="2667" b="1" baseline="0">
                <a:solidFill>
                  <a:schemeClr val="bg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45%</a:t>
            </a:r>
          </a:p>
        </p:txBody>
      </p:sp>
      <p:sp>
        <p:nvSpPr>
          <p:cNvPr id="16" name="Text Placeholder 5">
            <a:extLst>
              <a:ext uri="{FF2B5EF4-FFF2-40B4-BE49-F238E27FC236}">
                <a16:creationId xmlns:a16="http://schemas.microsoft.com/office/drawing/2014/main" id="{7219A8F7-2D9D-6B4B-6AB1-CC71F71E441D}"/>
              </a:ext>
            </a:extLst>
          </p:cNvPr>
          <p:cNvSpPr>
            <a:spLocks noGrp="1"/>
          </p:cNvSpPr>
          <p:nvPr>
            <p:ph type="body" sz="quarter" idx="27" hasCustomPrompt="1"/>
          </p:nvPr>
        </p:nvSpPr>
        <p:spPr>
          <a:xfrm>
            <a:off x="9373583" y="2966539"/>
            <a:ext cx="1041279" cy="939360"/>
          </a:xfrm>
          <a:solidFill>
            <a:schemeClr val="accent1"/>
          </a:solidFill>
        </p:spPr>
        <p:txBody>
          <a:bodyPr lIns="36000" tIns="36000" rIns="36000" bIns="36000" anchor="ctr" anchorCtr="0">
            <a:noAutofit/>
          </a:bodyPr>
          <a:lstStyle>
            <a:lvl1pPr marL="0" indent="0" algn="ctr" rtl="0">
              <a:lnSpc>
                <a:spcPts val="2933"/>
              </a:lnSpc>
              <a:spcBef>
                <a:spcPts val="0"/>
              </a:spcBef>
              <a:spcAft>
                <a:spcPts val="0"/>
              </a:spcAft>
              <a:buClr>
                <a:schemeClr val="accent2"/>
              </a:buClr>
              <a:buSzPct val="130000"/>
              <a:buFontTx/>
              <a:buNone/>
              <a:defRPr sz="2667" b="1" baseline="0">
                <a:solidFill>
                  <a:schemeClr val="bg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25%</a:t>
            </a:r>
          </a:p>
        </p:txBody>
      </p:sp>
      <p:sp>
        <p:nvSpPr>
          <p:cNvPr id="17" name="Text Placeholder 5">
            <a:extLst>
              <a:ext uri="{FF2B5EF4-FFF2-40B4-BE49-F238E27FC236}">
                <a16:creationId xmlns:a16="http://schemas.microsoft.com/office/drawing/2014/main" id="{FDA483DF-69C2-5C03-BA3A-82118CBB198A}"/>
              </a:ext>
            </a:extLst>
          </p:cNvPr>
          <p:cNvSpPr>
            <a:spLocks noGrp="1"/>
          </p:cNvSpPr>
          <p:nvPr>
            <p:ph type="body" sz="quarter" idx="28" hasCustomPrompt="1"/>
          </p:nvPr>
        </p:nvSpPr>
        <p:spPr>
          <a:xfrm>
            <a:off x="9373583" y="4034876"/>
            <a:ext cx="1041279" cy="953797"/>
          </a:xfrm>
          <a:solidFill>
            <a:schemeClr val="accent1">
              <a:lumMod val="60000"/>
              <a:lumOff val="40000"/>
            </a:schemeClr>
          </a:solidFill>
        </p:spPr>
        <p:txBody>
          <a:bodyPr lIns="36000" tIns="36000" rIns="36000" bIns="36000" anchor="ctr" anchorCtr="0">
            <a:noAutofit/>
          </a:bodyPr>
          <a:lstStyle>
            <a:lvl1pPr marL="0" indent="0" algn="ctr" rtl="0">
              <a:lnSpc>
                <a:spcPts val="2933"/>
              </a:lnSpc>
              <a:spcBef>
                <a:spcPts val="0"/>
              </a:spcBef>
              <a:spcAft>
                <a:spcPts val="0"/>
              </a:spcAft>
              <a:buClr>
                <a:schemeClr val="accent2"/>
              </a:buClr>
              <a:buSzPct val="130000"/>
              <a:buFontTx/>
              <a:buNone/>
              <a:defRPr sz="2667" b="1" baseline="0">
                <a:solidFill>
                  <a:schemeClr val="bg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10%</a:t>
            </a:r>
          </a:p>
        </p:txBody>
      </p:sp>
      <p:sp>
        <p:nvSpPr>
          <p:cNvPr id="18" name="Text Placeholder 5">
            <a:extLst>
              <a:ext uri="{FF2B5EF4-FFF2-40B4-BE49-F238E27FC236}">
                <a16:creationId xmlns:a16="http://schemas.microsoft.com/office/drawing/2014/main" id="{48CE781A-7EDF-BD23-3EA4-4907981E3D66}"/>
              </a:ext>
            </a:extLst>
          </p:cNvPr>
          <p:cNvSpPr>
            <a:spLocks noGrp="1"/>
          </p:cNvSpPr>
          <p:nvPr>
            <p:ph type="body" sz="quarter" idx="29" hasCustomPrompt="1"/>
          </p:nvPr>
        </p:nvSpPr>
        <p:spPr>
          <a:xfrm>
            <a:off x="9373583" y="5103215"/>
            <a:ext cx="1041279" cy="953797"/>
          </a:xfrm>
          <a:solidFill>
            <a:schemeClr val="accent1">
              <a:lumMod val="20000"/>
              <a:lumOff val="80000"/>
            </a:schemeClr>
          </a:solidFill>
        </p:spPr>
        <p:txBody>
          <a:bodyPr lIns="36000" tIns="36000" rIns="36000" bIns="36000" anchor="ctr" anchorCtr="0">
            <a:noAutofit/>
          </a:bodyPr>
          <a:lstStyle>
            <a:lvl1pPr marL="0" indent="0" algn="ctr" rtl="0">
              <a:lnSpc>
                <a:spcPts val="2933"/>
              </a:lnSpc>
              <a:spcBef>
                <a:spcPts val="0"/>
              </a:spcBef>
              <a:spcAft>
                <a:spcPts val="0"/>
              </a:spcAft>
              <a:buClr>
                <a:schemeClr val="accent2"/>
              </a:buClr>
              <a:buSzPct val="130000"/>
              <a:buFontTx/>
              <a:buNone/>
              <a:defRPr sz="2667" b="1" baseline="0">
                <a:solidFill>
                  <a:schemeClr val="accent6"/>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10%</a:t>
            </a:r>
          </a:p>
        </p:txBody>
      </p:sp>
    </p:spTree>
    <p:extLst>
      <p:ext uri="{BB962C8B-B14F-4D97-AF65-F5344CB8AC3E}">
        <p14:creationId xmlns:p14="http://schemas.microsoft.com/office/powerpoint/2010/main" val="415914629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Index">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bg2"/>
                </a:solidFill>
              </a:defRPr>
            </a:lvl1pPr>
          </a:lstStyle>
          <a:p>
            <a:fld id="{29CAE5FC-86E1-1448-8EC3-A22E1B31C8C0}" type="slidenum">
              <a:rPr lang="it-IT" smtClean="0"/>
              <a:pPr/>
              <a:t>‹N°›</a:t>
            </a:fld>
            <a:endParaRPr lang="it-IT"/>
          </a:p>
        </p:txBody>
      </p:sp>
      <p:sp>
        <p:nvSpPr>
          <p:cNvPr id="13" name="Segnaposto testo 4">
            <a:extLst>
              <a:ext uri="{FF2B5EF4-FFF2-40B4-BE49-F238E27FC236}">
                <a16:creationId xmlns:a16="http://schemas.microsoft.com/office/drawing/2014/main" id="{47B316B5-43F8-E543-BD70-DCA368A9E521}"/>
              </a:ext>
            </a:extLst>
          </p:cNvPr>
          <p:cNvSpPr>
            <a:spLocks noGrp="1"/>
          </p:cNvSpPr>
          <p:nvPr>
            <p:ph type="body" sz="quarter" idx="10" hasCustomPrompt="1"/>
          </p:nvPr>
        </p:nvSpPr>
        <p:spPr>
          <a:xfrm>
            <a:off x="1420537" y="2932631"/>
            <a:ext cx="8858775" cy="3188243"/>
          </a:xfrm>
          <a:prstGeom prst="rect">
            <a:avLst/>
          </a:prstGeom>
        </p:spPr>
        <p:txBody>
          <a:bodyPr vert="horz" lIns="0" tIns="0" rIns="0" bIns="0">
            <a:noAutofit/>
          </a:bodyPr>
          <a:lstStyle>
            <a:lvl1pPr marL="0" indent="0" algn="l">
              <a:lnSpc>
                <a:spcPts val="3733"/>
              </a:lnSpc>
              <a:spcBef>
                <a:spcPts val="0"/>
              </a:spcBef>
              <a:spcAft>
                <a:spcPts val="0"/>
              </a:spcAft>
              <a:buFontTx/>
              <a:buNone/>
              <a:defRPr sz="2000" b="0" i="0" kern="1200" cap="all" spc="115" baseline="0">
                <a:solidFill>
                  <a:schemeClr val="accent2"/>
                </a:solidFill>
                <a:latin typeface="+mn-lt"/>
              </a:defRPr>
            </a:lvl1pPr>
            <a:lvl2pPr marL="0" indent="0" algn="r">
              <a:lnSpc>
                <a:spcPct val="100000"/>
              </a:lnSpc>
              <a:spcBef>
                <a:spcPts val="0"/>
              </a:spcBef>
              <a:buFontTx/>
              <a:buNone/>
              <a:defRPr sz="2508" b="1" i="0">
                <a:solidFill>
                  <a:schemeClr val="bg2"/>
                </a:solidFill>
              </a:defRPr>
            </a:lvl2pPr>
            <a:lvl3pPr marL="0" indent="0" algn="r">
              <a:lnSpc>
                <a:spcPct val="100000"/>
              </a:lnSpc>
              <a:spcBef>
                <a:spcPts val="0"/>
              </a:spcBef>
              <a:buFontTx/>
              <a:buNone/>
              <a:defRPr sz="2508" b="1" i="0">
                <a:solidFill>
                  <a:schemeClr val="bg2"/>
                </a:solidFill>
              </a:defRPr>
            </a:lvl3pPr>
            <a:lvl4pPr marL="0" indent="0" algn="r">
              <a:lnSpc>
                <a:spcPct val="100000"/>
              </a:lnSpc>
              <a:spcBef>
                <a:spcPts val="0"/>
              </a:spcBef>
              <a:buFontTx/>
              <a:buNone/>
              <a:defRPr sz="2508" b="1" i="0">
                <a:solidFill>
                  <a:schemeClr val="bg2"/>
                </a:solidFill>
              </a:defRPr>
            </a:lvl4pPr>
            <a:lvl5pPr marL="0" indent="0" algn="r">
              <a:lnSpc>
                <a:spcPct val="100000"/>
              </a:lnSpc>
              <a:spcBef>
                <a:spcPts val="0"/>
              </a:spcBef>
              <a:buFontTx/>
              <a:buNone/>
              <a:defRPr sz="2508" b="1" i="0">
                <a:solidFill>
                  <a:schemeClr val="bg2"/>
                </a:solidFill>
              </a:defRPr>
            </a:lvl5pPr>
          </a:lstStyle>
          <a:p>
            <a:pPr lvl="0"/>
            <a:r>
              <a:rPr lang="en-GB" noProof="0"/>
              <a:t>Lorem ipsum</a:t>
            </a:r>
          </a:p>
          <a:p>
            <a:pPr lvl="0"/>
            <a:r>
              <a:rPr lang="en-GB" noProof="0" err="1"/>
              <a:t>Dolor</a:t>
            </a:r>
            <a:r>
              <a:rPr lang="en-GB" noProof="0"/>
              <a:t> sit </a:t>
            </a:r>
            <a:r>
              <a:rPr lang="en-GB" noProof="0" err="1"/>
              <a:t>amet</a:t>
            </a:r>
            <a:endParaRPr lang="en-GB" noProof="0"/>
          </a:p>
          <a:p>
            <a:pPr lvl="0"/>
            <a:r>
              <a:rPr lang="en-GB" noProof="0" err="1"/>
              <a:t>Consectetuer</a:t>
            </a:r>
            <a:endParaRPr lang="en-GB" noProof="0"/>
          </a:p>
          <a:p>
            <a:pPr lvl="0"/>
            <a:r>
              <a:rPr lang="en-GB" noProof="0" err="1"/>
              <a:t>Adipiscing</a:t>
            </a:r>
            <a:r>
              <a:rPr lang="en-GB" noProof="0"/>
              <a:t> </a:t>
            </a:r>
            <a:r>
              <a:rPr lang="en-GB" noProof="0" err="1"/>
              <a:t>elit</a:t>
            </a:r>
            <a:endParaRPr lang="en-GB" noProof="0"/>
          </a:p>
        </p:txBody>
      </p:sp>
      <p:sp>
        <p:nvSpPr>
          <p:cNvPr id="14" name="Segnaposto testo 4">
            <a:extLst>
              <a:ext uri="{FF2B5EF4-FFF2-40B4-BE49-F238E27FC236}">
                <a16:creationId xmlns:a16="http://schemas.microsoft.com/office/drawing/2014/main" id="{17020B84-4BAC-8745-AA75-190D9EFEF59D}"/>
              </a:ext>
            </a:extLst>
          </p:cNvPr>
          <p:cNvSpPr>
            <a:spLocks noGrp="1"/>
          </p:cNvSpPr>
          <p:nvPr>
            <p:ph type="body" sz="quarter" idx="14" hasCustomPrompt="1"/>
          </p:nvPr>
        </p:nvSpPr>
        <p:spPr>
          <a:xfrm>
            <a:off x="771787" y="2932631"/>
            <a:ext cx="492155" cy="3188243"/>
          </a:xfrm>
          <a:prstGeom prst="rect">
            <a:avLst/>
          </a:prstGeom>
        </p:spPr>
        <p:txBody>
          <a:bodyPr vert="horz" lIns="0" tIns="0" rIns="0" bIns="0">
            <a:noAutofit/>
          </a:bodyPr>
          <a:lstStyle>
            <a:lvl1pPr marL="0" indent="0" algn="l">
              <a:lnSpc>
                <a:spcPts val="3733"/>
              </a:lnSpc>
              <a:spcBef>
                <a:spcPts val="0"/>
              </a:spcBef>
              <a:spcAft>
                <a:spcPts val="0"/>
              </a:spcAft>
              <a:buFontTx/>
              <a:buNone/>
              <a:defRPr sz="2000" b="0" i="0" kern="1200" cap="none" spc="115" baseline="0">
                <a:solidFill>
                  <a:schemeClr val="accent1"/>
                </a:solidFill>
                <a:latin typeface="+mn-lt"/>
              </a:defRPr>
            </a:lvl1pPr>
            <a:lvl2pPr marL="0" indent="0" algn="r">
              <a:lnSpc>
                <a:spcPct val="100000"/>
              </a:lnSpc>
              <a:spcBef>
                <a:spcPts val="0"/>
              </a:spcBef>
              <a:buFontTx/>
              <a:buNone/>
              <a:defRPr sz="2508" b="1" i="0">
                <a:solidFill>
                  <a:schemeClr val="bg2"/>
                </a:solidFill>
              </a:defRPr>
            </a:lvl2pPr>
            <a:lvl3pPr marL="0" indent="0" algn="r">
              <a:lnSpc>
                <a:spcPct val="100000"/>
              </a:lnSpc>
              <a:spcBef>
                <a:spcPts val="0"/>
              </a:spcBef>
              <a:buFontTx/>
              <a:buNone/>
              <a:defRPr sz="2508" b="1" i="0">
                <a:solidFill>
                  <a:schemeClr val="bg2"/>
                </a:solidFill>
              </a:defRPr>
            </a:lvl3pPr>
            <a:lvl4pPr marL="0" indent="0" algn="r">
              <a:lnSpc>
                <a:spcPct val="100000"/>
              </a:lnSpc>
              <a:spcBef>
                <a:spcPts val="0"/>
              </a:spcBef>
              <a:buFontTx/>
              <a:buNone/>
              <a:defRPr sz="2508" b="1" i="0">
                <a:solidFill>
                  <a:schemeClr val="bg2"/>
                </a:solidFill>
              </a:defRPr>
            </a:lvl4pPr>
            <a:lvl5pPr marL="0" indent="0" algn="r">
              <a:lnSpc>
                <a:spcPct val="100000"/>
              </a:lnSpc>
              <a:spcBef>
                <a:spcPts val="0"/>
              </a:spcBef>
              <a:buFontTx/>
              <a:buNone/>
              <a:defRPr sz="2508" b="1" i="0">
                <a:solidFill>
                  <a:schemeClr val="bg2"/>
                </a:solidFill>
              </a:defRPr>
            </a:lvl5pPr>
          </a:lstStyle>
          <a:p>
            <a:pPr lvl="0"/>
            <a:r>
              <a:rPr lang="en-GB" noProof="0"/>
              <a:t>01.</a:t>
            </a:r>
          </a:p>
        </p:txBody>
      </p:sp>
      <p:sp>
        <p:nvSpPr>
          <p:cNvPr id="2" name="Title 1">
            <a:extLst>
              <a:ext uri="{FF2B5EF4-FFF2-40B4-BE49-F238E27FC236}">
                <a16:creationId xmlns:a16="http://schemas.microsoft.com/office/drawing/2014/main" id="{6D46F653-613F-1D17-3EFE-3D16573CFA78}"/>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405107618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graphicFrame>
        <p:nvGraphicFramePr>
          <p:cNvPr id="5" name="Oggetto 4" hidden="1">
            <a:extLst>
              <a:ext uri="{FF2B5EF4-FFF2-40B4-BE49-F238E27FC236}">
                <a16:creationId xmlns:a16="http://schemas.microsoft.com/office/drawing/2014/main" id="{414C026D-00DE-4F87-82EA-B345DA3E35CF}"/>
              </a:ext>
            </a:extLst>
          </p:cNvPr>
          <p:cNvGraphicFramePr>
            <a:graphicFrameLocks noChangeAspect="1"/>
          </p:cNvGraphicFramePr>
          <p:nvPr userDrawn="1">
            <p:custDataLst>
              <p:tags r:id="rId1"/>
            </p:custDataLst>
            <p:extLst>
              <p:ext uri="{D42A27DB-BD31-4B8C-83A1-F6EECF244321}">
                <p14:modId xmlns:p14="http://schemas.microsoft.com/office/powerpoint/2010/main" val="490988498"/>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Diapositive think-cell" r:id="rId4" imgW="270" imgH="270" progId="TCLayout.ActiveDocument.1">
                  <p:embed/>
                </p:oleObj>
              </mc:Choice>
              <mc:Fallback>
                <p:oleObj name="Diapositive think-cell" r:id="rId4" imgW="270" imgH="270" progId="TCLayout.ActiveDocument.1">
                  <p:embed/>
                  <p:pic>
                    <p:nvPicPr>
                      <p:cNvPr id="5" name="Oggetto 4" hidden="1">
                        <a:extLst>
                          <a:ext uri="{FF2B5EF4-FFF2-40B4-BE49-F238E27FC236}">
                            <a16:creationId xmlns:a16="http://schemas.microsoft.com/office/drawing/2014/main" id="{414C026D-00DE-4F87-82EA-B345DA3E35CF}"/>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4" name="Rettangolo 3" hidden="1">
            <a:extLst>
              <a:ext uri="{FF2B5EF4-FFF2-40B4-BE49-F238E27FC236}">
                <a16:creationId xmlns:a16="http://schemas.microsoft.com/office/drawing/2014/main" id="{6DBF90D3-D96B-4ECC-B2E3-8C19AC43BDA4}"/>
              </a:ext>
            </a:extLst>
          </p:cNvPr>
          <p:cNvSpPr/>
          <p:nvPr userDrawn="1">
            <p:custDataLst>
              <p:tags r:id="rId2"/>
            </p:custDataLst>
          </p:nvPr>
        </p:nvSpPr>
        <p:spPr>
          <a:xfrm>
            <a:off x="1" y="1"/>
            <a:ext cx="158751" cy="158751"/>
          </a:xfrm>
          <a:prstGeom prst="rect">
            <a:avLst/>
          </a:prstGeom>
          <a:solidFill>
            <a:schemeClr val="accent5"/>
          </a:solidFill>
          <a:ln>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endParaRPr lang="en-US" sz="2000" b="0" i="0" baseline="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7" name="Title Placeholder 14">
            <a:extLst>
              <a:ext uri="{FF2B5EF4-FFF2-40B4-BE49-F238E27FC236}">
                <a16:creationId xmlns:a16="http://schemas.microsoft.com/office/drawing/2014/main" id="{5F564D69-2640-42CA-ABC9-E06ECD2A68BA}"/>
              </a:ext>
            </a:extLst>
          </p:cNvPr>
          <p:cNvSpPr>
            <a:spLocks noGrp="1"/>
          </p:cNvSpPr>
          <p:nvPr>
            <p:ph type="title"/>
          </p:nvPr>
        </p:nvSpPr>
        <p:spPr>
          <a:xfrm>
            <a:off x="408005" y="390865"/>
            <a:ext cx="11182248" cy="557459"/>
          </a:xfrm>
          <a:prstGeom prst="rect">
            <a:avLst/>
          </a:prstGeom>
        </p:spPr>
        <p:txBody>
          <a:bodyPr vert="horz" lIns="0" tIns="0" rIns="0" bIns="0" rtlCol="0" anchor="t">
            <a:normAutofit/>
          </a:bodyPr>
          <a:lstStyle>
            <a:lvl1pPr rtl="0">
              <a:defRPr/>
            </a:lvl1pPr>
          </a:lstStyle>
          <a:p>
            <a:r>
              <a:rPr lang="en-US"/>
              <a:t>Click to edit Master title style</a:t>
            </a:r>
          </a:p>
        </p:txBody>
      </p:sp>
    </p:spTree>
    <p:extLst>
      <p:ext uri="{BB962C8B-B14F-4D97-AF65-F5344CB8AC3E}">
        <p14:creationId xmlns:p14="http://schemas.microsoft.com/office/powerpoint/2010/main" val="126660172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Divider C">
    <p:bg>
      <p:bgPr>
        <a:solidFill>
          <a:schemeClr val="bg2"/>
        </a:solidFill>
        <a:effectLst/>
      </p:bgPr>
    </p:bg>
    <p:spTree>
      <p:nvGrpSpPr>
        <p:cNvPr id="1" name=""/>
        <p:cNvGrpSpPr/>
        <p:nvPr/>
      </p:nvGrpSpPr>
      <p:grpSpPr>
        <a:xfrm>
          <a:off x="0" y="0"/>
          <a:ext cx="0" cy="0"/>
          <a:chOff x="0" y="0"/>
          <a:chExt cx="0" cy="0"/>
        </a:xfrm>
      </p:grpSpPr>
      <p:pic>
        <p:nvPicPr>
          <p:cNvPr id="10" name="Picture 9" descr="Shape&#10;&#10;Description automatically generated">
            <a:extLst>
              <a:ext uri="{FF2B5EF4-FFF2-40B4-BE49-F238E27FC236}">
                <a16:creationId xmlns:a16="http://schemas.microsoft.com/office/drawing/2014/main" id="{9D2604A2-FA73-1130-4A93-885B3FCF61A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2369" y="-26317"/>
            <a:ext cx="1263941" cy="539736"/>
          </a:xfrm>
          <a:prstGeom prst="rect">
            <a:avLst/>
          </a:prstGeom>
        </p:spPr>
      </p:pic>
      <p:pic>
        <p:nvPicPr>
          <p:cNvPr id="9" name="Picture 8">
            <a:extLst>
              <a:ext uri="{FF2B5EF4-FFF2-40B4-BE49-F238E27FC236}">
                <a16:creationId xmlns:a16="http://schemas.microsoft.com/office/drawing/2014/main" id="{9A288809-455F-4842-BBD7-E6150C625961}"/>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9985EF51-2E44-3B49-99C2-79FD245CE07C}"/>
              </a:ext>
            </a:extLst>
          </p:cNvPr>
          <p:cNvSpPr>
            <a:spLocks noGrp="1"/>
          </p:cNvSpPr>
          <p:nvPr>
            <p:ph type="title" hasCustomPrompt="1"/>
          </p:nvPr>
        </p:nvSpPr>
        <p:spPr>
          <a:xfrm>
            <a:off x="747125" y="2998256"/>
            <a:ext cx="7004304" cy="430744"/>
          </a:xfrm>
        </p:spPr>
        <p:txBody>
          <a:bodyPr/>
          <a:lstStyle>
            <a:lvl1pPr>
              <a:defRPr>
                <a:solidFill>
                  <a:schemeClr val="accent1"/>
                </a:solidFill>
              </a:defRPr>
            </a:lvl1pPr>
          </a:lstStyle>
          <a:p>
            <a:r>
              <a:rPr lang="en-GB"/>
              <a:t>divider title</a:t>
            </a:r>
            <a:endParaRPr lang="en-US"/>
          </a:p>
        </p:txBody>
      </p:sp>
      <p:sp>
        <p:nvSpPr>
          <p:cNvPr id="7" name="Text Placeholder 5">
            <a:extLst>
              <a:ext uri="{FF2B5EF4-FFF2-40B4-BE49-F238E27FC236}">
                <a16:creationId xmlns:a16="http://schemas.microsoft.com/office/drawing/2014/main" id="{E887030A-39E7-CB44-8EC9-6576EA072E00}"/>
              </a:ext>
            </a:extLst>
          </p:cNvPr>
          <p:cNvSpPr>
            <a:spLocks noGrp="1"/>
          </p:cNvSpPr>
          <p:nvPr>
            <p:ph type="body" sz="quarter" idx="13" hasCustomPrompt="1"/>
          </p:nvPr>
        </p:nvSpPr>
        <p:spPr>
          <a:xfrm>
            <a:off x="747124" y="3541351"/>
            <a:ext cx="7004304" cy="261659"/>
          </a:xfrm>
          <a:prstGeom prst="rect">
            <a:avLst/>
          </a:prstGeom>
        </p:spPr>
        <p:txBody>
          <a:bodyPr lIns="0" tIns="0" rIns="0" bIns="0"/>
          <a:lstStyle>
            <a:lvl1pPr marL="0" indent="0">
              <a:lnSpc>
                <a:spcPts val="2000"/>
              </a:lnSpc>
              <a:spcBef>
                <a:spcPts val="0"/>
              </a:spcBef>
              <a:buNone/>
              <a:defRPr sz="1867" b="0" kern="0" cap="all" spc="53" baseline="0">
                <a:solidFill>
                  <a:schemeClr val="accent1"/>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ISPUM DOLOR SIT</a:t>
            </a:r>
            <a:endParaRPr lang="en-US"/>
          </a:p>
        </p:txBody>
      </p:sp>
      <p:sp>
        <p:nvSpPr>
          <p:cNvPr id="8" name="Text Placeholder 5">
            <a:extLst>
              <a:ext uri="{FF2B5EF4-FFF2-40B4-BE49-F238E27FC236}">
                <a16:creationId xmlns:a16="http://schemas.microsoft.com/office/drawing/2014/main" id="{29FDEF27-3E78-1D4B-8408-36D9106C0BC2}"/>
              </a:ext>
            </a:extLst>
          </p:cNvPr>
          <p:cNvSpPr>
            <a:spLocks noGrp="1"/>
          </p:cNvSpPr>
          <p:nvPr>
            <p:ph type="body" sz="quarter" idx="14" hasCustomPrompt="1"/>
          </p:nvPr>
        </p:nvSpPr>
        <p:spPr>
          <a:xfrm>
            <a:off x="7793877" y="1700366"/>
            <a:ext cx="4398123" cy="3690959"/>
          </a:xfrm>
          <a:prstGeom prst="rect">
            <a:avLst/>
          </a:prstGeom>
        </p:spPr>
        <p:txBody>
          <a:bodyPr lIns="0" tIns="0" rIns="0" bIns="0"/>
          <a:lstStyle>
            <a:lvl1pPr marL="0" indent="0">
              <a:lnSpc>
                <a:spcPts val="26666"/>
              </a:lnSpc>
              <a:spcBef>
                <a:spcPts val="0"/>
              </a:spcBef>
              <a:buNone/>
              <a:defRPr sz="26666" b="1" kern="0" spc="-400" baseline="0">
                <a:solidFill>
                  <a:schemeClr val="accent5"/>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08</a:t>
            </a:r>
            <a:endParaRPr lang="en-US"/>
          </a:p>
        </p:txBody>
      </p:sp>
      <p:sp>
        <p:nvSpPr>
          <p:cNvPr id="2" name="Slide Number Placeholder 1">
            <a:extLst>
              <a:ext uri="{FF2B5EF4-FFF2-40B4-BE49-F238E27FC236}">
                <a16:creationId xmlns:a16="http://schemas.microsoft.com/office/drawing/2014/main" id="{B65AD562-A8FE-AB9C-A4A9-E0FD0461BA7F}"/>
              </a:ext>
            </a:extLst>
          </p:cNvPr>
          <p:cNvSpPr>
            <a:spLocks noGrp="1"/>
          </p:cNvSpPr>
          <p:nvPr>
            <p:ph type="sldNum" sz="quarter" idx="15"/>
          </p:nvPr>
        </p:nvSpPr>
        <p:spPr/>
        <p:txBody>
          <a:bodyPr/>
          <a:lstStyle>
            <a:lvl1pPr>
              <a:defRPr>
                <a:solidFill>
                  <a:schemeClr val="accent1"/>
                </a:solidFill>
              </a:defRPr>
            </a:lvl1pPr>
          </a:lstStyle>
          <a:p>
            <a:fld id="{29CAE5FC-86E1-1448-8EC3-A22E1B31C8C0}" type="slidenum">
              <a:rPr lang="en-US" smtClean="0"/>
              <a:pPr/>
              <a:t>‹N°›</a:t>
            </a:fld>
            <a:endParaRPr lang="en-US"/>
          </a:p>
        </p:txBody>
      </p:sp>
      <p:pic>
        <p:nvPicPr>
          <p:cNvPr id="11" name="Picture 10" descr="A picture containing logo&#10;&#10;Description automatically generated">
            <a:extLst>
              <a:ext uri="{FF2B5EF4-FFF2-40B4-BE49-F238E27FC236}">
                <a16:creationId xmlns:a16="http://schemas.microsoft.com/office/drawing/2014/main" id="{21E2851E-39EE-B888-74A3-8986000959FD}"/>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532533" y="6146800"/>
            <a:ext cx="1659467" cy="711200"/>
          </a:xfrm>
          <a:prstGeom prst="rect">
            <a:avLst/>
          </a:prstGeom>
        </p:spPr>
      </p:pic>
    </p:spTree>
    <p:extLst>
      <p:ext uri="{BB962C8B-B14F-4D97-AF65-F5344CB8AC3E}">
        <p14:creationId xmlns:p14="http://schemas.microsoft.com/office/powerpoint/2010/main" val="184062437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Divider A">
    <p:bg>
      <p:bgPr>
        <a:solidFill>
          <a:schemeClr val="accent1"/>
        </a:solidFill>
        <a:effectLst/>
      </p:bgPr>
    </p:bg>
    <p:spTree>
      <p:nvGrpSpPr>
        <p:cNvPr id="1" name=""/>
        <p:cNvGrpSpPr/>
        <p:nvPr/>
      </p:nvGrpSpPr>
      <p:grpSpPr>
        <a:xfrm>
          <a:off x="0" y="0"/>
          <a:ext cx="0" cy="0"/>
          <a:chOff x="0" y="0"/>
          <a:chExt cx="0" cy="0"/>
        </a:xfrm>
      </p:grpSpPr>
      <p:pic>
        <p:nvPicPr>
          <p:cNvPr id="10" name="Picture 9" descr="Shape&#10;&#10;Description automatically generated">
            <a:extLst>
              <a:ext uri="{FF2B5EF4-FFF2-40B4-BE49-F238E27FC236}">
                <a16:creationId xmlns:a16="http://schemas.microsoft.com/office/drawing/2014/main" id="{99DDEE51-838F-A2EA-52F3-61356F54F56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1216177" cy="519341"/>
          </a:xfrm>
          <a:prstGeom prst="rect">
            <a:avLst/>
          </a:prstGeom>
        </p:spPr>
      </p:pic>
      <p:pic>
        <p:nvPicPr>
          <p:cNvPr id="9" name="Picture 8" descr="Shape&#10;&#10;Description automatically generated">
            <a:extLst>
              <a:ext uri="{FF2B5EF4-FFF2-40B4-BE49-F238E27FC236}">
                <a16:creationId xmlns:a16="http://schemas.microsoft.com/office/drawing/2014/main" id="{9A288809-455F-4842-BBD7-E6150C625961}"/>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Title 2">
            <a:extLst>
              <a:ext uri="{FF2B5EF4-FFF2-40B4-BE49-F238E27FC236}">
                <a16:creationId xmlns:a16="http://schemas.microsoft.com/office/drawing/2014/main" id="{9985EF51-2E44-3B49-99C2-79FD245CE07C}"/>
              </a:ext>
            </a:extLst>
          </p:cNvPr>
          <p:cNvSpPr>
            <a:spLocks noGrp="1"/>
          </p:cNvSpPr>
          <p:nvPr>
            <p:ph type="title" hasCustomPrompt="1"/>
          </p:nvPr>
        </p:nvSpPr>
        <p:spPr>
          <a:xfrm>
            <a:off x="747125" y="2998256"/>
            <a:ext cx="7004304" cy="430744"/>
          </a:xfrm>
        </p:spPr>
        <p:txBody>
          <a:bodyPr/>
          <a:lstStyle>
            <a:lvl1pPr>
              <a:defRPr/>
            </a:lvl1pPr>
          </a:lstStyle>
          <a:p>
            <a:r>
              <a:rPr lang="en-GB"/>
              <a:t>divider title</a:t>
            </a:r>
            <a:endParaRPr lang="en-US"/>
          </a:p>
        </p:txBody>
      </p:sp>
      <p:sp>
        <p:nvSpPr>
          <p:cNvPr id="7" name="Text Placeholder 5">
            <a:extLst>
              <a:ext uri="{FF2B5EF4-FFF2-40B4-BE49-F238E27FC236}">
                <a16:creationId xmlns:a16="http://schemas.microsoft.com/office/drawing/2014/main" id="{E887030A-39E7-CB44-8EC9-6576EA072E00}"/>
              </a:ext>
            </a:extLst>
          </p:cNvPr>
          <p:cNvSpPr>
            <a:spLocks noGrp="1"/>
          </p:cNvSpPr>
          <p:nvPr>
            <p:ph type="body" sz="quarter" idx="13" hasCustomPrompt="1"/>
          </p:nvPr>
        </p:nvSpPr>
        <p:spPr>
          <a:xfrm>
            <a:off x="747124" y="3541351"/>
            <a:ext cx="7004304" cy="261659"/>
          </a:xfrm>
          <a:prstGeom prst="rect">
            <a:avLst/>
          </a:prstGeom>
        </p:spPr>
        <p:txBody>
          <a:bodyPr lIns="0" tIns="0" rIns="0" bIns="0"/>
          <a:lstStyle>
            <a:lvl1pPr marL="0" indent="0">
              <a:lnSpc>
                <a:spcPts val="2000"/>
              </a:lnSpc>
              <a:spcBef>
                <a:spcPts val="0"/>
              </a:spcBef>
              <a:buNone/>
              <a:defRPr sz="1867" b="0" kern="0" cap="all" spc="53" baseline="0">
                <a:solidFill>
                  <a:schemeClr val="bg2"/>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ISPUM DOLOR SIT</a:t>
            </a:r>
            <a:endParaRPr lang="en-US"/>
          </a:p>
        </p:txBody>
      </p:sp>
      <p:sp>
        <p:nvSpPr>
          <p:cNvPr id="8" name="Text Placeholder 5">
            <a:extLst>
              <a:ext uri="{FF2B5EF4-FFF2-40B4-BE49-F238E27FC236}">
                <a16:creationId xmlns:a16="http://schemas.microsoft.com/office/drawing/2014/main" id="{29FDEF27-3E78-1D4B-8408-36D9106C0BC2}"/>
              </a:ext>
            </a:extLst>
          </p:cNvPr>
          <p:cNvSpPr>
            <a:spLocks noGrp="1"/>
          </p:cNvSpPr>
          <p:nvPr>
            <p:ph type="body" sz="quarter" idx="14" hasCustomPrompt="1"/>
          </p:nvPr>
        </p:nvSpPr>
        <p:spPr>
          <a:xfrm>
            <a:off x="7793877" y="1700366"/>
            <a:ext cx="4398123" cy="3690959"/>
          </a:xfrm>
          <a:prstGeom prst="rect">
            <a:avLst/>
          </a:prstGeom>
        </p:spPr>
        <p:txBody>
          <a:bodyPr lIns="0" tIns="0" rIns="0" bIns="0"/>
          <a:lstStyle>
            <a:lvl1pPr marL="0" indent="0">
              <a:lnSpc>
                <a:spcPts val="26666"/>
              </a:lnSpc>
              <a:spcBef>
                <a:spcPts val="0"/>
              </a:spcBef>
              <a:buNone/>
              <a:defRPr sz="26666" b="1" kern="0" spc="-400" baseline="0">
                <a:solidFill>
                  <a:schemeClr val="accent1"/>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08</a:t>
            </a:r>
            <a:endParaRPr lang="en-US"/>
          </a:p>
        </p:txBody>
      </p:sp>
      <p:sp>
        <p:nvSpPr>
          <p:cNvPr id="2" name="Slide Number Placeholder 1">
            <a:extLst>
              <a:ext uri="{FF2B5EF4-FFF2-40B4-BE49-F238E27FC236}">
                <a16:creationId xmlns:a16="http://schemas.microsoft.com/office/drawing/2014/main" id="{C4EC088E-E958-2444-E55E-3696A4106120}"/>
              </a:ext>
            </a:extLst>
          </p:cNvPr>
          <p:cNvSpPr>
            <a:spLocks noGrp="1"/>
          </p:cNvSpPr>
          <p:nvPr>
            <p:ph type="sldNum" sz="quarter" idx="15"/>
          </p:nvPr>
        </p:nvSpPr>
        <p:spPr/>
        <p:txBody>
          <a:bodyPr/>
          <a:lstStyle/>
          <a:p>
            <a:fld id="{29CAE5FC-86E1-1448-8EC3-A22E1B31C8C0}" type="slidenum">
              <a:rPr lang="en-US" smtClean="0"/>
              <a:pPr/>
              <a:t>‹N°›</a:t>
            </a:fld>
            <a:endParaRPr lang="en-US"/>
          </a:p>
        </p:txBody>
      </p:sp>
      <p:pic>
        <p:nvPicPr>
          <p:cNvPr id="5" name="Picture 4" descr="Logo&#10;&#10;Description automatically generated">
            <a:extLst>
              <a:ext uri="{FF2B5EF4-FFF2-40B4-BE49-F238E27FC236}">
                <a16:creationId xmlns:a16="http://schemas.microsoft.com/office/drawing/2014/main" id="{D75BF6FD-F0D8-044A-89D1-23DDEE87B093}"/>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532533" y="6155447"/>
            <a:ext cx="1659467" cy="711200"/>
          </a:xfrm>
          <a:prstGeom prst="rect">
            <a:avLst/>
          </a:prstGeom>
        </p:spPr>
      </p:pic>
    </p:spTree>
    <p:extLst>
      <p:ext uri="{BB962C8B-B14F-4D97-AF65-F5344CB8AC3E}">
        <p14:creationId xmlns:p14="http://schemas.microsoft.com/office/powerpoint/2010/main" val="386639637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Photos and Text">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6364628" y="1878961"/>
            <a:ext cx="4966193" cy="235064"/>
          </a:xfrm>
        </p:spPr>
        <p:txBody>
          <a:bodyPr>
            <a:noAutofit/>
          </a:bodyPr>
          <a:lstStyle>
            <a:lvl1pPr>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r>
              <a:rPr lang="it-IT" noProof="0"/>
              <a:t>.</a:t>
            </a:r>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7" y="696001"/>
            <a:ext cx="10559032" cy="777668"/>
          </a:xfrm>
        </p:spPr>
        <p:txBody>
          <a:bodyPr/>
          <a:lstStyle/>
          <a:p>
            <a:r>
              <a:rPr lang="en-GB"/>
              <a:t>CLICK TO EDIT MASTER TITLE STYLE</a:t>
            </a:r>
            <a:endParaRPr lang="en-US"/>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6364626" y="2231591"/>
            <a:ext cx="4966193" cy="1097019"/>
          </a:xfrm>
        </p:spPr>
        <p:txBody>
          <a:bodyPr>
            <a:noAutofit/>
          </a:bodyPr>
          <a:lstStyle>
            <a:lvl1pPr>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r>
              <a:rPr lang="it-IT" noProof="0"/>
              <a:t>.</a:t>
            </a:r>
          </a:p>
        </p:txBody>
      </p:sp>
      <p:sp>
        <p:nvSpPr>
          <p:cNvPr id="11" name="Text Placeholder 8">
            <a:extLst>
              <a:ext uri="{FF2B5EF4-FFF2-40B4-BE49-F238E27FC236}">
                <a16:creationId xmlns:a16="http://schemas.microsoft.com/office/drawing/2014/main" id="{8D10ECE5-9F3E-7C4E-9012-95918EA1F8D4}"/>
              </a:ext>
            </a:extLst>
          </p:cNvPr>
          <p:cNvSpPr>
            <a:spLocks noGrp="1"/>
          </p:cNvSpPr>
          <p:nvPr>
            <p:ph type="body" sz="quarter" idx="17"/>
          </p:nvPr>
        </p:nvSpPr>
        <p:spPr>
          <a:xfrm>
            <a:off x="6364627" y="3429002"/>
            <a:ext cx="4966192" cy="2510405"/>
          </a:xfrm>
        </p:spPr>
        <p:txBody>
          <a:bodyPr/>
          <a:lstStyle>
            <a:lvl1pPr marL="228594" indent="-228594">
              <a:buClr>
                <a:schemeClr val="accent2"/>
              </a:buClr>
              <a:buSzPct val="120000"/>
              <a:buFont typeface="Arial" panose="020B0604020202020204" pitchFamily="34" charset="0"/>
              <a:buChar char="•"/>
              <a:defRPr>
                <a:solidFill>
                  <a:schemeClr val="accent2"/>
                </a:solidFill>
              </a:defRPr>
            </a:lvl1pPr>
            <a:lvl2pPr marL="749911" indent="-228594">
              <a:buClr>
                <a:schemeClr val="accent2"/>
              </a:buClr>
              <a:buSzPct val="120000"/>
              <a:buFont typeface="Arial" panose="020B0604020202020204" pitchFamily="34" charset="0"/>
              <a:buChar char="•"/>
              <a:defRPr>
                <a:solidFill>
                  <a:schemeClr val="accent2"/>
                </a:solidFill>
              </a:defRPr>
            </a:lvl2pPr>
            <a:lvl3pPr marL="1271228" indent="-228594">
              <a:buClr>
                <a:schemeClr val="accent2"/>
              </a:buClr>
              <a:buSzPct val="120000"/>
              <a:buFont typeface="Arial" panose="020B0604020202020204" pitchFamily="34" charset="0"/>
              <a:buChar char="•"/>
              <a:defRPr>
                <a:solidFill>
                  <a:schemeClr val="accent2"/>
                </a:solidFill>
              </a:defRPr>
            </a:lvl3pPr>
            <a:lvl4pPr marL="1792545" indent="-228594">
              <a:buClr>
                <a:schemeClr val="accent2"/>
              </a:buClr>
              <a:buSzPct val="120000"/>
              <a:buFont typeface="Arial" panose="020B0604020202020204" pitchFamily="34" charset="0"/>
              <a:buChar char="•"/>
              <a:defRPr>
                <a:solidFill>
                  <a:schemeClr val="accent2"/>
                </a:solidFill>
              </a:defRPr>
            </a:lvl4pPr>
            <a:lvl5pPr marL="2313862" indent="-228594">
              <a:buClr>
                <a:schemeClr val="accent2"/>
              </a:buClr>
              <a:buSzPct val="120000"/>
              <a:buFont typeface="Arial" panose="020B0604020202020204" pitchFamily="34" charset="0"/>
              <a:buChar char="•"/>
              <a:defRPr>
                <a:solidFill>
                  <a:schemeClr val="accent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Text Placeholder 7">
            <a:extLst>
              <a:ext uri="{FF2B5EF4-FFF2-40B4-BE49-F238E27FC236}">
                <a16:creationId xmlns:a16="http://schemas.microsoft.com/office/drawing/2014/main" id="{3F74D6CA-803E-1D4F-A762-02CC5FF73C42}"/>
              </a:ext>
            </a:extLst>
          </p:cNvPr>
          <p:cNvSpPr>
            <a:spLocks noGrp="1"/>
          </p:cNvSpPr>
          <p:nvPr>
            <p:ph idx="1" hasCustomPrompt="1"/>
          </p:nvPr>
        </p:nvSpPr>
        <p:spPr>
          <a:xfrm>
            <a:off x="771787" y="1732039"/>
            <a:ext cx="2595528" cy="4207367"/>
          </a:xfrm>
          <a:prstGeom prst="rect">
            <a:avLst/>
          </a:prstGeom>
          <a:solidFill>
            <a:schemeClr val="bg2">
              <a:lumMod val="95000"/>
            </a:schemeClr>
          </a:solidFill>
        </p:spPr>
        <p:txBody>
          <a:bodyPr vert="horz" lIns="0" tIns="0" rIns="0" bIns="0" rtlCol="0">
            <a:normAutofit/>
          </a:bodyPr>
          <a:lstStyle>
            <a:lvl1pPr>
              <a:defRPr sz="1067" i="1">
                <a:solidFill>
                  <a:schemeClr val="accent4"/>
                </a:solidFill>
              </a:defRPr>
            </a:lvl1pPr>
          </a:lstStyle>
          <a:p>
            <a:pPr lvl="0"/>
            <a:r>
              <a:rPr lang="en-GB"/>
              <a:t>click one of the icons to insert an element</a:t>
            </a:r>
            <a:endParaRPr lang="en-US"/>
          </a:p>
        </p:txBody>
      </p:sp>
      <p:sp>
        <p:nvSpPr>
          <p:cNvPr id="13" name="Text Placeholder 7">
            <a:extLst>
              <a:ext uri="{FF2B5EF4-FFF2-40B4-BE49-F238E27FC236}">
                <a16:creationId xmlns:a16="http://schemas.microsoft.com/office/drawing/2014/main" id="{0DA397BD-B1CD-4030-E9B6-DBBC2B2FA5E6}"/>
              </a:ext>
            </a:extLst>
          </p:cNvPr>
          <p:cNvSpPr>
            <a:spLocks noGrp="1"/>
          </p:cNvSpPr>
          <p:nvPr>
            <p:ph idx="18" hasCustomPrompt="1"/>
          </p:nvPr>
        </p:nvSpPr>
        <p:spPr>
          <a:xfrm>
            <a:off x="3392792" y="1732039"/>
            <a:ext cx="2595528" cy="4207367"/>
          </a:xfrm>
          <a:prstGeom prst="rect">
            <a:avLst/>
          </a:prstGeom>
          <a:solidFill>
            <a:schemeClr val="bg2">
              <a:lumMod val="95000"/>
            </a:schemeClr>
          </a:solidFill>
        </p:spPr>
        <p:txBody>
          <a:bodyPr vert="horz" lIns="0" tIns="0" rIns="0" bIns="0" rtlCol="0">
            <a:normAutofit/>
          </a:bodyPr>
          <a:lstStyle>
            <a:lvl1pPr>
              <a:defRPr sz="1067" i="1">
                <a:solidFill>
                  <a:schemeClr val="accent4"/>
                </a:solidFill>
              </a:defRPr>
            </a:lvl1pPr>
          </a:lstStyle>
          <a:p>
            <a:pPr lvl="0"/>
            <a:r>
              <a:rPr lang="en-GB"/>
              <a:t>click one of the icons to insert an element</a:t>
            </a:r>
            <a:endParaRPr lang="en-US"/>
          </a:p>
        </p:txBody>
      </p:sp>
    </p:spTree>
    <p:extLst>
      <p:ext uri="{BB962C8B-B14F-4D97-AF65-F5344CB8AC3E}">
        <p14:creationId xmlns:p14="http://schemas.microsoft.com/office/powerpoint/2010/main" val="352006686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ver A">
    <p:bg>
      <p:bgPr>
        <a:solidFill>
          <a:schemeClr val="accent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F44A04A-95E2-3B45-A3B9-EBD92AF8E80C}"/>
              </a:ext>
            </a:extLst>
          </p:cNvPr>
          <p:cNvSpPr>
            <a:spLocks noGrp="1"/>
          </p:cNvSpPr>
          <p:nvPr>
            <p:ph type="body" sz="quarter" idx="11" hasCustomPrompt="1"/>
          </p:nvPr>
        </p:nvSpPr>
        <p:spPr>
          <a:xfrm>
            <a:off x="747124" y="2635794"/>
            <a:ext cx="10632075" cy="250111"/>
          </a:xfrm>
          <a:prstGeom prst="rect">
            <a:avLst/>
          </a:prstGeom>
        </p:spPr>
        <p:txBody>
          <a:bodyPr lIns="0" tIns="0" rIns="0" bIns="0"/>
          <a:lstStyle>
            <a:lvl1pPr marL="0" indent="0">
              <a:lnSpc>
                <a:spcPts val="1600"/>
              </a:lnSpc>
              <a:spcBef>
                <a:spcPts val="0"/>
              </a:spcBef>
              <a:buNone/>
              <a:defRPr sz="1467" b="0" kern="0" spc="53" baseline="0">
                <a:solidFill>
                  <a:schemeClr val="bg2"/>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a:t>
            </a:r>
            <a:r>
              <a:rPr lang="en-GB" err="1"/>
              <a:t>ispum</a:t>
            </a:r>
            <a:r>
              <a:rPr lang="en-GB"/>
              <a:t> </a:t>
            </a:r>
            <a:r>
              <a:rPr lang="en-GB" err="1"/>
              <a:t>dolor</a:t>
            </a:r>
            <a:r>
              <a:rPr lang="en-GB"/>
              <a:t> sit </a:t>
            </a:r>
            <a:r>
              <a:rPr lang="en-GB" err="1"/>
              <a:t>amet</a:t>
            </a:r>
            <a:r>
              <a:rPr lang="en-GB"/>
              <a:t> </a:t>
            </a:r>
            <a:r>
              <a:rPr lang="en-GB" err="1"/>
              <a:t>consectetur</a:t>
            </a:r>
            <a:endParaRPr lang="en-US"/>
          </a:p>
        </p:txBody>
      </p:sp>
      <p:sp>
        <p:nvSpPr>
          <p:cNvPr id="3" name="Title 2">
            <a:extLst>
              <a:ext uri="{FF2B5EF4-FFF2-40B4-BE49-F238E27FC236}">
                <a16:creationId xmlns:a16="http://schemas.microsoft.com/office/drawing/2014/main" id="{9985EF51-2E44-3B49-99C2-79FD245CE07C}"/>
              </a:ext>
            </a:extLst>
          </p:cNvPr>
          <p:cNvSpPr>
            <a:spLocks noGrp="1"/>
          </p:cNvSpPr>
          <p:nvPr>
            <p:ph type="title" hasCustomPrompt="1"/>
          </p:nvPr>
        </p:nvSpPr>
        <p:spPr>
          <a:xfrm>
            <a:off x="747125" y="2998256"/>
            <a:ext cx="10632076" cy="430744"/>
          </a:xfrm>
        </p:spPr>
        <p:txBody>
          <a:bodyPr/>
          <a:lstStyle>
            <a:lvl1pPr>
              <a:defRPr/>
            </a:lvl1pPr>
          </a:lstStyle>
          <a:p>
            <a:r>
              <a:rPr lang="en-GB"/>
              <a:t>Presentation title</a:t>
            </a:r>
            <a:endParaRPr lang="en-US"/>
          </a:p>
        </p:txBody>
      </p:sp>
      <p:sp>
        <p:nvSpPr>
          <p:cNvPr id="4" name="Date Placeholder 3">
            <a:extLst>
              <a:ext uri="{FF2B5EF4-FFF2-40B4-BE49-F238E27FC236}">
                <a16:creationId xmlns:a16="http://schemas.microsoft.com/office/drawing/2014/main" id="{81962D12-62C6-B34D-BB51-1A63ACD6F3D9}"/>
              </a:ext>
            </a:extLst>
          </p:cNvPr>
          <p:cNvSpPr>
            <a:spLocks noGrp="1"/>
          </p:cNvSpPr>
          <p:nvPr>
            <p:ph type="dt" sz="half" idx="12"/>
          </p:nvPr>
        </p:nvSpPr>
        <p:spPr>
          <a:xfrm>
            <a:off x="747124" y="6092491"/>
            <a:ext cx="3583939" cy="250563"/>
          </a:xfrm>
        </p:spPr>
        <p:txBody>
          <a:bodyPr/>
          <a:lstStyle/>
          <a:p>
            <a:fld id="{F5E8AD73-F7E8-CF4A-8555-B6CA25430F3F}" type="datetimeFigureOut">
              <a:rPr lang="en-US" smtClean="0"/>
              <a:pPr/>
              <a:t>6/16/2026</a:t>
            </a:fld>
            <a:endParaRPr lang="en-US"/>
          </a:p>
        </p:txBody>
      </p:sp>
      <p:sp>
        <p:nvSpPr>
          <p:cNvPr id="7" name="Text Placeholder 5">
            <a:extLst>
              <a:ext uri="{FF2B5EF4-FFF2-40B4-BE49-F238E27FC236}">
                <a16:creationId xmlns:a16="http://schemas.microsoft.com/office/drawing/2014/main" id="{E887030A-39E7-CB44-8EC9-6576EA072E00}"/>
              </a:ext>
            </a:extLst>
          </p:cNvPr>
          <p:cNvSpPr>
            <a:spLocks noGrp="1"/>
          </p:cNvSpPr>
          <p:nvPr>
            <p:ph type="body" sz="quarter" idx="13" hasCustomPrompt="1"/>
          </p:nvPr>
        </p:nvSpPr>
        <p:spPr>
          <a:xfrm>
            <a:off x="747124" y="3541351"/>
            <a:ext cx="10632075" cy="250563"/>
          </a:xfrm>
          <a:prstGeom prst="rect">
            <a:avLst/>
          </a:prstGeom>
        </p:spPr>
        <p:txBody>
          <a:bodyPr lIns="0" tIns="0" rIns="0" bIns="0"/>
          <a:lstStyle>
            <a:lvl1pPr marL="0" indent="0">
              <a:lnSpc>
                <a:spcPts val="2000"/>
              </a:lnSpc>
              <a:spcBef>
                <a:spcPts val="0"/>
              </a:spcBef>
              <a:buNone/>
              <a:defRPr sz="1867" b="0" kern="0" spc="53" baseline="0">
                <a:solidFill>
                  <a:schemeClr val="bg2"/>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ISPUM DOLOR SIT</a:t>
            </a:r>
            <a:endParaRPr lang="en-US"/>
          </a:p>
        </p:txBody>
      </p:sp>
    </p:spTree>
    <p:extLst>
      <p:ext uri="{BB962C8B-B14F-4D97-AF65-F5344CB8AC3E}">
        <p14:creationId xmlns:p14="http://schemas.microsoft.com/office/powerpoint/2010/main" val="37461135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One Column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DBBB496-6610-A398-EB22-1A060E042C30}"/>
              </a:ext>
            </a:extLst>
          </p:cNvPr>
          <p:cNvGraphicFramePr>
            <a:graphicFrameLocks noChangeAspect="1"/>
          </p:cNvGraphicFramePr>
          <p:nvPr userDrawn="1">
            <p:custDataLst>
              <p:tags r:id="rId1"/>
            </p:custDataLst>
            <p:extLst>
              <p:ext uri="{D42A27DB-BD31-4B8C-83A1-F6EECF244321}">
                <p14:modId xmlns:p14="http://schemas.microsoft.com/office/powerpoint/2010/main" val="157485770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FDBBB496-6610-A398-EB22-1A060E042C30}"/>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771788" y="1878961"/>
            <a:ext cx="6364448" cy="235064"/>
          </a:xfrm>
        </p:spPr>
        <p:txBody>
          <a:bodyPr>
            <a:noAutofit/>
          </a:bodyPr>
          <a:lstStyle>
            <a:lvl1pPr rtl="0">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p:txBody>
          <a:bodyPr vert="horz"/>
          <a:lstStyle>
            <a:lvl1pPr rtl="0">
              <a:defRPr/>
            </a:lvl1pPr>
          </a:lstStyle>
          <a:p>
            <a:r>
              <a:rPr lang="en-GB"/>
              <a:t>CLICK TO EDIT MASTER TITLE STYLE</a:t>
            </a:r>
          </a:p>
        </p:txBody>
      </p:sp>
      <p:sp>
        <p:nvSpPr>
          <p:cNvPr id="9" name="Text Placeholder 8">
            <a:extLst>
              <a:ext uri="{FF2B5EF4-FFF2-40B4-BE49-F238E27FC236}">
                <a16:creationId xmlns:a16="http://schemas.microsoft.com/office/drawing/2014/main" id="{80EC26C9-3F09-D34E-94B0-FF161A79BA00}"/>
              </a:ext>
            </a:extLst>
          </p:cNvPr>
          <p:cNvSpPr>
            <a:spLocks noGrp="1"/>
          </p:cNvSpPr>
          <p:nvPr>
            <p:ph type="body" sz="quarter" idx="15"/>
          </p:nvPr>
        </p:nvSpPr>
        <p:spPr>
          <a:xfrm>
            <a:off x="771787" y="3020798"/>
            <a:ext cx="6062444" cy="1386220"/>
          </a:xfrm>
        </p:spPr>
        <p:txBody>
          <a:bodyPr/>
          <a:lstStyle>
            <a:lvl1pPr rtl="0">
              <a:defRPr>
                <a:solidFill>
                  <a:schemeClr val="accent2"/>
                </a:solidFill>
              </a:defRPr>
            </a:lvl1pPr>
            <a:lvl2pPr rtl="0">
              <a:defRPr>
                <a:solidFill>
                  <a:schemeClr val="accent2"/>
                </a:solidFill>
              </a:defRPr>
            </a:lvl2pPr>
            <a:lvl3pPr rtl="0">
              <a:defRPr>
                <a:solidFill>
                  <a:schemeClr val="accent2"/>
                </a:solidFill>
              </a:defRPr>
            </a:lvl3pPr>
            <a:lvl4pPr rtl="0">
              <a:defRPr>
                <a:solidFill>
                  <a:schemeClr val="accent2"/>
                </a:solidFill>
              </a:defRPr>
            </a:lvl4pPr>
            <a:lvl5pPr rtl="0">
              <a:defRPr>
                <a:solidFill>
                  <a:schemeClr val="accent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771787" y="2231593"/>
            <a:ext cx="6364448" cy="598295"/>
          </a:xfrm>
        </p:spPr>
        <p:txBody>
          <a:bodyPr>
            <a:noAutofit/>
          </a:bodyPr>
          <a:lstStyle>
            <a:lvl1pPr rtl="0">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11" name="Text Placeholder 8">
            <a:extLst>
              <a:ext uri="{FF2B5EF4-FFF2-40B4-BE49-F238E27FC236}">
                <a16:creationId xmlns:a16="http://schemas.microsoft.com/office/drawing/2014/main" id="{8D10ECE5-9F3E-7C4E-9012-95918EA1F8D4}"/>
              </a:ext>
            </a:extLst>
          </p:cNvPr>
          <p:cNvSpPr>
            <a:spLocks noGrp="1"/>
          </p:cNvSpPr>
          <p:nvPr>
            <p:ph type="body" sz="quarter" idx="17"/>
          </p:nvPr>
        </p:nvSpPr>
        <p:spPr>
          <a:xfrm>
            <a:off x="771787" y="4553187"/>
            <a:ext cx="6062444" cy="1386220"/>
          </a:xfrm>
        </p:spPr>
        <p:txBody>
          <a:bodyPr/>
          <a:lstStyle>
            <a:lvl1pPr marL="228589" indent="-228589" rtl="0">
              <a:buClr>
                <a:schemeClr val="accent2"/>
              </a:buClr>
              <a:buSzPct val="120000"/>
              <a:buFont typeface="Arial" panose="020B0604020202020204" pitchFamily="34" charset="0"/>
              <a:buChar char="•"/>
              <a:defRPr>
                <a:solidFill>
                  <a:schemeClr val="accent2"/>
                </a:solidFill>
              </a:defRPr>
            </a:lvl1pPr>
            <a:lvl2pPr marL="749892" indent="-228589" rtl="0">
              <a:buClr>
                <a:schemeClr val="accent2"/>
              </a:buClr>
              <a:buSzPct val="120000"/>
              <a:buFont typeface="Arial" panose="020B0604020202020204" pitchFamily="34" charset="0"/>
              <a:buChar char="•"/>
              <a:defRPr>
                <a:solidFill>
                  <a:schemeClr val="accent2"/>
                </a:solidFill>
              </a:defRPr>
            </a:lvl2pPr>
            <a:lvl3pPr marL="1271196" indent="-228589" rtl="0">
              <a:buClr>
                <a:schemeClr val="accent2"/>
              </a:buClr>
              <a:buSzPct val="120000"/>
              <a:buFont typeface="Arial" panose="020B0604020202020204" pitchFamily="34" charset="0"/>
              <a:buChar char="•"/>
              <a:defRPr>
                <a:solidFill>
                  <a:schemeClr val="accent2"/>
                </a:solidFill>
              </a:defRPr>
            </a:lvl3pPr>
            <a:lvl4pPr marL="1792501" indent="-228589" rtl="0">
              <a:buClr>
                <a:schemeClr val="accent2"/>
              </a:buClr>
              <a:buSzPct val="120000"/>
              <a:buFont typeface="Arial" panose="020B0604020202020204" pitchFamily="34" charset="0"/>
              <a:buChar char="•"/>
              <a:defRPr>
                <a:solidFill>
                  <a:schemeClr val="accent2"/>
                </a:solidFill>
              </a:defRPr>
            </a:lvl4pPr>
            <a:lvl5pPr marL="2313805" indent="-228589" rtl="0">
              <a:buClr>
                <a:schemeClr val="accent2"/>
              </a:buClr>
              <a:buSzPct val="120000"/>
              <a:buFont typeface="Arial" panose="020B0604020202020204" pitchFamily="34" charset="0"/>
              <a:buChar char="•"/>
              <a:defRPr>
                <a:solidFill>
                  <a:schemeClr val="accent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7">
            <a:extLst>
              <a:ext uri="{FF2B5EF4-FFF2-40B4-BE49-F238E27FC236}">
                <a16:creationId xmlns:a16="http://schemas.microsoft.com/office/drawing/2014/main" id="{3F74D6CA-803E-1D4F-A762-02CC5FF73C42}"/>
              </a:ext>
            </a:extLst>
          </p:cNvPr>
          <p:cNvSpPr>
            <a:spLocks noGrp="1"/>
          </p:cNvSpPr>
          <p:nvPr>
            <p:ph idx="1" hasCustomPrompt="1"/>
          </p:nvPr>
        </p:nvSpPr>
        <p:spPr>
          <a:xfrm>
            <a:off x="7225717" y="3980"/>
            <a:ext cx="4966283" cy="6854021"/>
          </a:xfrm>
          <a:prstGeom prst="rect">
            <a:avLst/>
          </a:prstGeom>
          <a:solidFill>
            <a:schemeClr val="bg2">
              <a:lumMod val="95000"/>
            </a:schemeClr>
          </a:solidFill>
        </p:spPr>
        <p:txBody>
          <a:bodyPr vert="horz" lIns="0" tIns="0" rIns="0" bIns="0" rtlCol="0">
            <a:normAutofit/>
          </a:bodyPr>
          <a:lstStyle>
            <a:lvl1pPr rtl="0">
              <a:defRPr sz="1067" i="1">
                <a:solidFill>
                  <a:schemeClr val="accent4"/>
                </a:solidFill>
              </a:defRPr>
            </a:lvl1pPr>
          </a:lstStyle>
          <a:p>
            <a:pPr lvl="0"/>
            <a:r>
              <a:rPr lang="en-GB"/>
              <a:t>click one of the icons to insert an element</a:t>
            </a:r>
          </a:p>
        </p:txBody>
      </p:sp>
    </p:spTree>
    <p:extLst>
      <p:ext uri="{BB962C8B-B14F-4D97-AF65-F5344CB8AC3E}">
        <p14:creationId xmlns:p14="http://schemas.microsoft.com/office/powerpoint/2010/main" val="272760571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Photos and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DC2F651-CD72-BDE5-D2CB-8DFDF4427FA3}"/>
              </a:ext>
            </a:extLst>
          </p:cNvPr>
          <p:cNvGraphicFramePr>
            <a:graphicFrameLocks noChangeAspect="1"/>
          </p:cNvGraphicFramePr>
          <p:nvPr userDrawn="1">
            <p:custDataLst>
              <p:tags r:id="rId1"/>
            </p:custDataLst>
            <p:extLst>
              <p:ext uri="{D42A27DB-BD31-4B8C-83A1-F6EECF244321}">
                <p14:modId xmlns:p14="http://schemas.microsoft.com/office/powerpoint/2010/main" val="18844423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1DC2F651-CD72-BDE5-D2CB-8DFDF4427FA3}"/>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6364629" y="1878961"/>
            <a:ext cx="4966193" cy="235064"/>
          </a:xfrm>
        </p:spPr>
        <p:txBody>
          <a:bodyPr>
            <a:noAutofit/>
          </a:bodyPr>
          <a:lstStyle>
            <a:lvl1pPr rtl="0">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7" y="696002"/>
            <a:ext cx="10559032" cy="777668"/>
          </a:xfrm>
        </p:spPr>
        <p:txBody>
          <a:bodyPr vert="horz"/>
          <a:lstStyle>
            <a:lvl1pPr rtl="0">
              <a:defRPr/>
            </a:lvl1pPr>
          </a:lstStyle>
          <a:p>
            <a:r>
              <a:rPr lang="en-GB"/>
              <a:t>CLICK TO EDIT MASTER TITLE STYLE</a:t>
            </a:r>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6364628" y="2231592"/>
            <a:ext cx="4966193" cy="1097019"/>
          </a:xfrm>
        </p:spPr>
        <p:txBody>
          <a:bodyPr>
            <a:noAutofit/>
          </a:bodyPr>
          <a:lstStyle>
            <a:lvl1pPr rtl="0">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11" name="Text Placeholder 8">
            <a:extLst>
              <a:ext uri="{FF2B5EF4-FFF2-40B4-BE49-F238E27FC236}">
                <a16:creationId xmlns:a16="http://schemas.microsoft.com/office/drawing/2014/main" id="{8D10ECE5-9F3E-7C4E-9012-95918EA1F8D4}"/>
              </a:ext>
            </a:extLst>
          </p:cNvPr>
          <p:cNvSpPr>
            <a:spLocks noGrp="1"/>
          </p:cNvSpPr>
          <p:nvPr>
            <p:ph type="body" sz="quarter" idx="17"/>
          </p:nvPr>
        </p:nvSpPr>
        <p:spPr>
          <a:xfrm>
            <a:off x="6364627" y="3429003"/>
            <a:ext cx="4966192" cy="2510405"/>
          </a:xfrm>
        </p:spPr>
        <p:txBody>
          <a:bodyPr/>
          <a:lstStyle>
            <a:lvl1pPr marL="228589" indent="-228589" rtl="0">
              <a:buClr>
                <a:schemeClr val="accent2"/>
              </a:buClr>
              <a:buSzPct val="120000"/>
              <a:buFont typeface="Arial" panose="020B0604020202020204" pitchFamily="34" charset="0"/>
              <a:buChar char="•"/>
              <a:defRPr>
                <a:solidFill>
                  <a:schemeClr val="accent2"/>
                </a:solidFill>
              </a:defRPr>
            </a:lvl1pPr>
            <a:lvl2pPr marL="749892" indent="-228589" rtl="0">
              <a:buClr>
                <a:schemeClr val="accent2"/>
              </a:buClr>
              <a:buSzPct val="120000"/>
              <a:buFont typeface="Arial" panose="020B0604020202020204" pitchFamily="34" charset="0"/>
              <a:buChar char="•"/>
              <a:defRPr>
                <a:solidFill>
                  <a:schemeClr val="accent2"/>
                </a:solidFill>
              </a:defRPr>
            </a:lvl2pPr>
            <a:lvl3pPr marL="1271196" indent="-228589" rtl="0">
              <a:buClr>
                <a:schemeClr val="accent2"/>
              </a:buClr>
              <a:buSzPct val="120000"/>
              <a:buFont typeface="Arial" panose="020B0604020202020204" pitchFamily="34" charset="0"/>
              <a:buChar char="•"/>
              <a:defRPr>
                <a:solidFill>
                  <a:schemeClr val="accent2"/>
                </a:solidFill>
              </a:defRPr>
            </a:lvl3pPr>
            <a:lvl4pPr marL="1792501" indent="-228589" rtl="0">
              <a:buClr>
                <a:schemeClr val="accent2"/>
              </a:buClr>
              <a:buSzPct val="120000"/>
              <a:buFont typeface="Arial" panose="020B0604020202020204" pitchFamily="34" charset="0"/>
              <a:buChar char="•"/>
              <a:defRPr>
                <a:solidFill>
                  <a:schemeClr val="accent2"/>
                </a:solidFill>
              </a:defRPr>
            </a:lvl4pPr>
            <a:lvl5pPr marL="2313805" indent="-228589" rtl="0">
              <a:buClr>
                <a:schemeClr val="accent2"/>
              </a:buClr>
              <a:buSzPct val="120000"/>
              <a:buFont typeface="Arial" panose="020B0604020202020204" pitchFamily="34" charset="0"/>
              <a:buChar char="•"/>
              <a:defRPr>
                <a:solidFill>
                  <a:schemeClr val="accent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7">
            <a:extLst>
              <a:ext uri="{FF2B5EF4-FFF2-40B4-BE49-F238E27FC236}">
                <a16:creationId xmlns:a16="http://schemas.microsoft.com/office/drawing/2014/main" id="{3F74D6CA-803E-1D4F-A762-02CC5FF73C42}"/>
              </a:ext>
            </a:extLst>
          </p:cNvPr>
          <p:cNvSpPr>
            <a:spLocks noGrp="1"/>
          </p:cNvSpPr>
          <p:nvPr>
            <p:ph idx="1" hasCustomPrompt="1"/>
          </p:nvPr>
        </p:nvSpPr>
        <p:spPr>
          <a:xfrm>
            <a:off x="771787" y="1732041"/>
            <a:ext cx="2595528" cy="4207367"/>
          </a:xfrm>
          <a:prstGeom prst="rect">
            <a:avLst/>
          </a:prstGeom>
          <a:solidFill>
            <a:schemeClr val="bg2">
              <a:lumMod val="95000"/>
            </a:schemeClr>
          </a:solidFill>
        </p:spPr>
        <p:txBody>
          <a:bodyPr vert="horz" lIns="0" tIns="0" rIns="0" bIns="0" rtlCol="0">
            <a:normAutofit/>
          </a:bodyPr>
          <a:lstStyle>
            <a:lvl1pPr rtl="0">
              <a:defRPr sz="1067" i="1">
                <a:solidFill>
                  <a:schemeClr val="accent4"/>
                </a:solidFill>
              </a:defRPr>
            </a:lvl1pPr>
          </a:lstStyle>
          <a:p>
            <a:pPr lvl="0"/>
            <a:r>
              <a:rPr lang="en-GB"/>
              <a:t>click one of the icons to insert an element</a:t>
            </a:r>
          </a:p>
        </p:txBody>
      </p:sp>
      <p:sp>
        <p:nvSpPr>
          <p:cNvPr id="13" name="Text Placeholder 7">
            <a:extLst>
              <a:ext uri="{FF2B5EF4-FFF2-40B4-BE49-F238E27FC236}">
                <a16:creationId xmlns:a16="http://schemas.microsoft.com/office/drawing/2014/main" id="{0DA397BD-B1CD-4030-E9B6-DBBC2B2FA5E6}"/>
              </a:ext>
            </a:extLst>
          </p:cNvPr>
          <p:cNvSpPr>
            <a:spLocks noGrp="1"/>
          </p:cNvSpPr>
          <p:nvPr>
            <p:ph idx="18" hasCustomPrompt="1"/>
          </p:nvPr>
        </p:nvSpPr>
        <p:spPr>
          <a:xfrm>
            <a:off x="3392792" y="1732041"/>
            <a:ext cx="2595528" cy="4207367"/>
          </a:xfrm>
          <a:prstGeom prst="rect">
            <a:avLst/>
          </a:prstGeom>
          <a:solidFill>
            <a:schemeClr val="bg2">
              <a:lumMod val="95000"/>
            </a:schemeClr>
          </a:solidFill>
        </p:spPr>
        <p:txBody>
          <a:bodyPr vert="horz" lIns="0" tIns="0" rIns="0" bIns="0" rtlCol="0">
            <a:normAutofit/>
          </a:bodyPr>
          <a:lstStyle>
            <a:lvl1pPr rtl="0">
              <a:defRPr sz="1067" i="1">
                <a:solidFill>
                  <a:schemeClr val="accent4"/>
                </a:solidFill>
              </a:defRPr>
            </a:lvl1pPr>
          </a:lstStyle>
          <a:p>
            <a:pPr lvl="0"/>
            <a:r>
              <a:rPr lang="en-GB"/>
              <a:t>click one of the icons to insert an element</a:t>
            </a:r>
          </a:p>
        </p:txBody>
      </p:sp>
    </p:spTree>
    <p:extLst>
      <p:ext uri="{BB962C8B-B14F-4D97-AF65-F5344CB8AC3E}">
        <p14:creationId xmlns:p14="http://schemas.microsoft.com/office/powerpoint/2010/main" val="89206917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hotos and Text Special">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009278B-A277-F71F-A417-074C27FF33F2}"/>
              </a:ext>
            </a:extLst>
          </p:cNvPr>
          <p:cNvGraphicFramePr>
            <a:graphicFrameLocks noChangeAspect="1"/>
          </p:cNvGraphicFramePr>
          <p:nvPr userDrawn="1">
            <p:custDataLst>
              <p:tags r:id="rId1"/>
            </p:custDataLst>
            <p:extLst>
              <p:ext uri="{D42A27DB-BD31-4B8C-83A1-F6EECF244321}">
                <p14:modId xmlns:p14="http://schemas.microsoft.com/office/powerpoint/2010/main" val="1713405418"/>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1009278B-A277-F71F-A417-074C27FF33F2}"/>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6016285" y="1878961"/>
            <a:ext cx="4687883" cy="235064"/>
          </a:xfrm>
        </p:spPr>
        <p:txBody>
          <a:bodyPr>
            <a:noAutofit/>
          </a:bodyPr>
          <a:lstStyle>
            <a:lvl1pPr rtl="0">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7" y="696002"/>
            <a:ext cx="9932380" cy="777668"/>
          </a:xfrm>
        </p:spPr>
        <p:txBody>
          <a:bodyPr vert="horz"/>
          <a:lstStyle>
            <a:lvl1pPr rtl="0">
              <a:defRPr/>
            </a:lvl1pPr>
          </a:lstStyle>
          <a:p>
            <a:r>
              <a:rPr lang="en-GB"/>
              <a:t>CLICK TO EDIT MASTER TITLE STYLE</a:t>
            </a:r>
          </a:p>
        </p:txBody>
      </p:sp>
      <p:sp>
        <p:nvSpPr>
          <p:cNvPr id="12" name="Text Placeholder 7">
            <a:extLst>
              <a:ext uri="{FF2B5EF4-FFF2-40B4-BE49-F238E27FC236}">
                <a16:creationId xmlns:a16="http://schemas.microsoft.com/office/drawing/2014/main" id="{3F74D6CA-803E-1D4F-A762-02CC5FF73C42}"/>
              </a:ext>
            </a:extLst>
          </p:cNvPr>
          <p:cNvSpPr>
            <a:spLocks noGrp="1"/>
          </p:cNvSpPr>
          <p:nvPr>
            <p:ph idx="1" hasCustomPrompt="1"/>
          </p:nvPr>
        </p:nvSpPr>
        <p:spPr>
          <a:xfrm>
            <a:off x="771787" y="1732041"/>
            <a:ext cx="4966191" cy="2128761"/>
          </a:xfrm>
          <a:prstGeom prst="rect">
            <a:avLst/>
          </a:prstGeom>
          <a:solidFill>
            <a:schemeClr val="bg2">
              <a:lumMod val="95000"/>
            </a:schemeClr>
          </a:solidFill>
        </p:spPr>
        <p:txBody>
          <a:bodyPr vert="horz" lIns="0" tIns="0" rIns="0" bIns="0" rtlCol="0">
            <a:normAutofit/>
          </a:bodyPr>
          <a:lstStyle>
            <a:lvl1pPr rtl="0">
              <a:defRPr sz="1067" i="1">
                <a:solidFill>
                  <a:schemeClr val="accent4"/>
                </a:solidFill>
              </a:defRPr>
            </a:lvl1pPr>
          </a:lstStyle>
          <a:p>
            <a:pPr lvl="0"/>
            <a:r>
              <a:rPr lang="en-GB"/>
              <a:t>click one of the icons to insert an element</a:t>
            </a:r>
          </a:p>
        </p:txBody>
      </p:sp>
      <p:sp>
        <p:nvSpPr>
          <p:cNvPr id="9" name="Text Placeholder 7">
            <a:extLst>
              <a:ext uri="{FF2B5EF4-FFF2-40B4-BE49-F238E27FC236}">
                <a16:creationId xmlns:a16="http://schemas.microsoft.com/office/drawing/2014/main" id="{55D81D3F-B8FC-5DA5-EF02-B6AE745B81A5}"/>
              </a:ext>
            </a:extLst>
          </p:cNvPr>
          <p:cNvSpPr>
            <a:spLocks noGrp="1"/>
          </p:cNvSpPr>
          <p:nvPr>
            <p:ph idx="17" hasCustomPrompt="1"/>
          </p:nvPr>
        </p:nvSpPr>
        <p:spPr>
          <a:xfrm>
            <a:off x="5737978" y="3860802"/>
            <a:ext cx="4966191" cy="2128761"/>
          </a:xfrm>
          <a:prstGeom prst="rect">
            <a:avLst/>
          </a:prstGeom>
          <a:solidFill>
            <a:schemeClr val="bg2">
              <a:lumMod val="95000"/>
            </a:schemeClr>
          </a:solidFill>
        </p:spPr>
        <p:txBody>
          <a:bodyPr vert="horz" lIns="0" tIns="0" rIns="0" bIns="0" rtlCol="0">
            <a:normAutofit/>
          </a:bodyPr>
          <a:lstStyle>
            <a:lvl1pPr rtl="0">
              <a:defRPr sz="1067" i="1">
                <a:solidFill>
                  <a:schemeClr val="accent4"/>
                </a:solidFill>
              </a:defRPr>
            </a:lvl1pPr>
          </a:lstStyle>
          <a:p>
            <a:pPr lvl="0"/>
            <a:r>
              <a:rPr lang="en-GB"/>
              <a:t>click one of the icons to insert an element</a:t>
            </a:r>
          </a:p>
        </p:txBody>
      </p:sp>
      <p:sp>
        <p:nvSpPr>
          <p:cNvPr id="14" name="Text Placeholder 5">
            <a:extLst>
              <a:ext uri="{FF2B5EF4-FFF2-40B4-BE49-F238E27FC236}">
                <a16:creationId xmlns:a16="http://schemas.microsoft.com/office/drawing/2014/main" id="{7CEFC3EB-2DDF-E0AD-B557-E9F8C09F8CDD}"/>
              </a:ext>
            </a:extLst>
          </p:cNvPr>
          <p:cNvSpPr>
            <a:spLocks noGrp="1"/>
          </p:cNvSpPr>
          <p:nvPr>
            <p:ph type="body" sz="quarter" idx="22" hasCustomPrompt="1"/>
          </p:nvPr>
        </p:nvSpPr>
        <p:spPr>
          <a:xfrm>
            <a:off x="6016285" y="2241333"/>
            <a:ext cx="4687883" cy="1361096"/>
          </a:xfrm>
        </p:spPr>
        <p:txBody>
          <a:bodyPr>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5" name="Text Placeholder 7">
            <a:extLst>
              <a:ext uri="{FF2B5EF4-FFF2-40B4-BE49-F238E27FC236}">
                <a16:creationId xmlns:a16="http://schemas.microsoft.com/office/drawing/2014/main" id="{71FED65D-5255-E5C5-3F43-7383527D8233}"/>
              </a:ext>
            </a:extLst>
          </p:cNvPr>
          <p:cNvSpPr>
            <a:spLocks noGrp="1"/>
          </p:cNvSpPr>
          <p:nvPr>
            <p:ph type="body" sz="quarter" idx="23" hasCustomPrompt="1"/>
          </p:nvPr>
        </p:nvSpPr>
        <p:spPr>
          <a:xfrm>
            <a:off x="771788" y="4091921"/>
            <a:ext cx="4687883" cy="235064"/>
          </a:xfrm>
        </p:spPr>
        <p:txBody>
          <a:bodyPr>
            <a:noAutofit/>
          </a:bodyPr>
          <a:lstStyle>
            <a:lvl1pPr algn="r" rtl="0">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16" name="Text Placeholder 5">
            <a:extLst>
              <a:ext uri="{FF2B5EF4-FFF2-40B4-BE49-F238E27FC236}">
                <a16:creationId xmlns:a16="http://schemas.microsoft.com/office/drawing/2014/main" id="{8DC7EF0C-B682-821D-4C1E-A19A9B63A94D}"/>
              </a:ext>
            </a:extLst>
          </p:cNvPr>
          <p:cNvSpPr>
            <a:spLocks noGrp="1"/>
          </p:cNvSpPr>
          <p:nvPr>
            <p:ph type="body" sz="quarter" idx="24" hasCustomPrompt="1"/>
          </p:nvPr>
        </p:nvSpPr>
        <p:spPr>
          <a:xfrm>
            <a:off x="771785" y="4454293"/>
            <a:ext cx="4687883" cy="1361096"/>
          </a:xfrm>
        </p:spPr>
        <p:txBody>
          <a:bodyPr>
            <a:noAutofit/>
          </a:bodyPr>
          <a:lstStyle>
            <a:lvl1pPr marL="0" indent="0" algn="r"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Tree>
    <p:extLst>
      <p:ext uri="{BB962C8B-B14F-4D97-AF65-F5344CB8AC3E}">
        <p14:creationId xmlns:p14="http://schemas.microsoft.com/office/powerpoint/2010/main" val="89710222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_One Column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BD4C8BC-981B-F48A-1B92-B3C628AA6FCF}"/>
              </a:ext>
            </a:extLst>
          </p:cNvPr>
          <p:cNvGraphicFramePr>
            <a:graphicFrameLocks noChangeAspect="1"/>
          </p:cNvGraphicFramePr>
          <p:nvPr userDrawn="1">
            <p:custDataLst>
              <p:tags r:id="rId1"/>
            </p:custDataLst>
            <p:extLst>
              <p:ext uri="{D42A27DB-BD31-4B8C-83A1-F6EECF244321}">
                <p14:modId xmlns:p14="http://schemas.microsoft.com/office/powerpoint/2010/main" val="3763860394"/>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1BD4C8BC-981B-F48A-1B92-B3C628AA6FCF}"/>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771790" y="1878962"/>
            <a:ext cx="3993159" cy="577095"/>
          </a:xfrm>
        </p:spPr>
        <p:txBody>
          <a:bodyPr>
            <a:noAutofit/>
          </a:bodyPr>
          <a:lstStyle>
            <a:lvl1pPr rtl="0">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7" y="696002"/>
            <a:ext cx="11028727" cy="777668"/>
          </a:xfrm>
        </p:spPr>
        <p:txBody>
          <a:bodyPr vert="horz"/>
          <a:lstStyle>
            <a:lvl1pPr rtl="0">
              <a:defRPr/>
            </a:lvl1pPr>
          </a:lstStyle>
          <a:p>
            <a:r>
              <a:rPr lang="en-GB"/>
              <a:t>CLICK TO EDIT MASTER TITLE STYLE</a:t>
            </a:r>
          </a:p>
        </p:txBody>
      </p:sp>
      <p:sp>
        <p:nvSpPr>
          <p:cNvPr id="9" name="Text Placeholder 8">
            <a:extLst>
              <a:ext uri="{FF2B5EF4-FFF2-40B4-BE49-F238E27FC236}">
                <a16:creationId xmlns:a16="http://schemas.microsoft.com/office/drawing/2014/main" id="{80EC26C9-3F09-D34E-94B0-FF161A79BA00}"/>
              </a:ext>
            </a:extLst>
          </p:cNvPr>
          <p:cNvSpPr>
            <a:spLocks noGrp="1"/>
          </p:cNvSpPr>
          <p:nvPr>
            <p:ph type="body" sz="quarter" idx="15"/>
          </p:nvPr>
        </p:nvSpPr>
        <p:spPr>
          <a:xfrm>
            <a:off x="5055764" y="1878962"/>
            <a:ext cx="6744749" cy="4241913"/>
          </a:xfrm>
        </p:spPr>
        <p:txBody>
          <a:bodyPr/>
          <a:lstStyle>
            <a:lvl1pPr rtl="0">
              <a:defRPr>
                <a:solidFill>
                  <a:schemeClr val="accent2"/>
                </a:solidFill>
              </a:defRPr>
            </a:lvl1pPr>
            <a:lvl2pPr rtl="0">
              <a:defRPr>
                <a:solidFill>
                  <a:schemeClr val="accent2"/>
                </a:solidFill>
              </a:defRPr>
            </a:lvl2pPr>
            <a:lvl3pPr rtl="0">
              <a:defRPr>
                <a:solidFill>
                  <a:schemeClr val="accent2"/>
                </a:solidFill>
              </a:defRPr>
            </a:lvl3pPr>
            <a:lvl4pPr rtl="0">
              <a:defRPr>
                <a:solidFill>
                  <a:schemeClr val="accent2"/>
                </a:solidFill>
              </a:defRPr>
            </a:lvl4pPr>
            <a:lvl5pPr rtl="0">
              <a:defRPr>
                <a:solidFill>
                  <a:schemeClr val="accent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771789" y="2489614"/>
            <a:ext cx="3993159" cy="2633265"/>
          </a:xfrm>
        </p:spPr>
        <p:txBody>
          <a:bodyPr>
            <a:noAutofit/>
          </a:bodyPr>
          <a:lstStyle>
            <a:lvl1pPr rtl="0">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Tree>
    <p:extLst>
      <p:ext uri="{BB962C8B-B14F-4D97-AF65-F5344CB8AC3E}">
        <p14:creationId xmlns:p14="http://schemas.microsoft.com/office/powerpoint/2010/main" val="474513114"/>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2_One Column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28D1204-A4B0-1026-41F8-5C00DFB5186C}"/>
              </a:ext>
            </a:extLst>
          </p:cNvPr>
          <p:cNvGraphicFramePr>
            <a:graphicFrameLocks noChangeAspect="1"/>
          </p:cNvGraphicFramePr>
          <p:nvPr userDrawn="1">
            <p:custDataLst>
              <p:tags r:id="rId1"/>
            </p:custDataLst>
            <p:extLst>
              <p:ext uri="{D42A27DB-BD31-4B8C-83A1-F6EECF244321}">
                <p14:modId xmlns:p14="http://schemas.microsoft.com/office/powerpoint/2010/main" val="1332632897"/>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628D1204-A4B0-1026-41F8-5C00DFB5186C}"/>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771790" y="1878962"/>
            <a:ext cx="3993159" cy="577095"/>
          </a:xfrm>
        </p:spPr>
        <p:txBody>
          <a:bodyPr>
            <a:noAutofit/>
          </a:bodyPr>
          <a:lstStyle>
            <a:lvl1pPr rtl="0">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8" y="696002"/>
            <a:ext cx="10234569" cy="657001"/>
          </a:xfrm>
        </p:spPr>
        <p:txBody>
          <a:bodyPr vert="horz"/>
          <a:lstStyle>
            <a:lvl1pPr rtl="0">
              <a:defRPr/>
            </a:lvl1pPr>
          </a:lstStyle>
          <a:p>
            <a:r>
              <a:rPr lang="en-GB"/>
              <a:t>CLICK TO EDIT MASTER TITLE STYLE</a:t>
            </a:r>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771789" y="2489614"/>
            <a:ext cx="3993159" cy="2633265"/>
          </a:xfrm>
        </p:spPr>
        <p:txBody>
          <a:bodyPr>
            <a:noAutofit/>
          </a:bodyPr>
          <a:lstStyle>
            <a:lvl1pPr rtl="0">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5771628" y="1436537"/>
            <a:ext cx="2528991" cy="2496649"/>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6017151" y="4016719"/>
            <a:ext cx="2125764" cy="1833205"/>
          </a:xfrm>
        </p:spPr>
        <p:txBody>
          <a:bodyPr>
            <a:noAutofit/>
          </a:bodyPr>
          <a:lstStyle>
            <a:lvl1pPr marL="0" indent="0" rtl="0">
              <a:lnSpc>
                <a:spcPts val="1600"/>
              </a:lnSpc>
              <a:spcBef>
                <a:spcPts val="0"/>
              </a:spcBef>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4" name="Text Placeholder 7">
            <a:extLst>
              <a:ext uri="{FF2B5EF4-FFF2-40B4-BE49-F238E27FC236}">
                <a16:creationId xmlns:a16="http://schemas.microsoft.com/office/drawing/2014/main" id="{FD6A78D7-E4C9-7D4A-85AB-919AEA3981AC}"/>
              </a:ext>
            </a:extLst>
          </p:cNvPr>
          <p:cNvSpPr>
            <a:spLocks noGrp="1"/>
          </p:cNvSpPr>
          <p:nvPr>
            <p:ph idx="26" hasCustomPrompt="1"/>
          </p:nvPr>
        </p:nvSpPr>
        <p:spPr>
          <a:xfrm>
            <a:off x="8477367" y="1436537"/>
            <a:ext cx="2528991" cy="2496649"/>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15" name="Text Placeholder 5">
            <a:extLst>
              <a:ext uri="{FF2B5EF4-FFF2-40B4-BE49-F238E27FC236}">
                <a16:creationId xmlns:a16="http://schemas.microsoft.com/office/drawing/2014/main" id="{443360F8-C1BD-5949-90A6-727770BFEDB2}"/>
              </a:ext>
            </a:extLst>
          </p:cNvPr>
          <p:cNvSpPr>
            <a:spLocks noGrp="1"/>
          </p:cNvSpPr>
          <p:nvPr>
            <p:ph type="body" sz="quarter" idx="27" hasCustomPrompt="1"/>
          </p:nvPr>
        </p:nvSpPr>
        <p:spPr>
          <a:xfrm>
            <a:off x="8690443" y="4016719"/>
            <a:ext cx="2125764" cy="1833205"/>
          </a:xfrm>
        </p:spPr>
        <p:txBody>
          <a:bodyPr>
            <a:noAutofit/>
          </a:bodyPr>
          <a:lstStyle>
            <a:lvl1pPr marL="0" indent="0" rtl="0">
              <a:lnSpc>
                <a:spcPts val="1600"/>
              </a:lnSpc>
              <a:spcBef>
                <a:spcPts val="0"/>
              </a:spcBef>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Tree>
    <p:extLst>
      <p:ext uri="{BB962C8B-B14F-4D97-AF65-F5344CB8AC3E}">
        <p14:creationId xmlns:p14="http://schemas.microsoft.com/office/powerpoint/2010/main" val="408214609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3_One Column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143B76E-D33C-B721-51F9-26972A22EB43}"/>
              </a:ext>
            </a:extLst>
          </p:cNvPr>
          <p:cNvGraphicFramePr>
            <a:graphicFrameLocks noChangeAspect="1"/>
          </p:cNvGraphicFramePr>
          <p:nvPr userDrawn="1">
            <p:custDataLst>
              <p:tags r:id="rId1"/>
            </p:custDataLst>
            <p:extLst>
              <p:ext uri="{D42A27DB-BD31-4B8C-83A1-F6EECF244321}">
                <p14:modId xmlns:p14="http://schemas.microsoft.com/office/powerpoint/2010/main" val="1231163742"/>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D143B76E-D33C-B721-51F9-26972A22EB43}"/>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771790" y="1878962"/>
            <a:ext cx="2199449" cy="577095"/>
          </a:xfrm>
        </p:spPr>
        <p:txBody>
          <a:bodyPr>
            <a:noAutofit/>
          </a:bodyPr>
          <a:lstStyle>
            <a:lvl1pPr rtl="0">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7" y="696002"/>
            <a:ext cx="10648428" cy="607303"/>
          </a:xfrm>
        </p:spPr>
        <p:txBody>
          <a:bodyPr vert="horz"/>
          <a:lstStyle>
            <a:lvl1pPr rtl="0">
              <a:defRPr/>
            </a:lvl1pPr>
          </a:lstStyle>
          <a:p>
            <a:r>
              <a:rPr lang="en-GB"/>
              <a:t>CLICK TO EDIT MASTER TITLE STYLE</a:t>
            </a:r>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771789" y="2489614"/>
            <a:ext cx="2199449" cy="2633265"/>
          </a:xfrm>
        </p:spPr>
        <p:txBody>
          <a:bodyPr>
            <a:noAutofit/>
          </a:bodyPr>
          <a:lstStyle>
            <a:lvl1pPr rtl="0">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noProof="0"/>
              <a:t>Lorem ipsum dolor sit amet.</a:t>
            </a:r>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3323452" y="1436535"/>
            <a:ext cx="8096763" cy="3686343"/>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3323452" y="5256108"/>
            <a:ext cx="8096763" cy="767645"/>
          </a:xfrm>
        </p:spPr>
        <p:txBody>
          <a:bodyPr>
            <a:noAutofit/>
          </a:bodyPr>
          <a:lstStyle>
            <a:lvl1pPr marL="0" indent="0" rtl="0">
              <a:lnSpc>
                <a:spcPts val="1600"/>
              </a:lnSpc>
              <a:spcBef>
                <a:spcPts val="0"/>
              </a:spcBef>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Tree>
    <p:extLst>
      <p:ext uri="{BB962C8B-B14F-4D97-AF65-F5344CB8AC3E}">
        <p14:creationId xmlns:p14="http://schemas.microsoft.com/office/powerpoint/2010/main" val="50266093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4_One Column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B297550-A6AC-B3CA-4C7C-B7FB77DBFBE7}"/>
              </a:ext>
            </a:extLst>
          </p:cNvPr>
          <p:cNvGraphicFramePr>
            <a:graphicFrameLocks noChangeAspect="1"/>
          </p:cNvGraphicFramePr>
          <p:nvPr userDrawn="1">
            <p:custDataLst>
              <p:tags r:id="rId1"/>
            </p:custDataLst>
            <p:extLst>
              <p:ext uri="{D42A27DB-BD31-4B8C-83A1-F6EECF244321}">
                <p14:modId xmlns:p14="http://schemas.microsoft.com/office/powerpoint/2010/main" val="2483966473"/>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6B297550-A6AC-B3CA-4C7C-B7FB77DBFBE7}"/>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8" y="696002"/>
            <a:ext cx="10648425" cy="777668"/>
          </a:xfrm>
        </p:spPr>
        <p:txBody>
          <a:bodyPr vert="horz"/>
          <a:lstStyle>
            <a:lvl1pPr rtl="0">
              <a:defRPr/>
            </a:lvl1pPr>
          </a:lstStyle>
          <a:p>
            <a:r>
              <a:rPr lang="en-GB"/>
              <a:t>CLICK TO EDIT MASTER TITLE STYLE</a:t>
            </a:r>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771789" y="1834391"/>
            <a:ext cx="10648425" cy="3601676"/>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771789" y="5589839"/>
            <a:ext cx="10648425" cy="662756"/>
          </a:xfrm>
        </p:spPr>
        <p:txBody>
          <a:bodyPr>
            <a:noAutofit/>
          </a:bodyPr>
          <a:lstStyle>
            <a:lvl1pPr marL="0" indent="0" rtl="0">
              <a:lnSpc>
                <a:spcPts val="1600"/>
              </a:lnSpc>
              <a:spcBef>
                <a:spcPts val="0"/>
              </a:spcBef>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Tree>
    <p:extLst>
      <p:ext uri="{BB962C8B-B14F-4D97-AF65-F5344CB8AC3E}">
        <p14:creationId xmlns:p14="http://schemas.microsoft.com/office/powerpoint/2010/main" val="294287780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5_One Column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8FDC788-78BE-AA1B-E3DA-3E626BFDBC8C}"/>
              </a:ext>
            </a:extLst>
          </p:cNvPr>
          <p:cNvGraphicFramePr>
            <a:graphicFrameLocks noChangeAspect="1"/>
          </p:cNvGraphicFramePr>
          <p:nvPr userDrawn="1">
            <p:custDataLst>
              <p:tags r:id="rId1"/>
            </p:custDataLst>
            <p:extLst>
              <p:ext uri="{D42A27DB-BD31-4B8C-83A1-F6EECF244321}">
                <p14:modId xmlns:p14="http://schemas.microsoft.com/office/powerpoint/2010/main" val="234278931"/>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B8FDC788-78BE-AA1B-E3DA-3E626BFDBC8C}"/>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p:txBody>
          <a:bodyPr vert="horz"/>
          <a:lstStyle>
            <a:lvl1pPr rtl="0">
              <a:defRPr/>
            </a:lvl1pPr>
          </a:lstStyle>
          <a:p>
            <a:r>
              <a:rPr lang="en-GB"/>
              <a:t>CLICK TO EDIT MASTER TITLE STYLE</a:t>
            </a:r>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2896999" y="1879134"/>
            <a:ext cx="6364448" cy="4407017"/>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771789" y="1879134"/>
            <a:ext cx="1979803" cy="1110169"/>
          </a:xfrm>
        </p:spPr>
        <p:txBody>
          <a:bodyPr>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6" name="Text Placeholder 5">
            <a:extLst>
              <a:ext uri="{FF2B5EF4-FFF2-40B4-BE49-F238E27FC236}">
                <a16:creationId xmlns:a16="http://schemas.microsoft.com/office/drawing/2014/main" id="{7BC34354-C0EB-5945-AFD5-A2D58387FB6F}"/>
              </a:ext>
            </a:extLst>
          </p:cNvPr>
          <p:cNvSpPr>
            <a:spLocks noGrp="1"/>
          </p:cNvSpPr>
          <p:nvPr>
            <p:ph type="body" sz="quarter" idx="22" hasCustomPrompt="1"/>
          </p:nvPr>
        </p:nvSpPr>
        <p:spPr>
          <a:xfrm>
            <a:off x="9373301" y="4248572"/>
            <a:ext cx="1979803" cy="1110169"/>
          </a:xfrm>
        </p:spPr>
        <p:txBody>
          <a:bodyPr>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8" name="Text Placeholder 7">
            <a:extLst>
              <a:ext uri="{FF2B5EF4-FFF2-40B4-BE49-F238E27FC236}">
                <a16:creationId xmlns:a16="http://schemas.microsoft.com/office/drawing/2014/main" id="{A9764B34-0C9E-F142-AE33-2BB0092D96BB}"/>
              </a:ext>
            </a:extLst>
          </p:cNvPr>
          <p:cNvSpPr>
            <a:spLocks noGrp="1"/>
          </p:cNvSpPr>
          <p:nvPr>
            <p:ph idx="23" hasCustomPrompt="1"/>
          </p:nvPr>
        </p:nvSpPr>
        <p:spPr>
          <a:xfrm>
            <a:off x="7192161" y="760601"/>
            <a:ext cx="4228051" cy="3377968"/>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Tree>
    <p:extLst>
      <p:ext uri="{BB962C8B-B14F-4D97-AF65-F5344CB8AC3E}">
        <p14:creationId xmlns:p14="http://schemas.microsoft.com/office/powerpoint/2010/main" val="2647930809"/>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6_One Column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B2FF758-E9A1-450A-534E-44FDDFE09BAA}"/>
              </a:ext>
            </a:extLst>
          </p:cNvPr>
          <p:cNvGraphicFramePr>
            <a:graphicFrameLocks noChangeAspect="1"/>
          </p:cNvGraphicFramePr>
          <p:nvPr userDrawn="1">
            <p:custDataLst>
              <p:tags r:id="rId1"/>
            </p:custDataLst>
            <p:extLst>
              <p:ext uri="{D42A27DB-BD31-4B8C-83A1-F6EECF244321}">
                <p14:modId xmlns:p14="http://schemas.microsoft.com/office/powerpoint/2010/main" val="445851171"/>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5B2FF758-E9A1-450A-534E-44FDDFE09BAA}"/>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p:txBody>
          <a:bodyPr vert="horz"/>
          <a:lstStyle>
            <a:lvl1pPr rtl="0">
              <a:defRPr/>
            </a:lvl1pPr>
          </a:lstStyle>
          <a:p>
            <a:r>
              <a:rPr lang="en-GB"/>
              <a:t>CLICK TO EDIT MASTER TITLE STYLE</a:t>
            </a:r>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2897000" y="1879134"/>
            <a:ext cx="4228051" cy="4407017"/>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771789" y="1879134"/>
            <a:ext cx="1979803" cy="872457"/>
          </a:xfrm>
        </p:spPr>
        <p:txBody>
          <a:bodyPr>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6" name="Text Placeholder 5">
            <a:extLst>
              <a:ext uri="{FF2B5EF4-FFF2-40B4-BE49-F238E27FC236}">
                <a16:creationId xmlns:a16="http://schemas.microsoft.com/office/drawing/2014/main" id="{7BC34354-C0EB-5945-AFD5-A2D58387FB6F}"/>
              </a:ext>
            </a:extLst>
          </p:cNvPr>
          <p:cNvSpPr>
            <a:spLocks noGrp="1"/>
          </p:cNvSpPr>
          <p:nvPr>
            <p:ph type="body" sz="quarter" idx="22" hasCustomPrompt="1"/>
          </p:nvPr>
        </p:nvSpPr>
        <p:spPr>
          <a:xfrm>
            <a:off x="771789" y="2996243"/>
            <a:ext cx="1979803" cy="1110169"/>
          </a:xfrm>
        </p:spPr>
        <p:txBody>
          <a:bodyPr>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8" name="Text Placeholder 7">
            <a:extLst>
              <a:ext uri="{FF2B5EF4-FFF2-40B4-BE49-F238E27FC236}">
                <a16:creationId xmlns:a16="http://schemas.microsoft.com/office/drawing/2014/main" id="{A9764B34-0C9E-F142-AE33-2BB0092D96BB}"/>
              </a:ext>
            </a:extLst>
          </p:cNvPr>
          <p:cNvSpPr>
            <a:spLocks noGrp="1"/>
          </p:cNvSpPr>
          <p:nvPr>
            <p:ph idx="23" hasCustomPrompt="1"/>
          </p:nvPr>
        </p:nvSpPr>
        <p:spPr>
          <a:xfrm>
            <a:off x="7192161" y="760602"/>
            <a:ext cx="4228051" cy="4407017"/>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Tree>
    <p:extLst>
      <p:ext uri="{BB962C8B-B14F-4D97-AF65-F5344CB8AC3E}">
        <p14:creationId xmlns:p14="http://schemas.microsoft.com/office/powerpoint/2010/main" val="332291076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7_One Column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130206E-A627-CB8A-764D-92D25811A649}"/>
              </a:ext>
            </a:extLst>
          </p:cNvPr>
          <p:cNvGraphicFramePr>
            <a:graphicFrameLocks noChangeAspect="1"/>
          </p:cNvGraphicFramePr>
          <p:nvPr userDrawn="1">
            <p:custDataLst>
              <p:tags r:id="rId1"/>
            </p:custDataLst>
            <p:extLst>
              <p:ext uri="{D42A27DB-BD31-4B8C-83A1-F6EECF244321}">
                <p14:modId xmlns:p14="http://schemas.microsoft.com/office/powerpoint/2010/main" val="3579034953"/>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A130206E-A627-CB8A-764D-92D25811A649}"/>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8" y="696002"/>
            <a:ext cx="10681981" cy="777668"/>
          </a:xfrm>
        </p:spPr>
        <p:txBody>
          <a:bodyPr vert="horz"/>
          <a:lstStyle>
            <a:lvl1pPr rtl="0">
              <a:defRPr/>
            </a:lvl1pPr>
          </a:lstStyle>
          <a:p>
            <a:r>
              <a:rPr lang="en-GB"/>
              <a:t>CLICK TO EDIT MASTER TITLE STYLE</a:t>
            </a:r>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2897000" y="1879135"/>
            <a:ext cx="4228051" cy="2203509"/>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771789" y="1879134"/>
            <a:ext cx="1979803" cy="872457"/>
          </a:xfrm>
        </p:spPr>
        <p:txBody>
          <a:bodyPr>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6" name="Text Placeholder 5">
            <a:extLst>
              <a:ext uri="{FF2B5EF4-FFF2-40B4-BE49-F238E27FC236}">
                <a16:creationId xmlns:a16="http://schemas.microsoft.com/office/drawing/2014/main" id="{7BC34354-C0EB-5945-AFD5-A2D58387FB6F}"/>
              </a:ext>
            </a:extLst>
          </p:cNvPr>
          <p:cNvSpPr>
            <a:spLocks noGrp="1"/>
          </p:cNvSpPr>
          <p:nvPr>
            <p:ph type="body" sz="quarter" idx="22" hasCustomPrompt="1"/>
          </p:nvPr>
        </p:nvSpPr>
        <p:spPr>
          <a:xfrm>
            <a:off x="771789" y="2996245"/>
            <a:ext cx="1979803" cy="872457"/>
          </a:xfrm>
        </p:spPr>
        <p:txBody>
          <a:bodyPr>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8" name="Text Placeholder 7">
            <a:extLst>
              <a:ext uri="{FF2B5EF4-FFF2-40B4-BE49-F238E27FC236}">
                <a16:creationId xmlns:a16="http://schemas.microsoft.com/office/drawing/2014/main" id="{A9764B34-0C9E-F142-AE33-2BB0092D96BB}"/>
              </a:ext>
            </a:extLst>
          </p:cNvPr>
          <p:cNvSpPr>
            <a:spLocks noGrp="1"/>
          </p:cNvSpPr>
          <p:nvPr>
            <p:ph idx="23" hasCustomPrompt="1"/>
          </p:nvPr>
        </p:nvSpPr>
        <p:spPr>
          <a:xfrm>
            <a:off x="7225717" y="1879132"/>
            <a:ext cx="4228051" cy="2203509"/>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9" name="Text Placeholder 5">
            <a:extLst>
              <a:ext uri="{FF2B5EF4-FFF2-40B4-BE49-F238E27FC236}">
                <a16:creationId xmlns:a16="http://schemas.microsoft.com/office/drawing/2014/main" id="{595B7205-A740-D14B-A341-06B8739D3D4D}"/>
              </a:ext>
            </a:extLst>
          </p:cNvPr>
          <p:cNvSpPr>
            <a:spLocks noGrp="1"/>
          </p:cNvSpPr>
          <p:nvPr>
            <p:ph type="body" sz="quarter" idx="24" hasCustomPrompt="1"/>
          </p:nvPr>
        </p:nvSpPr>
        <p:spPr>
          <a:xfrm>
            <a:off x="771789" y="4082644"/>
            <a:ext cx="1979803" cy="872457"/>
          </a:xfrm>
        </p:spPr>
        <p:txBody>
          <a:bodyPr>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0" name="Text Placeholder 5">
            <a:extLst>
              <a:ext uri="{FF2B5EF4-FFF2-40B4-BE49-F238E27FC236}">
                <a16:creationId xmlns:a16="http://schemas.microsoft.com/office/drawing/2014/main" id="{CE777487-0BC7-A844-8B2D-2966256C6907}"/>
              </a:ext>
            </a:extLst>
          </p:cNvPr>
          <p:cNvSpPr>
            <a:spLocks noGrp="1"/>
          </p:cNvSpPr>
          <p:nvPr>
            <p:ph type="body" sz="quarter" idx="25" hasCustomPrompt="1"/>
          </p:nvPr>
        </p:nvSpPr>
        <p:spPr>
          <a:xfrm>
            <a:off x="771789" y="5199754"/>
            <a:ext cx="1979803" cy="872457"/>
          </a:xfrm>
        </p:spPr>
        <p:txBody>
          <a:bodyPr>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3" name="Text Placeholder 7">
            <a:extLst>
              <a:ext uri="{FF2B5EF4-FFF2-40B4-BE49-F238E27FC236}">
                <a16:creationId xmlns:a16="http://schemas.microsoft.com/office/drawing/2014/main" id="{801917D5-2BCE-BD41-AC80-F6B710579EB5}"/>
              </a:ext>
            </a:extLst>
          </p:cNvPr>
          <p:cNvSpPr>
            <a:spLocks noGrp="1"/>
          </p:cNvSpPr>
          <p:nvPr>
            <p:ph idx="26" hasCustomPrompt="1"/>
          </p:nvPr>
        </p:nvSpPr>
        <p:spPr>
          <a:xfrm>
            <a:off x="2897000" y="4172127"/>
            <a:ext cx="4228051" cy="2203509"/>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14" name="Text Placeholder 7">
            <a:extLst>
              <a:ext uri="{FF2B5EF4-FFF2-40B4-BE49-F238E27FC236}">
                <a16:creationId xmlns:a16="http://schemas.microsoft.com/office/drawing/2014/main" id="{3DF22F1A-0ED8-4445-818B-E62A1C42E187}"/>
              </a:ext>
            </a:extLst>
          </p:cNvPr>
          <p:cNvSpPr>
            <a:spLocks noGrp="1"/>
          </p:cNvSpPr>
          <p:nvPr>
            <p:ph idx="27" hasCustomPrompt="1"/>
          </p:nvPr>
        </p:nvSpPr>
        <p:spPr>
          <a:xfrm>
            <a:off x="7225717" y="4172124"/>
            <a:ext cx="4228051" cy="2203509"/>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Tree>
    <p:extLst>
      <p:ext uri="{BB962C8B-B14F-4D97-AF65-F5344CB8AC3E}">
        <p14:creationId xmlns:p14="http://schemas.microsoft.com/office/powerpoint/2010/main" val="164687143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8_One Column Text">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5B51DC7-3D0F-466C-E140-9EA4D21E5471}"/>
              </a:ext>
            </a:extLst>
          </p:cNvPr>
          <p:cNvGraphicFramePr>
            <a:graphicFrameLocks noChangeAspect="1"/>
          </p:cNvGraphicFramePr>
          <p:nvPr userDrawn="1">
            <p:custDataLst>
              <p:tags r:id="rId1"/>
            </p:custDataLst>
            <p:extLst>
              <p:ext uri="{D42A27DB-BD31-4B8C-83A1-F6EECF244321}">
                <p14:modId xmlns:p14="http://schemas.microsoft.com/office/powerpoint/2010/main" val="1690854443"/>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225" imgH="225" progId="TCLayout.ActiveDocument.1">
                  <p:embed/>
                </p:oleObj>
              </mc:Choice>
              <mc:Fallback>
                <p:oleObj name="Diapositive think-cell" r:id="rId3" imgW="225" imgH="225" progId="TCLayout.ActiveDocument.1">
                  <p:embed/>
                  <p:pic>
                    <p:nvPicPr>
                      <p:cNvPr id="4" name="think-cell data - do not delete" hidden="1">
                        <a:extLst>
                          <a:ext uri="{FF2B5EF4-FFF2-40B4-BE49-F238E27FC236}">
                            <a16:creationId xmlns:a16="http://schemas.microsoft.com/office/drawing/2014/main" id="{75B51DC7-3D0F-466C-E140-9EA4D21E5471}"/>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rtl="0">
              <a:defRPr>
                <a:solidFill>
                  <a:schemeClr val="accent1"/>
                </a:solidFill>
              </a:defRPr>
            </a:lvl1pPr>
          </a:lstStyle>
          <a:p>
            <a:fld id="{29CAE5FC-86E1-1448-8EC3-A22E1B31C8C0}" type="slidenum">
              <a:rPr lang="en-GB" smtClean="0"/>
              <a:pPr/>
              <a:t>‹N°›</a:t>
            </a:fld>
            <a:endParaRPr lang="en-GB"/>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8" y="696002"/>
            <a:ext cx="10681981" cy="777668"/>
          </a:xfrm>
        </p:spPr>
        <p:txBody>
          <a:bodyPr vert="horz"/>
          <a:lstStyle>
            <a:lvl1pPr rtl="0">
              <a:defRPr/>
            </a:lvl1pPr>
          </a:lstStyle>
          <a:p>
            <a:r>
              <a:rPr lang="en-GB"/>
              <a:t>CLICK TO EDIT MASTER TITLE STYLE</a:t>
            </a:r>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771788" y="1879134"/>
            <a:ext cx="4228051" cy="4177879"/>
          </a:xfrm>
          <a:prstGeom prst="rect">
            <a:avLst/>
          </a:prstGeom>
          <a:solidFill>
            <a:schemeClr val="bg2">
              <a:lumMod val="95000"/>
            </a:schemeClr>
          </a:solidFill>
        </p:spPr>
        <p:txBody>
          <a:bodyPr vert="horz" lIns="0" tIns="0" rIns="0" bIns="0" rtlCol="0">
            <a:noAutofit/>
          </a:bodyPr>
          <a:lstStyle>
            <a:lvl1pPr rtl="0">
              <a:defRPr sz="1067" i="1">
                <a:solidFill>
                  <a:schemeClr val="accent4"/>
                </a:solidFill>
              </a:defRPr>
            </a:lvl1pPr>
          </a:lstStyle>
          <a:p>
            <a:pPr lvl="0"/>
            <a:r>
              <a:rPr lang="en-GB"/>
              <a:t>click one of the icons to insert an element</a:t>
            </a:r>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5612463" y="1898203"/>
            <a:ext cx="5026188" cy="953797"/>
          </a:xfrm>
          <a:solidFill>
            <a:schemeClr val="accent4">
              <a:lumMod val="20000"/>
              <a:lumOff val="80000"/>
            </a:schemeClr>
          </a:solidFill>
        </p:spPr>
        <p:txBody>
          <a:bodyPr lIns="72000" tIns="36000" rIns="1080000" bIns="36000" anchor="ctr" anchorCtr="0">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6" name="Text Placeholder 5">
            <a:extLst>
              <a:ext uri="{FF2B5EF4-FFF2-40B4-BE49-F238E27FC236}">
                <a16:creationId xmlns:a16="http://schemas.microsoft.com/office/drawing/2014/main" id="{7BC34354-C0EB-5945-AFD5-A2D58387FB6F}"/>
              </a:ext>
            </a:extLst>
          </p:cNvPr>
          <p:cNvSpPr>
            <a:spLocks noGrp="1"/>
          </p:cNvSpPr>
          <p:nvPr>
            <p:ph type="body" sz="quarter" idx="22" hasCustomPrompt="1"/>
          </p:nvPr>
        </p:nvSpPr>
        <p:spPr>
          <a:xfrm>
            <a:off x="5612463" y="2966540"/>
            <a:ext cx="5026188" cy="953797"/>
          </a:xfrm>
          <a:solidFill>
            <a:schemeClr val="accent4">
              <a:lumMod val="20000"/>
              <a:lumOff val="80000"/>
            </a:schemeClr>
          </a:solidFill>
        </p:spPr>
        <p:txBody>
          <a:bodyPr lIns="72000" tIns="36000" rIns="1080000" bIns="36000" anchor="ctr" anchorCtr="0">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9" name="Text Placeholder 5">
            <a:extLst>
              <a:ext uri="{FF2B5EF4-FFF2-40B4-BE49-F238E27FC236}">
                <a16:creationId xmlns:a16="http://schemas.microsoft.com/office/drawing/2014/main" id="{595B7205-A740-D14B-A341-06B8739D3D4D}"/>
              </a:ext>
            </a:extLst>
          </p:cNvPr>
          <p:cNvSpPr>
            <a:spLocks noGrp="1"/>
          </p:cNvSpPr>
          <p:nvPr>
            <p:ph type="body" sz="quarter" idx="24" hasCustomPrompt="1"/>
          </p:nvPr>
        </p:nvSpPr>
        <p:spPr>
          <a:xfrm>
            <a:off x="5612463" y="4034876"/>
            <a:ext cx="5026188" cy="953797"/>
          </a:xfrm>
          <a:solidFill>
            <a:schemeClr val="accent4">
              <a:lumMod val="20000"/>
              <a:lumOff val="80000"/>
            </a:schemeClr>
          </a:solidFill>
        </p:spPr>
        <p:txBody>
          <a:bodyPr lIns="72000" tIns="36000" rIns="1080000" bIns="36000" anchor="ctr" anchorCtr="0">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0" name="Text Placeholder 5">
            <a:extLst>
              <a:ext uri="{FF2B5EF4-FFF2-40B4-BE49-F238E27FC236}">
                <a16:creationId xmlns:a16="http://schemas.microsoft.com/office/drawing/2014/main" id="{CE777487-0BC7-A844-8B2D-2966256C6907}"/>
              </a:ext>
            </a:extLst>
          </p:cNvPr>
          <p:cNvSpPr>
            <a:spLocks noGrp="1"/>
          </p:cNvSpPr>
          <p:nvPr>
            <p:ph type="body" sz="quarter" idx="25" hasCustomPrompt="1"/>
          </p:nvPr>
        </p:nvSpPr>
        <p:spPr>
          <a:xfrm>
            <a:off x="5612463" y="5103215"/>
            <a:ext cx="5026188" cy="953797"/>
          </a:xfrm>
          <a:solidFill>
            <a:schemeClr val="accent4">
              <a:lumMod val="20000"/>
              <a:lumOff val="80000"/>
            </a:schemeClr>
          </a:solidFill>
        </p:spPr>
        <p:txBody>
          <a:bodyPr lIns="72000" tIns="36000" rIns="1080000" bIns="36000" anchor="ctr" anchorCtr="0">
            <a:noAutofit/>
          </a:bodyPr>
          <a:lstStyle>
            <a:lvl1pPr marL="0" indent="0" rtl="0">
              <a:lnSpc>
                <a:spcPts val="1467"/>
              </a:lnSpc>
              <a:spcBef>
                <a:spcPts val="0"/>
              </a:spcBef>
              <a:spcAft>
                <a:spcPts val="267"/>
              </a:spcAft>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
        <p:nvSpPr>
          <p:cNvPr id="15" name="Text Placeholder 5">
            <a:extLst>
              <a:ext uri="{FF2B5EF4-FFF2-40B4-BE49-F238E27FC236}">
                <a16:creationId xmlns:a16="http://schemas.microsoft.com/office/drawing/2014/main" id="{15E0ED30-9498-49A0-7E1D-3F2280F81DD4}"/>
              </a:ext>
            </a:extLst>
          </p:cNvPr>
          <p:cNvSpPr>
            <a:spLocks noGrp="1"/>
          </p:cNvSpPr>
          <p:nvPr>
            <p:ph type="body" sz="quarter" idx="26" hasCustomPrompt="1"/>
          </p:nvPr>
        </p:nvSpPr>
        <p:spPr>
          <a:xfrm>
            <a:off x="9373583" y="1898203"/>
            <a:ext cx="1041279" cy="939359"/>
          </a:xfrm>
          <a:solidFill>
            <a:schemeClr val="accent1">
              <a:lumMod val="75000"/>
            </a:schemeClr>
          </a:solidFill>
        </p:spPr>
        <p:txBody>
          <a:bodyPr lIns="36000" tIns="36000" rIns="36000" bIns="36000" anchor="ctr" anchorCtr="0">
            <a:noAutofit/>
          </a:bodyPr>
          <a:lstStyle>
            <a:lvl1pPr marL="0" indent="0" algn="ctr" rtl="0">
              <a:lnSpc>
                <a:spcPts val="2933"/>
              </a:lnSpc>
              <a:spcBef>
                <a:spcPts val="0"/>
              </a:spcBef>
              <a:spcAft>
                <a:spcPts val="0"/>
              </a:spcAft>
              <a:buClr>
                <a:schemeClr val="accent2"/>
              </a:buClr>
              <a:buSzPct val="130000"/>
              <a:buFontTx/>
              <a:buNone/>
              <a:defRPr sz="2667" b="1" baseline="0">
                <a:solidFill>
                  <a:schemeClr val="bg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45%</a:t>
            </a:r>
          </a:p>
        </p:txBody>
      </p:sp>
      <p:sp>
        <p:nvSpPr>
          <p:cNvPr id="16" name="Text Placeholder 5">
            <a:extLst>
              <a:ext uri="{FF2B5EF4-FFF2-40B4-BE49-F238E27FC236}">
                <a16:creationId xmlns:a16="http://schemas.microsoft.com/office/drawing/2014/main" id="{7219A8F7-2D9D-6B4B-6AB1-CC71F71E441D}"/>
              </a:ext>
            </a:extLst>
          </p:cNvPr>
          <p:cNvSpPr>
            <a:spLocks noGrp="1"/>
          </p:cNvSpPr>
          <p:nvPr>
            <p:ph type="body" sz="quarter" idx="27" hasCustomPrompt="1"/>
          </p:nvPr>
        </p:nvSpPr>
        <p:spPr>
          <a:xfrm>
            <a:off x="9373583" y="2966539"/>
            <a:ext cx="1041279" cy="939360"/>
          </a:xfrm>
          <a:solidFill>
            <a:schemeClr val="accent1"/>
          </a:solidFill>
        </p:spPr>
        <p:txBody>
          <a:bodyPr lIns="36000" tIns="36000" rIns="36000" bIns="36000" anchor="ctr" anchorCtr="0">
            <a:noAutofit/>
          </a:bodyPr>
          <a:lstStyle>
            <a:lvl1pPr marL="0" indent="0" algn="ctr" rtl="0">
              <a:lnSpc>
                <a:spcPts val="2933"/>
              </a:lnSpc>
              <a:spcBef>
                <a:spcPts val="0"/>
              </a:spcBef>
              <a:spcAft>
                <a:spcPts val="0"/>
              </a:spcAft>
              <a:buClr>
                <a:schemeClr val="accent2"/>
              </a:buClr>
              <a:buSzPct val="130000"/>
              <a:buFontTx/>
              <a:buNone/>
              <a:defRPr sz="2667" b="1" baseline="0">
                <a:solidFill>
                  <a:schemeClr val="bg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25%</a:t>
            </a:r>
          </a:p>
        </p:txBody>
      </p:sp>
      <p:sp>
        <p:nvSpPr>
          <p:cNvPr id="17" name="Text Placeholder 5">
            <a:extLst>
              <a:ext uri="{FF2B5EF4-FFF2-40B4-BE49-F238E27FC236}">
                <a16:creationId xmlns:a16="http://schemas.microsoft.com/office/drawing/2014/main" id="{FDA483DF-69C2-5C03-BA3A-82118CBB198A}"/>
              </a:ext>
            </a:extLst>
          </p:cNvPr>
          <p:cNvSpPr>
            <a:spLocks noGrp="1"/>
          </p:cNvSpPr>
          <p:nvPr>
            <p:ph type="body" sz="quarter" idx="28" hasCustomPrompt="1"/>
          </p:nvPr>
        </p:nvSpPr>
        <p:spPr>
          <a:xfrm>
            <a:off x="9373583" y="4034876"/>
            <a:ext cx="1041279" cy="953797"/>
          </a:xfrm>
          <a:solidFill>
            <a:schemeClr val="accent1">
              <a:lumMod val="60000"/>
              <a:lumOff val="40000"/>
            </a:schemeClr>
          </a:solidFill>
        </p:spPr>
        <p:txBody>
          <a:bodyPr lIns="36000" tIns="36000" rIns="36000" bIns="36000" anchor="ctr" anchorCtr="0">
            <a:noAutofit/>
          </a:bodyPr>
          <a:lstStyle>
            <a:lvl1pPr marL="0" indent="0" algn="ctr" rtl="0">
              <a:lnSpc>
                <a:spcPts val="2933"/>
              </a:lnSpc>
              <a:spcBef>
                <a:spcPts val="0"/>
              </a:spcBef>
              <a:spcAft>
                <a:spcPts val="0"/>
              </a:spcAft>
              <a:buClr>
                <a:schemeClr val="accent2"/>
              </a:buClr>
              <a:buSzPct val="130000"/>
              <a:buFontTx/>
              <a:buNone/>
              <a:defRPr sz="2667" b="1" baseline="0">
                <a:solidFill>
                  <a:schemeClr val="bg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10%</a:t>
            </a:r>
          </a:p>
        </p:txBody>
      </p:sp>
      <p:sp>
        <p:nvSpPr>
          <p:cNvPr id="18" name="Text Placeholder 5">
            <a:extLst>
              <a:ext uri="{FF2B5EF4-FFF2-40B4-BE49-F238E27FC236}">
                <a16:creationId xmlns:a16="http://schemas.microsoft.com/office/drawing/2014/main" id="{48CE781A-7EDF-BD23-3EA4-4907981E3D66}"/>
              </a:ext>
            </a:extLst>
          </p:cNvPr>
          <p:cNvSpPr>
            <a:spLocks noGrp="1"/>
          </p:cNvSpPr>
          <p:nvPr>
            <p:ph type="body" sz="quarter" idx="29" hasCustomPrompt="1"/>
          </p:nvPr>
        </p:nvSpPr>
        <p:spPr>
          <a:xfrm>
            <a:off x="9373583" y="5103215"/>
            <a:ext cx="1041279" cy="953797"/>
          </a:xfrm>
          <a:solidFill>
            <a:schemeClr val="accent1">
              <a:lumMod val="20000"/>
              <a:lumOff val="80000"/>
            </a:schemeClr>
          </a:solidFill>
        </p:spPr>
        <p:txBody>
          <a:bodyPr lIns="36000" tIns="36000" rIns="36000" bIns="36000" anchor="ctr" anchorCtr="0">
            <a:noAutofit/>
          </a:bodyPr>
          <a:lstStyle>
            <a:lvl1pPr marL="0" indent="0" algn="ctr" rtl="0">
              <a:lnSpc>
                <a:spcPts val="2933"/>
              </a:lnSpc>
              <a:spcBef>
                <a:spcPts val="0"/>
              </a:spcBef>
              <a:spcAft>
                <a:spcPts val="0"/>
              </a:spcAft>
              <a:buClr>
                <a:schemeClr val="accent2"/>
              </a:buClr>
              <a:buSzPct val="130000"/>
              <a:buFontTx/>
              <a:buNone/>
              <a:defRPr sz="2667" b="1" baseline="0">
                <a:solidFill>
                  <a:schemeClr val="accent6"/>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10%</a:t>
            </a:r>
          </a:p>
        </p:txBody>
      </p:sp>
    </p:spTree>
    <p:extLst>
      <p:ext uri="{BB962C8B-B14F-4D97-AF65-F5344CB8AC3E}">
        <p14:creationId xmlns:p14="http://schemas.microsoft.com/office/powerpoint/2010/main" val="379212548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Divider A">
    <p:bg>
      <p:bgPr>
        <a:solidFill>
          <a:schemeClr val="accent1"/>
        </a:solidFill>
        <a:effectLst/>
      </p:bgPr>
    </p:bg>
    <p:spTree>
      <p:nvGrpSpPr>
        <p:cNvPr id="1" name=""/>
        <p:cNvGrpSpPr/>
        <p:nvPr/>
      </p:nvGrpSpPr>
      <p:grpSpPr>
        <a:xfrm>
          <a:off x="0" y="0"/>
          <a:ext cx="0" cy="0"/>
          <a:chOff x="0" y="0"/>
          <a:chExt cx="0" cy="0"/>
        </a:xfrm>
      </p:grpSpPr>
      <p:pic>
        <p:nvPicPr>
          <p:cNvPr id="10" name="Picture 9" descr="Shape&#10;&#10;Description automatically generated">
            <a:extLst>
              <a:ext uri="{FF2B5EF4-FFF2-40B4-BE49-F238E27FC236}">
                <a16:creationId xmlns:a16="http://schemas.microsoft.com/office/drawing/2014/main" id="{99DDEE51-838F-A2EA-52F3-61356F54F56C}"/>
              </a:ext>
            </a:extLst>
          </p:cNvPr>
          <p:cNvPicPr>
            <a:picLocks noChangeAspect="1"/>
          </p:cNvPicPr>
          <p:nvPr userDrawn="1"/>
        </p:nvPicPr>
        <p:blipFill>
          <a:blip r:embed="rId2"/>
          <a:stretch>
            <a:fillRect/>
          </a:stretch>
        </p:blipFill>
        <p:spPr>
          <a:xfrm>
            <a:off x="1" y="0"/>
            <a:ext cx="1216177" cy="519341"/>
          </a:xfrm>
          <a:prstGeom prst="rect">
            <a:avLst/>
          </a:prstGeom>
        </p:spPr>
      </p:pic>
      <p:pic>
        <p:nvPicPr>
          <p:cNvPr id="9" name="Picture 8" descr="Shape&#10;&#10;Description automatically generated">
            <a:extLst>
              <a:ext uri="{FF2B5EF4-FFF2-40B4-BE49-F238E27FC236}">
                <a16:creationId xmlns:a16="http://schemas.microsoft.com/office/drawing/2014/main" id="{9A288809-455F-4842-BBD7-E6150C625961}"/>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3" name="Title 2">
            <a:extLst>
              <a:ext uri="{FF2B5EF4-FFF2-40B4-BE49-F238E27FC236}">
                <a16:creationId xmlns:a16="http://schemas.microsoft.com/office/drawing/2014/main" id="{9985EF51-2E44-3B49-99C2-79FD245CE07C}"/>
              </a:ext>
            </a:extLst>
          </p:cNvPr>
          <p:cNvSpPr>
            <a:spLocks noGrp="1"/>
          </p:cNvSpPr>
          <p:nvPr>
            <p:ph type="title" hasCustomPrompt="1"/>
          </p:nvPr>
        </p:nvSpPr>
        <p:spPr>
          <a:xfrm>
            <a:off x="747125" y="2998256"/>
            <a:ext cx="7004304" cy="430744"/>
          </a:xfrm>
        </p:spPr>
        <p:txBody>
          <a:bodyPr/>
          <a:lstStyle>
            <a:lvl1pPr>
              <a:defRPr/>
            </a:lvl1pPr>
          </a:lstStyle>
          <a:p>
            <a:r>
              <a:rPr lang="en-GB"/>
              <a:t>divider title</a:t>
            </a:r>
            <a:endParaRPr lang="en-US"/>
          </a:p>
        </p:txBody>
      </p:sp>
      <p:sp>
        <p:nvSpPr>
          <p:cNvPr id="7" name="Text Placeholder 5">
            <a:extLst>
              <a:ext uri="{FF2B5EF4-FFF2-40B4-BE49-F238E27FC236}">
                <a16:creationId xmlns:a16="http://schemas.microsoft.com/office/drawing/2014/main" id="{E887030A-39E7-CB44-8EC9-6576EA072E00}"/>
              </a:ext>
            </a:extLst>
          </p:cNvPr>
          <p:cNvSpPr>
            <a:spLocks noGrp="1"/>
          </p:cNvSpPr>
          <p:nvPr>
            <p:ph type="body" sz="quarter" idx="13" hasCustomPrompt="1"/>
          </p:nvPr>
        </p:nvSpPr>
        <p:spPr>
          <a:xfrm>
            <a:off x="747124" y="3541351"/>
            <a:ext cx="7004304" cy="261659"/>
          </a:xfrm>
          <a:prstGeom prst="rect">
            <a:avLst/>
          </a:prstGeom>
        </p:spPr>
        <p:txBody>
          <a:bodyPr lIns="0" tIns="0" rIns="0" bIns="0"/>
          <a:lstStyle>
            <a:lvl1pPr marL="0" indent="0">
              <a:lnSpc>
                <a:spcPts val="2000"/>
              </a:lnSpc>
              <a:spcBef>
                <a:spcPts val="0"/>
              </a:spcBef>
              <a:buNone/>
              <a:defRPr sz="1867" b="0" kern="0" cap="all" spc="53" baseline="0">
                <a:solidFill>
                  <a:schemeClr val="bg2"/>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ISPUM DOLOR SIT</a:t>
            </a:r>
            <a:endParaRPr lang="en-US"/>
          </a:p>
        </p:txBody>
      </p:sp>
      <p:sp>
        <p:nvSpPr>
          <p:cNvPr id="8" name="Text Placeholder 5">
            <a:extLst>
              <a:ext uri="{FF2B5EF4-FFF2-40B4-BE49-F238E27FC236}">
                <a16:creationId xmlns:a16="http://schemas.microsoft.com/office/drawing/2014/main" id="{29FDEF27-3E78-1D4B-8408-36D9106C0BC2}"/>
              </a:ext>
            </a:extLst>
          </p:cNvPr>
          <p:cNvSpPr>
            <a:spLocks noGrp="1"/>
          </p:cNvSpPr>
          <p:nvPr>
            <p:ph type="body" sz="quarter" idx="14" hasCustomPrompt="1"/>
          </p:nvPr>
        </p:nvSpPr>
        <p:spPr>
          <a:xfrm>
            <a:off x="7793877" y="1700366"/>
            <a:ext cx="4398123" cy="3690959"/>
          </a:xfrm>
          <a:prstGeom prst="rect">
            <a:avLst/>
          </a:prstGeom>
        </p:spPr>
        <p:txBody>
          <a:bodyPr lIns="0" tIns="0" rIns="0" bIns="0"/>
          <a:lstStyle>
            <a:lvl1pPr marL="0" indent="0">
              <a:lnSpc>
                <a:spcPts val="26666"/>
              </a:lnSpc>
              <a:spcBef>
                <a:spcPts val="0"/>
              </a:spcBef>
              <a:buNone/>
              <a:defRPr sz="26666" b="1" kern="0" spc="-400" baseline="0">
                <a:solidFill>
                  <a:schemeClr val="accent1"/>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08</a:t>
            </a:r>
            <a:endParaRPr lang="en-US"/>
          </a:p>
        </p:txBody>
      </p:sp>
      <p:sp>
        <p:nvSpPr>
          <p:cNvPr id="2" name="Slide Number Placeholder 1">
            <a:extLst>
              <a:ext uri="{FF2B5EF4-FFF2-40B4-BE49-F238E27FC236}">
                <a16:creationId xmlns:a16="http://schemas.microsoft.com/office/drawing/2014/main" id="{C4EC088E-E958-2444-E55E-3696A4106120}"/>
              </a:ext>
            </a:extLst>
          </p:cNvPr>
          <p:cNvSpPr>
            <a:spLocks noGrp="1"/>
          </p:cNvSpPr>
          <p:nvPr>
            <p:ph type="sldNum" sz="quarter" idx="15"/>
          </p:nvPr>
        </p:nvSpPr>
        <p:spPr/>
        <p:txBody>
          <a:bodyPr/>
          <a:lstStyle/>
          <a:p>
            <a:fld id="{29CAE5FC-86E1-1448-8EC3-A22E1B31C8C0}" type="slidenum">
              <a:rPr lang="en-US" smtClean="0"/>
              <a:pPr/>
              <a:t>‹N°›</a:t>
            </a:fld>
            <a:endParaRPr lang="en-US"/>
          </a:p>
        </p:txBody>
      </p:sp>
      <p:pic>
        <p:nvPicPr>
          <p:cNvPr id="5" name="Picture 4" descr="Logo&#10;&#10;Description automatically generated">
            <a:extLst>
              <a:ext uri="{FF2B5EF4-FFF2-40B4-BE49-F238E27FC236}">
                <a16:creationId xmlns:a16="http://schemas.microsoft.com/office/drawing/2014/main" id="{D75BF6FD-F0D8-044A-89D1-23DDEE87B093}"/>
              </a:ext>
            </a:extLst>
          </p:cNvPr>
          <p:cNvPicPr>
            <a:picLocks noChangeAspect="1"/>
          </p:cNvPicPr>
          <p:nvPr userDrawn="1"/>
        </p:nvPicPr>
        <p:blipFill>
          <a:blip r:embed="rId4"/>
          <a:stretch>
            <a:fillRect/>
          </a:stretch>
        </p:blipFill>
        <p:spPr>
          <a:xfrm>
            <a:off x="10532533" y="6155447"/>
            <a:ext cx="1659467" cy="711200"/>
          </a:xfrm>
          <a:prstGeom prst="rect">
            <a:avLst/>
          </a:prstGeom>
        </p:spPr>
      </p:pic>
    </p:spTree>
    <p:extLst>
      <p:ext uri="{BB962C8B-B14F-4D97-AF65-F5344CB8AC3E}">
        <p14:creationId xmlns:p14="http://schemas.microsoft.com/office/powerpoint/2010/main" val="331834681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Divider B">
    <p:bg>
      <p:bgPr>
        <a:solidFill>
          <a:schemeClr val="bg2"/>
        </a:solidFill>
        <a:effectLst/>
      </p:bgPr>
    </p:bg>
    <p:spTree>
      <p:nvGrpSpPr>
        <p:cNvPr id="1" name=""/>
        <p:cNvGrpSpPr/>
        <p:nvPr/>
      </p:nvGrpSpPr>
      <p:grpSpPr>
        <a:xfrm>
          <a:off x="0" y="0"/>
          <a:ext cx="0" cy="0"/>
          <a:chOff x="0" y="0"/>
          <a:chExt cx="0" cy="0"/>
        </a:xfrm>
      </p:grpSpPr>
      <p:pic>
        <p:nvPicPr>
          <p:cNvPr id="10" name="Picture 9" descr="Shape&#10;&#10;Description automatically generated">
            <a:extLst>
              <a:ext uri="{FF2B5EF4-FFF2-40B4-BE49-F238E27FC236}">
                <a16:creationId xmlns:a16="http://schemas.microsoft.com/office/drawing/2014/main" id="{2D716F12-D215-CB00-81D9-7A6FDA4BD034}"/>
              </a:ext>
            </a:extLst>
          </p:cNvPr>
          <p:cNvPicPr>
            <a:picLocks noChangeAspect="1"/>
          </p:cNvPicPr>
          <p:nvPr userDrawn="1"/>
        </p:nvPicPr>
        <p:blipFill>
          <a:blip r:embed="rId2"/>
          <a:stretch>
            <a:fillRect/>
          </a:stretch>
        </p:blipFill>
        <p:spPr>
          <a:xfrm>
            <a:off x="-22369" y="-26317"/>
            <a:ext cx="1263941" cy="539736"/>
          </a:xfrm>
          <a:prstGeom prst="rect">
            <a:avLst/>
          </a:prstGeom>
        </p:spPr>
      </p:pic>
      <p:pic>
        <p:nvPicPr>
          <p:cNvPr id="9" name="Picture 8">
            <a:extLst>
              <a:ext uri="{FF2B5EF4-FFF2-40B4-BE49-F238E27FC236}">
                <a16:creationId xmlns:a16="http://schemas.microsoft.com/office/drawing/2014/main" id="{9A288809-455F-4842-BBD7-E6150C625961}"/>
              </a:ext>
            </a:extLst>
          </p:cNvPr>
          <p:cNvPicPr>
            <a:picLocks noChangeAspect="1"/>
          </p:cNvPicPr>
          <p:nvPr userDrawn="1"/>
        </p:nvPicPr>
        <p:blipFill>
          <a:blip r:embed="rId3"/>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9985EF51-2E44-3B49-99C2-79FD245CE07C}"/>
              </a:ext>
            </a:extLst>
          </p:cNvPr>
          <p:cNvSpPr>
            <a:spLocks noGrp="1"/>
          </p:cNvSpPr>
          <p:nvPr>
            <p:ph type="title" hasCustomPrompt="1"/>
          </p:nvPr>
        </p:nvSpPr>
        <p:spPr>
          <a:xfrm>
            <a:off x="747125" y="2998256"/>
            <a:ext cx="7004304" cy="430744"/>
          </a:xfrm>
        </p:spPr>
        <p:txBody>
          <a:bodyPr/>
          <a:lstStyle>
            <a:lvl1pPr>
              <a:defRPr>
                <a:solidFill>
                  <a:schemeClr val="accent1"/>
                </a:solidFill>
              </a:defRPr>
            </a:lvl1pPr>
          </a:lstStyle>
          <a:p>
            <a:r>
              <a:rPr lang="en-GB"/>
              <a:t>divider title</a:t>
            </a:r>
            <a:endParaRPr lang="en-US"/>
          </a:p>
        </p:txBody>
      </p:sp>
      <p:sp>
        <p:nvSpPr>
          <p:cNvPr id="7" name="Text Placeholder 5">
            <a:extLst>
              <a:ext uri="{FF2B5EF4-FFF2-40B4-BE49-F238E27FC236}">
                <a16:creationId xmlns:a16="http://schemas.microsoft.com/office/drawing/2014/main" id="{E887030A-39E7-CB44-8EC9-6576EA072E00}"/>
              </a:ext>
            </a:extLst>
          </p:cNvPr>
          <p:cNvSpPr>
            <a:spLocks noGrp="1"/>
          </p:cNvSpPr>
          <p:nvPr>
            <p:ph type="body" sz="quarter" idx="13" hasCustomPrompt="1"/>
          </p:nvPr>
        </p:nvSpPr>
        <p:spPr>
          <a:xfrm>
            <a:off x="747124" y="3541351"/>
            <a:ext cx="7004304" cy="261659"/>
          </a:xfrm>
          <a:prstGeom prst="rect">
            <a:avLst/>
          </a:prstGeom>
        </p:spPr>
        <p:txBody>
          <a:bodyPr lIns="0" tIns="0" rIns="0" bIns="0"/>
          <a:lstStyle>
            <a:lvl1pPr marL="0" indent="0">
              <a:lnSpc>
                <a:spcPts val="2000"/>
              </a:lnSpc>
              <a:spcBef>
                <a:spcPts val="0"/>
              </a:spcBef>
              <a:buNone/>
              <a:defRPr sz="1867" b="0" kern="0" cap="all" spc="53" baseline="0">
                <a:solidFill>
                  <a:schemeClr val="accent1"/>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ISPUM DOLOR SIT</a:t>
            </a:r>
            <a:endParaRPr lang="en-US"/>
          </a:p>
        </p:txBody>
      </p:sp>
      <p:sp>
        <p:nvSpPr>
          <p:cNvPr id="8" name="Text Placeholder 5">
            <a:extLst>
              <a:ext uri="{FF2B5EF4-FFF2-40B4-BE49-F238E27FC236}">
                <a16:creationId xmlns:a16="http://schemas.microsoft.com/office/drawing/2014/main" id="{29FDEF27-3E78-1D4B-8408-36D9106C0BC2}"/>
              </a:ext>
            </a:extLst>
          </p:cNvPr>
          <p:cNvSpPr>
            <a:spLocks noGrp="1"/>
          </p:cNvSpPr>
          <p:nvPr>
            <p:ph type="body" sz="quarter" idx="14" hasCustomPrompt="1"/>
          </p:nvPr>
        </p:nvSpPr>
        <p:spPr>
          <a:xfrm>
            <a:off x="7793877" y="1700366"/>
            <a:ext cx="4398123" cy="3690959"/>
          </a:xfrm>
          <a:prstGeom prst="rect">
            <a:avLst/>
          </a:prstGeom>
        </p:spPr>
        <p:txBody>
          <a:bodyPr lIns="0" tIns="0" rIns="0" bIns="0"/>
          <a:lstStyle>
            <a:lvl1pPr marL="0" indent="0">
              <a:lnSpc>
                <a:spcPts val="26666"/>
              </a:lnSpc>
              <a:spcBef>
                <a:spcPts val="0"/>
              </a:spcBef>
              <a:buNone/>
              <a:defRPr sz="26666" b="1" kern="0" spc="-400" baseline="0">
                <a:solidFill>
                  <a:schemeClr val="accent1"/>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08</a:t>
            </a:r>
            <a:endParaRPr lang="en-US"/>
          </a:p>
        </p:txBody>
      </p:sp>
      <p:sp>
        <p:nvSpPr>
          <p:cNvPr id="2" name="Slide Number Placeholder 1">
            <a:extLst>
              <a:ext uri="{FF2B5EF4-FFF2-40B4-BE49-F238E27FC236}">
                <a16:creationId xmlns:a16="http://schemas.microsoft.com/office/drawing/2014/main" id="{77BD5CC2-C3F3-7D62-C4EA-800A67C61E9A}"/>
              </a:ext>
            </a:extLst>
          </p:cNvPr>
          <p:cNvSpPr>
            <a:spLocks noGrp="1"/>
          </p:cNvSpPr>
          <p:nvPr>
            <p:ph type="sldNum" sz="quarter" idx="15"/>
          </p:nvPr>
        </p:nvSpPr>
        <p:spPr/>
        <p:txBody>
          <a:bodyPr/>
          <a:lstStyle>
            <a:lvl1pPr>
              <a:defRPr>
                <a:solidFill>
                  <a:schemeClr val="accent1"/>
                </a:solidFill>
              </a:defRPr>
            </a:lvl1pPr>
          </a:lstStyle>
          <a:p>
            <a:fld id="{29CAE5FC-86E1-1448-8EC3-A22E1B31C8C0}" type="slidenum">
              <a:rPr lang="en-US" smtClean="0"/>
              <a:pPr/>
              <a:t>‹N°›</a:t>
            </a:fld>
            <a:endParaRPr lang="en-US"/>
          </a:p>
        </p:txBody>
      </p:sp>
      <p:pic>
        <p:nvPicPr>
          <p:cNvPr id="11" name="Picture 10" descr="A picture containing logo&#10;&#10;Description automatically generated">
            <a:extLst>
              <a:ext uri="{FF2B5EF4-FFF2-40B4-BE49-F238E27FC236}">
                <a16:creationId xmlns:a16="http://schemas.microsoft.com/office/drawing/2014/main" id="{A2AD4895-0E77-AB90-E5A1-CE74304945F3}"/>
              </a:ext>
            </a:extLst>
          </p:cNvPr>
          <p:cNvPicPr>
            <a:picLocks noChangeAspect="1"/>
          </p:cNvPicPr>
          <p:nvPr userDrawn="1"/>
        </p:nvPicPr>
        <p:blipFill>
          <a:blip r:embed="rId4"/>
          <a:stretch>
            <a:fillRect/>
          </a:stretch>
        </p:blipFill>
        <p:spPr>
          <a:xfrm>
            <a:off x="10532533" y="6146800"/>
            <a:ext cx="1659467" cy="711200"/>
          </a:xfrm>
          <a:prstGeom prst="rect">
            <a:avLst/>
          </a:prstGeom>
        </p:spPr>
      </p:pic>
    </p:spTree>
    <p:extLst>
      <p:ext uri="{BB962C8B-B14F-4D97-AF65-F5344CB8AC3E}">
        <p14:creationId xmlns:p14="http://schemas.microsoft.com/office/powerpoint/2010/main" val="40686463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Divider C">
    <p:bg>
      <p:bgPr>
        <a:solidFill>
          <a:schemeClr val="bg2"/>
        </a:solidFill>
        <a:effectLst/>
      </p:bgPr>
    </p:bg>
    <p:spTree>
      <p:nvGrpSpPr>
        <p:cNvPr id="1" name=""/>
        <p:cNvGrpSpPr/>
        <p:nvPr/>
      </p:nvGrpSpPr>
      <p:grpSpPr>
        <a:xfrm>
          <a:off x="0" y="0"/>
          <a:ext cx="0" cy="0"/>
          <a:chOff x="0" y="0"/>
          <a:chExt cx="0" cy="0"/>
        </a:xfrm>
      </p:grpSpPr>
      <p:pic>
        <p:nvPicPr>
          <p:cNvPr id="10" name="Picture 9" descr="Shape&#10;&#10;Description automatically generated">
            <a:extLst>
              <a:ext uri="{FF2B5EF4-FFF2-40B4-BE49-F238E27FC236}">
                <a16:creationId xmlns:a16="http://schemas.microsoft.com/office/drawing/2014/main" id="{9D2604A2-FA73-1130-4A93-885B3FCF61AD}"/>
              </a:ext>
            </a:extLst>
          </p:cNvPr>
          <p:cNvPicPr>
            <a:picLocks noChangeAspect="1"/>
          </p:cNvPicPr>
          <p:nvPr userDrawn="1"/>
        </p:nvPicPr>
        <p:blipFill>
          <a:blip r:embed="rId2"/>
          <a:stretch>
            <a:fillRect/>
          </a:stretch>
        </p:blipFill>
        <p:spPr>
          <a:xfrm>
            <a:off x="-22369" y="-26317"/>
            <a:ext cx="1263941" cy="539736"/>
          </a:xfrm>
          <a:prstGeom prst="rect">
            <a:avLst/>
          </a:prstGeom>
        </p:spPr>
      </p:pic>
      <p:pic>
        <p:nvPicPr>
          <p:cNvPr id="9" name="Picture 8">
            <a:extLst>
              <a:ext uri="{FF2B5EF4-FFF2-40B4-BE49-F238E27FC236}">
                <a16:creationId xmlns:a16="http://schemas.microsoft.com/office/drawing/2014/main" id="{9A288809-455F-4842-BBD7-E6150C625961}"/>
              </a:ext>
            </a:extLst>
          </p:cNvPr>
          <p:cNvPicPr>
            <a:picLocks noChangeAspect="1"/>
          </p:cNvPicPr>
          <p:nvPr userDrawn="1"/>
        </p:nvPicPr>
        <p:blipFill>
          <a:blip r:embed="rId3"/>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9985EF51-2E44-3B49-99C2-79FD245CE07C}"/>
              </a:ext>
            </a:extLst>
          </p:cNvPr>
          <p:cNvSpPr>
            <a:spLocks noGrp="1"/>
          </p:cNvSpPr>
          <p:nvPr>
            <p:ph type="title" hasCustomPrompt="1"/>
          </p:nvPr>
        </p:nvSpPr>
        <p:spPr>
          <a:xfrm>
            <a:off x="747125" y="2998256"/>
            <a:ext cx="7004304" cy="430744"/>
          </a:xfrm>
        </p:spPr>
        <p:txBody>
          <a:bodyPr/>
          <a:lstStyle>
            <a:lvl1pPr>
              <a:defRPr>
                <a:solidFill>
                  <a:schemeClr val="accent1"/>
                </a:solidFill>
              </a:defRPr>
            </a:lvl1pPr>
          </a:lstStyle>
          <a:p>
            <a:r>
              <a:rPr lang="en-GB"/>
              <a:t>divider title</a:t>
            </a:r>
            <a:endParaRPr lang="en-US"/>
          </a:p>
        </p:txBody>
      </p:sp>
      <p:sp>
        <p:nvSpPr>
          <p:cNvPr id="7" name="Text Placeholder 5">
            <a:extLst>
              <a:ext uri="{FF2B5EF4-FFF2-40B4-BE49-F238E27FC236}">
                <a16:creationId xmlns:a16="http://schemas.microsoft.com/office/drawing/2014/main" id="{E887030A-39E7-CB44-8EC9-6576EA072E00}"/>
              </a:ext>
            </a:extLst>
          </p:cNvPr>
          <p:cNvSpPr>
            <a:spLocks noGrp="1"/>
          </p:cNvSpPr>
          <p:nvPr>
            <p:ph type="body" sz="quarter" idx="13" hasCustomPrompt="1"/>
          </p:nvPr>
        </p:nvSpPr>
        <p:spPr>
          <a:xfrm>
            <a:off x="747124" y="3541351"/>
            <a:ext cx="7004304" cy="261659"/>
          </a:xfrm>
          <a:prstGeom prst="rect">
            <a:avLst/>
          </a:prstGeom>
        </p:spPr>
        <p:txBody>
          <a:bodyPr lIns="0" tIns="0" rIns="0" bIns="0"/>
          <a:lstStyle>
            <a:lvl1pPr marL="0" indent="0">
              <a:lnSpc>
                <a:spcPts val="2000"/>
              </a:lnSpc>
              <a:spcBef>
                <a:spcPts val="0"/>
              </a:spcBef>
              <a:buNone/>
              <a:defRPr sz="1867" b="0" kern="0" cap="all" spc="53" baseline="0">
                <a:solidFill>
                  <a:schemeClr val="accent1"/>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LOREM ISPUM DOLOR SIT</a:t>
            </a:r>
            <a:endParaRPr lang="en-US"/>
          </a:p>
        </p:txBody>
      </p:sp>
      <p:sp>
        <p:nvSpPr>
          <p:cNvPr id="8" name="Text Placeholder 5">
            <a:extLst>
              <a:ext uri="{FF2B5EF4-FFF2-40B4-BE49-F238E27FC236}">
                <a16:creationId xmlns:a16="http://schemas.microsoft.com/office/drawing/2014/main" id="{29FDEF27-3E78-1D4B-8408-36D9106C0BC2}"/>
              </a:ext>
            </a:extLst>
          </p:cNvPr>
          <p:cNvSpPr>
            <a:spLocks noGrp="1"/>
          </p:cNvSpPr>
          <p:nvPr>
            <p:ph type="body" sz="quarter" idx="14" hasCustomPrompt="1"/>
          </p:nvPr>
        </p:nvSpPr>
        <p:spPr>
          <a:xfrm>
            <a:off x="7793877" y="1700366"/>
            <a:ext cx="4398123" cy="3690959"/>
          </a:xfrm>
          <a:prstGeom prst="rect">
            <a:avLst/>
          </a:prstGeom>
        </p:spPr>
        <p:txBody>
          <a:bodyPr lIns="0" tIns="0" rIns="0" bIns="0"/>
          <a:lstStyle>
            <a:lvl1pPr marL="0" indent="0">
              <a:lnSpc>
                <a:spcPts val="26666"/>
              </a:lnSpc>
              <a:spcBef>
                <a:spcPts val="0"/>
              </a:spcBef>
              <a:buNone/>
              <a:defRPr sz="26666" b="1" kern="0" spc="-400" baseline="0">
                <a:solidFill>
                  <a:schemeClr val="accent5"/>
                </a:solidFill>
                <a:latin typeface="+mn-lt"/>
              </a:defRPr>
            </a:lvl1pPr>
            <a:lvl2pPr marL="521318" indent="0">
              <a:lnSpc>
                <a:spcPts val="1867"/>
              </a:lnSpc>
              <a:spcBef>
                <a:spcPts val="0"/>
              </a:spcBef>
              <a:buNone/>
              <a:defRPr sz="1333" b="0">
                <a:solidFill>
                  <a:schemeClr val="bg2"/>
                </a:solidFill>
                <a:latin typeface="+mn-lt"/>
              </a:defRPr>
            </a:lvl2pPr>
            <a:lvl3pPr marL="1042634" indent="0">
              <a:lnSpc>
                <a:spcPts val="1867"/>
              </a:lnSpc>
              <a:spcBef>
                <a:spcPts val="0"/>
              </a:spcBef>
              <a:buNone/>
              <a:defRPr sz="1333" b="0">
                <a:solidFill>
                  <a:schemeClr val="bg2"/>
                </a:solidFill>
                <a:latin typeface="+mn-lt"/>
              </a:defRPr>
            </a:lvl3pPr>
            <a:lvl4pPr marL="1563950" indent="0">
              <a:lnSpc>
                <a:spcPts val="1867"/>
              </a:lnSpc>
              <a:spcBef>
                <a:spcPts val="0"/>
              </a:spcBef>
              <a:buNone/>
              <a:defRPr sz="1333" b="0">
                <a:solidFill>
                  <a:schemeClr val="bg2"/>
                </a:solidFill>
                <a:latin typeface="+mn-lt"/>
              </a:defRPr>
            </a:lvl4pPr>
            <a:lvl5pPr marL="2085267" indent="0">
              <a:lnSpc>
                <a:spcPts val="1867"/>
              </a:lnSpc>
              <a:spcBef>
                <a:spcPts val="0"/>
              </a:spcBef>
              <a:buNone/>
              <a:defRPr sz="1333" b="0">
                <a:solidFill>
                  <a:schemeClr val="bg2"/>
                </a:solidFill>
                <a:latin typeface="+mn-lt"/>
              </a:defRPr>
            </a:lvl5pPr>
          </a:lstStyle>
          <a:p>
            <a:pPr lvl="0"/>
            <a:r>
              <a:rPr lang="en-GB"/>
              <a:t>08</a:t>
            </a:r>
            <a:endParaRPr lang="en-US"/>
          </a:p>
        </p:txBody>
      </p:sp>
      <p:sp>
        <p:nvSpPr>
          <p:cNvPr id="2" name="Slide Number Placeholder 1">
            <a:extLst>
              <a:ext uri="{FF2B5EF4-FFF2-40B4-BE49-F238E27FC236}">
                <a16:creationId xmlns:a16="http://schemas.microsoft.com/office/drawing/2014/main" id="{B65AD562-A8FE-AB9C-A4A9-E0FD0461BA7F}"/>
              </a:ext>
            </a:extLst>
          </p:cNvPr>
          <p:cNvSpPr>
            <a:spLocks noGrp="1"/>
          </p:cNvSpPr>
          <p:nvPr>
            <p:ph type="sldNum" sz="quarter" idx="15"/>
          </p:nvPr>
        </p:nvSpPr>
        <p:spPr/>
        <p:txBody>
          <a:bodyPr/>
          <a:lstStyle>
            <a:lvl1pPr>
              <a:defRPr>
                <a:solidFill>
                  <a:schemeClr val="accent1"/>
                </a:solidFill>
              </a:defRPr>
            </a:lvl1pPr>
          </a:lstStyle>
          <a:p>
            <a:fld id="{29CAE5FC-86E1-1448-8EC3-A22E1B31C8C0}" type="slidenum">
              <a:rPr lang="en-US" smtClean="0"/>
              <a:pPr/>
              <a:t>‹N°›</a:t>
            </a:fld>
            <a:endParaRPr lang="en-US"/>
          </a:p>
        </p:txBody>
      </p:sp>
      <p:pic>
        <p:nvPicPr>
          <p:cNvPr id="11" name="Picture 10" descr="A picture containing logo&#10;&#10;Description automatically generated">
            <a:extLst>
              <a:ext uri="{FF2B5EF4-FFF2-40B4-BE49-F238E27FC236}">
                <a16:creationId xmlns:a16="http://schemas.microsoft.com/office/drawing/2014/main" id="{21E2851E-39EE-B888-74A3-8986000959FD}"/>
              </a:ext>
            </a:extLst>
          </p:cNvPr>
          <p:cNvPicPr>
            <a:picLocks noChangeAspect="1"/>
          </p:cNvPicPr>
          <p:nvPr userDrawn="1"/>
        </p:nvPicPr>
        <p:blipFill>
          <a:blip r:embed="rId4"/>
          <a:stretch>
            <a:fillRect/>
          </a:stretch>
        </p:blipFill>
        <p:spPr>
          <a:xfrm>
            <a:off x="10532533" y="6146800"/>
            <a:ext cx="1659467" cy="711200"/>
          </a:xfrm>
          <a:prstGeom prst="rect">
            <a:avLst/>
          </a:prstGeom>
        </p:spPr>
      </p:pic>
    </p:spTree>
    <p:extLst>
      <p:ext uri="{BB962C8B-B14F-4D97-AF65-F5344CB8AC3E}">
        <p14:creationId xmlns:p14="http://schemas.microsoft.com/office/powerpoint/2010/main" val="1765953392"/>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userDrawn="1">
            <p:custDataLst>
              <p:tags r:id="rId1"/>
            </p:custDataLst>
            <p:extLst>
              <p:ext uri="{D42A27DB-BD31-4B8C-83A1-F6EECF244321}">
                <p14:modId xmlns:p14="http://schemas.microsoft.com/office/powerpoint/2010/main" val="1620803150"/>
              </p:ext>
            </p:extLst>
          </p:nvPr>
        </p:nvGraphicFramePr>
        <p:xfrm>
          <a:off x="2119" y="2123"/>
          <a:ext cx="2116" cy="2116"/>
        </p:xfrm>
        <a:graphic>
          <a:graphicData uri="http://schemas.openxmlformats.org/presentationml/2006/ole">
            <mc:AlternateContent xmlns:mc="http://schemas.openxmlformats.org/markup-compatibility/2006">
              <mc:Choice xmlns:v="urn:schemas-microsoft-com:vml" Requires="v">
                <p:oleObj name="Diapositive think-cell" r:id="rId4" imgW="381" imgH="381" progId="TCLayout.ActiveDocument.1">
                  <p:embed/>
                </p:oleObj>
              </mc:Choice>
              <mc:Fallback>
                <p:oleObj name="Diapositive think-cell" r:id="rId4" imgW="381" imgH="381" progId="TCLayout.ActiveDocument.1">
                  <p:embed/>
                  <p:pic>
                    <p:nvPicPr>
                      <p:cNvPr id="12" name="Object 11" hidden="1"/>
                      <p:cNvPicPr/>
                      <p:nvPr/>
                    </p:nvPicPr>
                    <p:blipFill>
                      <a:blip r:embed="rId5"/>
                      <a:stretch>
                        <a:fillRect/>
                      </a:stretch>
                    </p:blipFill>
                    <p:spPr>
                      <a:xfrm>
                        <a:off x="2119" y="2123"/>
                        <a:ext cx="2116" cy="2116"/>
                      </a:xfrm>
                      <a:prstGeom prst="rect">
                        <a:avLst/>
                      </a:prstGeom>
                    </p:spPr>
                  </p:pic>
                </p:oleObj>
              </mc:Fallback>
            </mc:AlternateContent>
          </a:graphicData>
        </a:graphic>
      </p:graphicFrame>
      <p:sp>
        <p:nvSpPr>
          <p:cNvPr id="4" name="Rectangle 3" hidden="1"/>
          <p:cNvSpPr/>
          <p:nvPr userDrawn="1">
            <p:custDataLst>
              <p:tags r:id="rId2"/>
            </p:custDataLst>
          </p:nvPr>
        </p:nvSpPr>
        <p:spPr>
          <a:xfrm>
            <a:off x="5" y="5"/>
            <a:ext cx="158751" cy="158752"/>
          </a:xfrm>
          <a:prstGeom prst="rect">
            <a:avLst/>
          </a:prstGeom>
          <a:solidFill>
            <a:srgbClr val="C00000"/>
          </a:solidFill>
          <a:ln>
            <a:noFill/>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defTabSz="913834" eaLnBrk="1">
              <a:spcBef>
                <a:spcPct val="0"/>
              </a:spcBef>
              <a:spcAft>
                <a:spcPct val="0"/>
              </a:spcAft>
            </a:pPr>
            <a:endParaRPr lang="en-GB" sz="1467" b="0" i="0" baseline="0">
              <a:solidFill>
                <a:srgbClr val="FFFFFF"/>
              </a:solidFill>
              <a:latin typeface="Arial" panose="020B0604020202020204" pitchFamily="34" charset="0"/>
              <a:cs typeface="Arial" panose="020B0604020202020204" pitchFamily="34" charset="0"/>
              <a:sym typeface="Arial" panose="020B0604020202020204" pitchFamily="34" charset="0"/>
            </a:endParaRPr>
          </a:p>
        </p:txBody>
      </p:sp>
      <p:sp>
        <p:nvSpPr>
          <p:cNvPr id="2" name="Title 1"/>
          <p:cNvSpPr>
            <a:spLocks noGrp="1"/>
          </p:cNvSpPr>
          <p:nvPr>
            <p:ph type="title"/>
          </p:nvPr>
        </p:nvSpPr>
        <p:spPr>
          <a:xfrm>
            <a:off x="351779" y="462606"/>
            <a:ext cx="10515600" cy="574453"/>
          </a:xfrm>
          <a:prstGeom prst="rect">
            <a:avLst/>
          </a:prstGeom>
        </p:spPr>
        <p:txBody>
          <a:bodyPr wrap="square" lIns="0" tIns="0" rIns="0" bIns="0" anchor="b" anchorCtr="0">
            <a:spAutoFit/>
          </a:bodyPr>
          <a:lstStyle>
            <a:lvl1pPr>
              <a:lnSpc>
                <a:spcPct val="100000"/>
              </a:lnSpc>
              <a:defRPr baseline="0">
                <a:cs typeface="Arial"/>
              </a:defRPr>
            </a:lvl1pPr>
          </a:lstStyle>
          <a:p>
            <a:r>
              <a:rPr lang="en-GB"/>
              <a:t>Click to edit Master title style</a:t>
            </a:r>
          </a:p>
        </p:txBody>
      </p:sp>
      <p:sp>
        <p:nvSpPr>
          <p:cNvPr id="9" name="Text Placeholder 8"/>
          <p:cNvSpPr>
            <a:spLocks noGrp="1"/>
          </p:cNvSpPr>
          <p:nvPr>
            <p:ph type="body" sz="quarter" idx="18" hasCustomPrompt="1"/>
          </p:nvPr>
        </p:nvSpPr>
        <p:spPr>
          <a:xfrm>
            <a:off x="351779" y="1150091"/>
            <a:ext cx="11182248" cy="184667"/>
          </a:xfrm>
          <a:prstGeom prst="rect">
            <a:avLst/>
          </a:prstGeom>
        </p:spPr>
        <p:txBody>
          <a:bodyPr wrap="square" lIns="0" tIns="0" rIns="0" bIns="0">
            <a:spAutoFit/>
          </a:bodyPr>
          <a:lstStyle>
            <a:lvl1pPr marL="0" indent="0" algn="l" defTabSz="342675" rtl="0" eaLnBrk="1" fontAlgn="base" hangingPunct="1">
              <a:lnSpc>
                <a:spcPct val="100000"/>
              </a:lnSpc>
              <a:spcBef>
                <a:spcPts val="0"/>
              </a:spcBef>
              <a:spcAft>
                <a:spcPct val="0"/>
              </a:spcAft>
              <a:buClr>
                <a:srgbClr val="C00000"/>
              </a:buClr>
              <a:buNone/>
              <a:defRPr lang="en-US" sz="1200" kern="1200" baseline="0" dirty="0" smtClean="0">
                <a:solidFill>
                  <a:srgbClr val="7F7F7F"/>
                </a:solidFill>
                <a:latin typeface="Arial"/>
                <a:ea typeface="+mn-ea"/>
                <a:cs typeface="Arial"/>
                <a:sym typeface="Arial"/>
              </a:defRPr>
            </a:lvl1pPr>
          </a:lstStyle>
          <a:p>
            <a:pPr lvl="0"/>
            <a:r>
              <a:rPr lang="en-GB"/>
              <a:t>Slide Subtitle Arial 16 / 18pt</a:t>
            </a:r>
          </a:p>
        </p:txBody>
      </p:sp>
      <p:sp>
        <p:nvSpPr>
          <p:cNvPr id="5" name="Slide Number Placeholder 6">
            <a:extLst>
              <a:ext uri="{FF2B5EF4-FFF2-40B4-BE49-F238E27FC236}">
                <a16:creationId xmlns:a16="http://schemas.microsoft.com/office/drawing/2014/main" id="{D5718F0E-13D4-692A-C60D-64E404B330F1}"/>
              </a:ext>
            </a:extLst>
          </p:cNvPr>
          <p:cNvSpPr>
            <a:spLocks noGrp="1"/>
          </p:cNvSpPr>
          <p:nvPr>
            <p:ph type="sldNum" sz="quarter" idx="13"/>
          </p:nvPr>
        </p:nvSpPr>
        <p:spPr>
          <a:xfrm>
            <a:off x="267695" y="119864"/>
            <a:ext cx="504092" cy="204512"/>
          </a:xfrm>
          <a:prstGeom prst="rect">
            <a:avLst/>
          </a:prstGeom>
        </p:spPr>
        <p:txBody>
          <a:bodyPr/>
          <a:lstStyle>
            <a:lvl1pPr>
              <a:defRPr>
                <a:solidFill>
                  <a:schemeClr val="accent1"/>
                </a:solidFill>
              </a:defRPr>
            </a:lvl1pPr>
          </a:lstStyle>
          <a:p>
            <a:fld id="{29CAE5FC-86E1-1448-8EC3-A22E1B31C8C0}" type="slidenum">
              <a:rPr lang="it-IT" smtClean="0"/>
              <a:pPr/>
              <a:t>‹N°›</a:t>
            </a:fld>
            <a:endParaRPr lang="it-IT"/>
          </a:p>
        </p:txBody>
      </p:sp>
    </p:spTree>
    <p:extLst>
      <p:ext uri="{BB962C8B-B14F-4D97-AF65-F5344CB8AC3E}">
        <p14:creationId xmlns:p14="http://schemas.microsoft.com/office/powerpoint/2010/main" val="370747204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1_One Column Text">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8" name="Text Placeholder 7">
            <a:extLst>
              <a:ext uri="{FF2B5EF4-FFF2-40B4-BE49-F238E27FC236}">
                <a16:creationId xmlns:a16="http://schemas.microsoft.com/office/drawing/2014/main" id="{88488CF2-E389-8A4C-9F32-EBF4EC5DF94E}"/>
              </a:ext>
            </a:extLst>
          </p:cNvPr>
          <p:cNvSpPr>
            <a:spLocks noGrp="1"/>
          </p:cNvSpPr>
          <p:nvPr>
            <p:ph type="body" sz="quarter" idx="14" hasCustomPrompt="1"/>
          </p:nvPr>
        </p:nvSpPr>
        <p:spPr>
          <a:xfrm>
            <a:off x="771790" y="1878962"/>
            <a:ext cx="3993159" cy="577095"/>
          </a:xfrm>
        </p:spPr>
        <p:txBody>
          <a:bodyPr>
            <a:noAutofit/>
          </a:bodyPr>
          <a:lstStyle>
            <a:lvl1pPr>
              <a:lnSpc>
                <a:spcPts val="2000"/>
              </a:lnSpc>
              <a:defRPr sz="1867" b="1"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endParaRPr lang="it-IT" noProof="0"/>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7" y="696002"/>
            <a:ext cx="11028727" cy="777668"/>
          </a:xfrm>
        </p:spPr>
        <p:txBody>
          <a:bodyPr/>
          <a:lstStyle/>
          <a:p>
            <a:r>
              <a:rPr lang="en-GB"/>
              <a:t>CLICK TO EDIT MASTER TITLE STYLE</a:t>
            </a:r>
            <a:endParaRPr lang="en-US"/>
          </a:p>
        </p:txBody>
      </p:sp>
      <p:sp>
        <p:nvSpPr>
          <p:cNvPr id="9" name="Text Placeholder 8">
            <a:extLst>
              <a:ext uri="{FF2B5EF4-FFF2-40B4-BE49-F238E27FC236}">
                <a16:creationId xmlns:a16="http://schemas.microsoft.com/office/drawing/2014/main" id="{80EC26C9-3F09-D34E-94B0-FF161A79BA00}"/>
              </a:ext>
            </a:extLst>
          </p:cNvPr>
          <p:cNvSpPr>
            <a:spLocks noGrp="1"/>
          </p:cNvSpPr>
          <p:nvPr>
            <p:ph type="body" sz="quarter" idx="15"/>
          </p:nvPr>
        </p:nvSpPr>
        <p:spPr>
          <a:xfrm>
            <a:off x="5055764" y="1878962"/>
            <a:ext cx="6744749" cy="4241913"/>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7">
            <a:extLst>
              <a:ext uri="{FF2B5EF4-FFF2-40B4-BE49-F238E27FC236}">
                <a16:creationId xmlns:a16="http://schemas.microsoft.com/office/drawing/2014/main" id="{98C1162D-35FB-BE46-A7B0-05857DC13D71}"/>
              </a:ext>
            </a:extLst>
          </p:cNvPr>
          <p:cNvSpPr>
            <a:spLocks noGrp="1"/>
          </p:cNvSpPr>
          <p:nvPr>
            <p:ph type="body" sz="quarter" idx="16" hasCustomPrompt="1"/>
          </p:nvPr>
        </p:nvSpPr>
        <p:spPr>
          <a:xfrm>
            <a:off x="771789" y="2489614"/>
            <a:ext cx="3993159" cy="2633265"/>
          </a:xfrm>
        </p:spPr>
        <p:txBody>
          <a:bodyPr>
            <a:noAutofit/>
          </a:bodyPr>
          <a:lstStyle>
            <a:lvl1pPr>
              <a:lnSpc>
                <a:spcPts val="1867"/>
              </a:lnSpc>
              <a:defRPr sz="1600" b="0" kern="0" spc="27" baseline="0">
                <a:solidFill>
                  <a:schemeClr val="accent1"/>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it-IT" noProof="0" err="1"/>
              <a:t>Lorem</a:t>
            </a:r>
            <a:r>
              <a:rPr lang="it-IT" noProof="0"/>
              <a:t> </a:t>
            </a:r>
            <a:r>
              <a:rPr lang="it-IT" noProof="0" err="1"/>
              <a:t>ipsum</a:t>
            </a:r>
            <a:r>
              <a:rPr lang="it-IT" noProof="0"/>
              <a:t> </a:t>
            </a:r>
            <a:r>
              <a:rPr lang="it-IT" noProof="0" err="1"/>
              <a:t>dolor</a:t>
            </a:r>
            <a:r>
              <a:rPr lang="it-IT" noProof="0"/>
              <a:t> </a:t>
            </a:r>
            <a:r>
              <a:rPr lang="it-IT" noProof="0" err="1"/>
              <a:t>sit</a:t>
            </a:r>
            <a:r>
              <a:rPr lang="it-IT" noProof="0"/>
              <a:t> </a:t>
            </a:r>
            <a:r>
              <a:rPr lang="it-IT" noProof="0" err="1"/>
              <a:t>amet</a:t>
            </a:r>
            <a:r>
              <a:rPr lang="it-IT" noProof="0"/>
              <a:t>.</a:t>
            </a:r>
          </a:p>
        </p:txBody>
      </p:sp>
    </p:spTree>
    <p:extLst>
      <p:ext uri="{BB962C8B-B14F-4D97-AF65-F5344CB8AC3E}">
        <p14:creationId xmlns:p14="http://schemas.microsoft.com/office/powerpoint/2010/main" val="170752662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5_One Column Text">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5070FE-96FC-864C-8EFB-C1E17B14FDA6}"/>
              </a:ext>
            </a:extLst>
          </p:cNvPr>
          <p:cNvSpPr>
            <a:spLocks noGrp="1"/>
          </p:cNvSpPr>
          <p:nvPr>
            <p:ph type="sldNum" sz="quarter" idx="13"/>
          </p:nvPr>
        </p:nvSpPr>
        <p:spPr/>
        <p:txBody>
          <a:bodyPr/>
          <a:lstStyle>
            <a:lvl1pPr>
              <a:defRPr>
                <a:solidFill>
                  <a:schemeClr val="accent1"/>
                </a:solidFill>
              </a:defRPr>
            </a:lvl1pPr>
          </a:lstStyle>
          <a:p>
            <a:fld id="{29CAE5FC-86E1-1448-8EC3-A22E1B31C8C0}" type="slidenum">
              <a:rPr lang="it-IT" smtClean="0"/>
              <a:pPr/>
              <a:t>‹N°›</a:t>
            </a:fld>
            <a:endParaRPr lang="it-IT"/>
          </a:p>
        </p:txBody>
      </p:sp>
      <p:sp>
        <p:nvSpPr>
          <p:cNvPr id="3" name="Title 2">
            <a:extLst>
              <a:ext uri="{FF2B5EF4-FFF2-40B4-BE49-F238E27FC236}">
                <a16:creationId xmlns:a16="http://schemas.microsoft.com/office/drawing/2014/main" id="{B1172D10-B5EB-E942-846E-11D7C755DF6B}"/>
              </a:ext>
            </a:extLst>
          </p:cNvPr>
          <p:cNvSpPr>
            <a:spLocks noGrp="1"/>
          </p:cNvSpPr>
          <p:nvPr>
            <p:ph type="title" hasCustomPrompt="1"/>
          </p:nvPr>
        </p:nvSpPr>
        <p:spPr>
          <a:xfrm>
            <a:off x="771788" y="696002"/>
            <a:ext cx="10648425" cy="777668"/>
          </a:xfrm>
        </p:spPr>
        <p:txBody>
          <a:bodyPr/>
          <a:lstStyle/>
          <a:p>
            <a:r>
              <a:rPr lang="en-GB"/>
              <a:t>CLICK TO EDIT MASTER TITLE STYLE</a:t>
            </a:r>
            <a:endParaRPr lang="en-US"/>
          </a:p>
        </p:txBody>
      </p:sp>
      <p:sp>
        <p:nvSpPr>
          <p:cNvPr id="11" name="Text Placeholder 7">
            <a:extLst>
              <a:ext uri="{FF2B5EF4-FFF2-40B4-BE49-F238E27FC236}">
                <a16:creationId xmlns:a16="http://schemas.microsoft.com/office/drawing/2014/main" id="{75DDBC7D-A6F6-A045-A6B2-0E18A111F2C5}"/>
              </a:ext>
            </a:extLst>
          </p:cNvPr>
          <p:cNvSpPr>
            <a:spLocks noGrp="1"/>
          </p:cNvSpPr>
          <p:nvPr>
            <p:ph idx="1" hasCustomPrompt="1"/>
          </p:nvPr>
        </p:nvSpPr>
        <p:spPr>
          <a:xfrm>
            <a:off x="771789" y="1834391"/>
            <a:ext cx="10648425" cy="3601676"/>
          </a:xfrm>
          <a:prstGeom prst="rect">
            <a:avLst/>
          </a:prstGeom>
          <a:solidFill>
            <a:schemeClr val="bg2">
              <a:lumMod val="95000"/>
            </a:schemeClr>
          </a:solidFill>
        </p:spPr>
        <p:txBody>
          <a:bodyPr vert="horz" lIns="0" tIns="0" rIns="0" bIns="0" rtlCol="0">
            <a:noAutofit/>
          </a:bodyPr>
          <a:lstStyle>
            <a:lvl1pPr>
              <a:defRPr sz="1067" i="1">
                <a:solidFill>
                  <a:schemeClr val="accent4"/>
                </a:solidFill>
              </a:defRPr>
            </a:lvl1pPr>
          </a:lstStyle>
          <a:p>
            <a:pPr lvl="0"/>
            <a:r>
              <a:rPr lang="en-GB"/>
              <a:t>click one of the icons to insert an element</a:t>
            </a:r>
            <a:endParaRPr lang="en-US"/>
          </a:p>
        </p:txBody>
      </p:sp>
      <p:sp>
        <p:nvSpPr>
          <p:cNvPr id="12" name="Text Placeholder 5">
            <a:extLst>
              <a:ext uri="{FF2B5EF4-FFF2-40B4-BE49-F238E27FC236}">
                <a16:creationId xmlns:a16="http://schemas.microsoft.com/office/drawing/2014/main" id="{481A6432-3990-644C-8FFE-3268125B455E}"/>
              </a:ext>
            </a:extLst>
          </p:cNvPr>
          <p:cNvSpPr>
            <a:spLocks noGrp="1"/>
          </p:cNvSpPr>
          <p:nvPr>
            <p:ph type="body" sz="quarter" idx="21" hasCustomPrompt="1"/>
          </p:nvPr>
        </p:nvSpPr>
        <p:spPr>
          <a:xfrm>
            <a:off x="771789" y="5589839"/>
            <a:ext cx="10648425" cy="662756"/>
          </a:xfrm>
        </p:spPr>
        <p:txBody>
          <a:bodyPr>
            <a:noAutofit/>
          </a:bodyPr>
          <a:lstStyle>
            <a:lvl1pPr marL="0" indent="0">
              <a:lnSpc>
                <a:spcPts val="1600"/>
              </a:lnSpc>
              <a:spcBef>
                <a:spcPts val="0"/>
              </a:spcBef>
              <a:buClr>
                <a:schemeClr val="accent2"/>
              </a:buClr>
              <a:buSzPct val="130000"/>
              <a:buFontTx/>
              <a:buNone/>
              <a:defRPr sz="1333" baseline="0">
                <a:solidFill>
                  <a:schemeClr val="accent2"/>
                </a:solidFill>
              </a:defRPr>
            </a:lvl1pPr>
            <a:lvl2pPr>
              <a:lnSpc>
                <a:spcPts val="1200"/>
              </a:lnSpc>
              <a:spcBef>
                <a:spcPts val="0"/>
              </a:spcBef>
              <a:defRPr sz="933"/>
            </a:lvl2pPr>
            <a:lvl3pPr>
              <a:lnSpc>
                <a:spcPts val="1200"/>
              </a:lnSpc>
              <a:spcBef>
                <a:spcPts val="0"/>
              </a:spcBef>
              <a:defRPr sz="933"/>
            </a:lvl3pPr>
            <a:lvl4pPr>
              <a:lnSpc>
                <a:spcPts val="1200"/>
              </a:lnSpc>
              <a:spcBef>
                <a:spcPts val="0"/>
              </a:spcBef>
              <a:defRPr sz="933"/>
            </a:lvl4pPr>
            <a:lvl5pPr>
              <a:lnSpc>
                <a:spcPts val="1200"/>
              </a:lnSpc>
              <a:spcBef>
                <a:spcPts val="0"/>
              </a:spcBef>
              <a:defRPr sz="933"/>
            </a:lvl5pPr>
          </a:lstStyle>
          <a:p>
            <a:pPr lvl="0"/>
            <a:r>
              <a:rPr lang="en-GB"/>
              <a:t>Lorem ipsum</a:t>
            </a:r>
          </a:p>
        </p:txBody>
      </p:sp>
    </p:spTree>
    <p:extLst>
      <p:ext uri="{BB962C8B-B14F-4D97-AF65-F5344CB8AC3E}">
        <p14:creationId xmlns:p14="http://schemas.microsoft.com/office/powerpoint/2010/main" val="17995894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slideLayout" Target="../slideLayouts/slideLayout50.xml"/><Relationship Id="rId7" Type="http://schemas.openxmlformats.org/officeDocument/2006/relationships/oleObject" Target="../embeddings/oleObject5.bin"/><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tags" Target="../tags/tag49.xml"/><Relationship Id="rId5" Type="http://schemas.openxmlformats.org/officeDocument/2006/relationships/theme" Target="../theme/theme2.xml"/><Relationship Id="rId10" Type="http://schemas.openxmlformats.org/officeDocument/2006/relationships/image" Target="../media/image9.png"/><Relationship Id="rId4" Type="http://schemas.openxmlformats.org/officeDocument/2006/relationships/slideLayout" Target="../slideLayouts/slideLayout51.xml"/><Relationship Id="rId9" Type="http://schemas.openxmlformats.org/officeDocument/2006/relationships/image" Target="../media/image8.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theme" Target="../theme/theme3.xml"/><Relationship Id="rId3" Type="http://schemas.openxmlformats.org/officeDocument/2006/relationships/slideLayout" Target="../slideLayouts/slideLayout54.xml"/><Relationship Id="rId21" Type="http://schemas.openxmlformats.org/officeDocument/2006/relationships/image" Target="../media/image13.emf"/><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0" Type="http://schemas.openxmlformats.org/officeDocument/2006/relationships/oleObject" Target="../embeddings/oleObject6.bin"/><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23" Type="http://schemas.openxmlformats.org/officeDocument/2006/relationships/image" Target="../media/image12.png"/><Relationship Id="rId10" Type="http://schemas.openxmlformats.org/officeDocument/2006/relationships/slideLayout" Target="../slideLayouts/slideLayout61.xml"/><Relationship Id="rId19" Type="http://schemas.openxmlformats.org/officeDocument/2006/relationships/tags" Target="../tags/tag50.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image" Target="../media/image10.png"/></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slideLayout" Target="../slideLayouts/slideLayout71.xml"/><Relationship Id="rId7" Type="http://schemas.openxmlformats.org/officeDocument/2006/relationships/oleObject" Target="../embeddings/oleObject8.bin"/><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tags" Target="../tags/tag52.xml"/><Relationship Id="rId5" Type="http://schemas.openxmlformats.org/officeDocument/2006/relationships/theme" Target="../theme/theme4.xml"/><Relationship Id="rId10" Type="http://schemas.openxmlformats.org/officeDocument/2006/relationships/image" Target="../media/image12.png"/><Relationship Id="rId4" Type="http://schemas.openxmlformats.org/officeDocument/2006/relationships/slideLayout" Target="../slideLayouts/slideLayout72.xml"/><Relationship Id="rId9" Type="http://schemas.openxmlformats.org/officeDocument/2006/relationships/image" Target="../media/image10.png"/></Relationships>
</file>

<file path=ppt/slideMasters/_rels/slideMaster5.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slideLayout" Target="../slideLayouts/slideLayout75.xml"/><Relationship Id="rId7" Type="http://schemas.openxmlformats.org/officeDocument/2006/relationships/tags" Target="../tags/tag5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theme" Target="../theme/theme5.xml"/><Relationship Id="rId11" Type="http://schemas.openxmlformats.org/officeDocument/2006/relationships/image" Target="../media/image23.png"/><Relationship Id="rId5" Type="http://schemas.openxmlformats.org/officeDocument/2006/relationships/slideLayout" Target="../slideLayouts/slideLayout77.xml"/><Relationship Id="rId10" Type="http://schemas.openxmlformats.org/officeDocument/2006/relationships/image" Target="../media/image22.png"/><Relationship Id="rId4" Type="http://schemas.openxmlformats.org/officeDocument/2006/relationships/slideLayout" Target="../slideLayouts/slideLayout76.xml"/><Relationship Id="rId9" Type="http://schemas.openxmlformats.org/officeDocument/2006/relationships/image" Target="../media/image21.emf"/></Relationships>
</file>

<file path=ppt/slideMasters/_rels/slideMaster6.xml.rels><?xml version="1.0" encoding="UTF-8" standalone="yes"?>
<Relationships xmlns="http://schemas.openxmlformats.org/package/2006/relationships"><Relationship Id="rId8" Type="http://schemas.openxmlformats.org/officeDocument/2006/relationships/tags" Target="../tags/tag57.xml"/><Relationship Id="rId3" Type="http://schemas.openxmlformats.org/officeDocument/2006/relationships/slideLayout" Target="../slideLayouts/slideLayout80.xml"/><Relationship Id="rId7" Type="http://schemas.openxmlformats.org/officeDocument/2006/relationships/theme" Target="../theme/theme6.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5" Type="http://schemas.openxmlformats.org/officeDocument/2006/relationships/slideLayout" Target="../slideLayouts/slideLayout82.xml"/><Relationship Id="rId10" Type="http://schemas.openxmlformats.org/officeDocument/2006/relationships/image" Target="../media/image7.emf"/><Relationship Id="rId4" Type="http://schemas.openxmlformats.org/officeDocument/2006/relationships/slideLayout" Target="../slideLayouts/slideLayout81.xml"/><Relationship Id="rId9" Type="http://schemas.openxmlformats.org/officeDocument/2006/relationships/oleObject" Target="../embeddings/oleObject11.bin"/></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tags" Target="../tags/tag60.xml"/><Relationship Id="rId3" Type="http://schemas.openxmlformats.org/officeDocument/2006/relationships/slideLayout" Target="../slideLayouts/slideLayout86.xml"/><Relationship Id="rId7" Type="http://schemas.openxmlformats.org/officeDocument/2006/relationships/slideLayout" Target="../slideLayouts/slideLayout90.xml"/><Relationship Id="rId12" Type="http://schemas.openxmlformats.org/officeDocument/2006/relationships/theme" Target="../theme/theme7.xml"/><Relationship Id="rId17" Type="http://schemas.openxmlformats.org/officeDocument/2006/relationships/image" Target="../media/image23.png"/><Relationship Id="rId2" Type="http://schemas.openxmlformats.org/officeDocument/2006/relationships/slideLayout" Target="../slideLayouts/slideLayout85.xml"/><Relationship Id="rId16" Type="http://schemas.openxmlformats.org/officeDocument/2006/relationships/image" Target="../media/image25.png"/><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5" Type="http://schemas.openxmlformats.org/officeDocument/2006/relationships/slideLayout" Target="../slideLayouts/slideLayout88.xml"/><Relationship Id="rId15" Type="http://schemas.openxmlformats.org/officeDocument/2006/relationships/image" Target="../media/image7.emf"/><Relationship Id="rId10" Type="http://schemas.openxmlformats.org/officeDocument/2006/relationships/slideLayout" Target="../slideLayouts/slideLayout93.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oleObject" Target="../embeddings/oleObject13.bin"/></Relationships>
</file>

<file path=ppt/slideMasters/_rels/slideMaster8.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slideLayout" Target="../slideLayouts/slideLayout97.xml"/><Relationship Id="rId7" Type="http://schemas.openxmlformats.org/officeDocument/2006/relationships/tags" Target="../tags/tag72.xml"/><Relationship Id="rId2" Type="http://schemas.openxmlformats.org/officeDocument/2006/relationships/slideLayout" Target="../slideLayouts/slideLayout96.xml"/><Relationship Id="rId1" Type="http://schemas.openxmlformats.org/officeDocument/2006/relationships/slideLayout" Target="../slideLayouts/slideLayout95.xml"/><Relationship Id="rId6" Type="http://schemas.openxmlformats.org/officeDocument/2006/relationships/theme" Target="../theme/theme8.xml"/><Relationship Id="rId11" Type="http://schemas.openxmlformats.org/officeDocument/2006/relationships/image" Target="../media/image23.png"/><Relationship Id="rId5" Type="http://schemas.openxmlformats.org/officeDocument/2006/relationships/slideLayout" Target="../slideLayouts/slideLayout99.xml"/><Relationship Id="rId10" Type="http://schemas.openxmlformats.org/officeDocument/2006/relationships/image" Target="../media/image22.png"/><Relationship Id="rId4" Type="http://schemas.openxmlformats.org/officeDocument/2006/relationships/slideLayout" Target="../slideLayouts/slideLayout98.xml"/><Relationship Id="rId9" Type="http://schemas.openxmlformats.org/officeDocument/2006/relationships/image" Target="../media/image21.emf"/></Relationships>
</file>

<file path=ppt/slideMasters/_rels/slideMaster9.xml.rels><?xml version="1.0" encoding="UTF-8" standalone="yes"?>
<Relationships xmlns="http://schemas.openxmlformats.org/package/2006/relationships"><Relationship Id="rId3" Type="http://schemas.openxmlformats.org/officeDocument/2006/relationships/tags" Target="../tags/tag75.xml"/><Relationship Id="rId7" Type="http://schemas.openxmlformats.org/officeDocument/2006/relationships/image" Target="../media/image9.png"/><Relationship Id="rId2" Type="http://schemas.openxmlformats.org/officeDocument/2006/relationships/theme" Target="../theme/theme9.xml"/><Relationship Id="rId1" Type="http://schemas.openxmlformats.org/officeDocument/2006/relationships/slideLayout" Target="../slideLayouts/slideLayout100.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2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8.xml"/><Relationship Id="rId13" Type="http://schemas.openxmlformats.org/officeDocument/2006/relationships/tags" Target="../tags/tag76.xml"/><Relationship Id="rId3" Type="http://schemas.openxmlformats.org/officeDocument/2006/relationships/slideLayout" Target="../slideLayouts/slideLayout103.xml"/><Relationship Id="rId7" Type="http://schemas.openxmlformats.org/officeDocument/2006/relationships/slideLayout" Target="../slideLayouts/slideLayout107.xml"/><Relationship Id="rId12" Type="http://schemas.openxmlformats.org/officeDocument/2006/relationships/theme" Target="../theme/theme10.xml"/><Relationship Id="rId17" Type="http://schemas.openxmlformats.org/officeDocument/2006/relationships/image" Target="../media/image23.png"/><Relationship Id="rId2" Type="http://schemas.openxmlformats.org/officeDocument/2006/relationships/slideLayout" Target="../slideLayouts/slideLayout102.xml"/><Relationship Id="rId16" Type="http://schemas.openxmlformats.org/officeDocument/2006/relationships/image" Target="../media/image25.png"/><Relationship Id="rId1" Type="http://schemas.openxmlformats.org/officeDocument/2006/relationships/slideLayout" Target="../slideLayouts/slideLayout101.xml"/><Relationship Id="rId6" Type="http://schemas.openxmlformats.org/officeDocument/2006/relationships/slideLayout" Target="../slideLayouts/slideLayout106.xml"/><Relationship Id="rId11" Type="http://schemas.openxmlformats.org/officeDocument/2006/relationships/slideLayout" Target="../slideLayouts/slideLayout111.xml"/><Relationship Id="rId5" Type="http://schemas.openxmlformats.org/officeDocument/2006/relationships/slideLayout" Target="../slideLayouts/slideLayout105.xml"/><Relationship Id="rId15" Type="http://schemas.openxmlformats.org/officeDocument/2006/relationships/image" Target="../media/image7.emf"/><Relationship Id="rId10" Type="http://schemas.openxmlformats.org/officeDocument/2006/relationships/slideLayout" Target="../slideLayouts/slideLayout110.xml"/><Relationship Id="rId4" Type="http://schemas.openxmlformats.org/officeDocument/2006/relationships/slideLayout" Target="../slideLayouts/slideLayout104.xml"/><Relationship Id="rId9" Type="http://schemas.openxmlformats.org/officeDocument/2006/relationships/slideLayout" Target="../slideLayouts/slideLayout109.xml"/><Relationship Id="rId14" Type="http://schemas.openxmlformats.org/officeDocument/2006/relationships/oleObject" Target="../embeddings/oleObject13.bin"/></Relationships>
</file>

<file path=ppt/slideMasters/_rels/slideMaster11.xml.rels><?xml version="1.0" encoding="UTF-8" standalone="yes"?>
<Relationships xmlns="http://schemas.openxmlformats.org/package/2006/relationships"><Relationship Id="rId8" Type="http://schemas.openxmlformats.org/officeDocument/2006/relationships/tags" Target="../tags/tag88.xml"/><Relationship Id="rId3" Type="http://schemas.openxmlformats.org/officeDocument/2006/relationships/slideLayout" Target="../slideLayouts/slideLayout114.xml"/><Relationship Id="rId7" Type="http://schemas.openxmlformats.org/officeDocument/2006/relationships/theme" Target="../theme/theme11.xml"/><Relationship Id="rId2" Type="http://schemas.openxmlformats.org/officeDocument/2006/relationships/slideLayout" Target="../slideLayouts/slideLayout113.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5" Type="http://schemas.openxmlformats.org/officeDocument/2006/relationships/slideLayout" Target="../slideLayouts/slideLayout116.xml"/><Relationship Id="rId10" Type="http://schemas.openxmlformats.org/officeDocument/2006/relationships/image" Target="../media/image7.emf"/><Relationship Id="rId4" Type="http://schemas.openxmlformats.org/officeDocument/2006/relationships/slideLayout" Target="../slideLayouts/slideLayout115.xml"/><Relationship Id="rId9" Type="http://schemas.openxmlformats.org/officeDocument/2006/relationships/oleObject" Target="../embeddings/oleObject1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graphicFrame>
        <p:nvGraphicFramePr>
          <p:cNvPr id="1026" name="Object 1" hidden="1"/>
          <p:cNvGraphicFramePr>
            <a:graphicFrameLocks noChangeAspect="1"/>
          </p:cNvGraphicFramePr>
          <p:nvPr>
            <p:custDataLst>
              <p:tags r:id="rId49"/>
            </p:custDataLst>
            <p:extLst>
              <p:ext uri="{D42A27DB-BD31-4B8C-83A1-F6EECF244321}">
                <p14:modId xmlns:p14="http://schemas.microsoft.com/office/powerpoint/2010/main" val="1277989058"/>
              </p:ext>
            </p:extLst>
          </p:nvPr>
        </p:nvGraphicFramePr>
        <p:xfrm>
          <a:off x="2122" y="1590"/>
          <a:ext cx="2116" cy="1587"/>
        </p:xfrm>
        <a:graphic>
          <a:graphicData uri="http://schemas.openxmlformats.org/presentationml/2006/ole">
            <mc:AlternateContent xmlns:mc="http://schemas.openxmlformats.org/markup-compatibility/2006">
              <mc:Choice xmlns:v="urn:schemas-microsoft-com:vml" Requires="v">
                <p:oleObj name="Diapositiva think-cell" r:id="rId50" imgW="360" imgH="360" progId="TCLayout.ActiveDocument.1">
                  <p:embed/>
                </p:oleObj>
              </mc:Choice>
              <mc:Fallback>
                <p:oleObj name="Diapositiva think-cell" r:id="rId50" imgW="360" imgH="360" progId="TCLayout.ActiveDocument.1">
                  <p:embed/>
                  <p:pic>
                    <p:nvPicPr>
                      <p:cNvPr id="1026" name="Object 1" hidden="1"/>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2122" y="1590"/>
                        <a:ext cx="2116"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Box 3"/>
          <p:cNvSpPr txBox="1"/>
          <p:nvPr userDrawn="1"/>
        </p:nvSpPr>
        <p:spPr>
          <a:xfrm>
            <a:off x="8297333" y="0"/>
            <a:ext cx="2245166" cy="292388"/>
          </a:xfrm>
          <a:prstGeom prst="rect">
            <a:avLst/>
          </a:prstGeom>
          <a:noFill/>
        </p:spPr>
        <p:txBody>
          <a:bodyPr wrap="none" rtlCol="0" anchor="t">
            <a:spAutoFit/>
          </a:bodyPr>
          <a:lstStyle/>
          <a:p>
            <a:pPr fontAlgn="base">
              <a:spcBef>
                <a:spcPct val="0"/>
              </a:spcBef>
              <a:spcAft>
                <a:spcPct val="0"/>
              </a:spcAft>
            </a:pPr>
            <a:r>
              <a:rPr lang="en-GB" sz="1300">
                <a:solidFill>
                  <a:prstClr val="black"/>
                </a:solidFill>
              </a:rPr>
              <a:t>STRICTLY CONFIDENTIAL</a:t>
            </a:r>
          </a:p>
        </p:txBody>
      </p:sp>
      <p:sp>
        <p:nvSpPr>
          <p:cNvPr id="2" name="fl" descr=" Internal"/>
          <p:cNvSpPr txBox="1"/>
          <p:nvPr/>
        </p:nvSpPr>
        <p:spPr>
          <a:xfrm>
            <a:off x="0" y="6545580"/>
            <a:ext cx="12192000" cy="223138"/>
          </a:xfrm>
          <a:prstGeom prst="rect">
            <a:avLst/>
          </a:prstGeom>
          <a:noFill/>
        </p:spPr>
        <p:txBody>
          <a:bodyPr vert="horz" wrap="square" rtlCol="0">
            <a:spAutoFit/>
          </a:bodyPr>
          <a:lstStyle/>
          <a:p>
            <a:pPr algn="l" fontAlgn="base">
              <a:spcBef>
                <a:spcPct val="0"/>
              </a:spcBef>
              <a:spcAft>
                <a:spcPct val="0"/>
              </a:spcAft>
            </a:pPr>
            <a:endParaRPr lang="en-GB" sz="800" b="0" i="0" u="none" baseline="0">
              <a:solidFill>
                <a:srgbClr val="990000"/>
              </a:solidFill>
              <a:latin typeface="arial"/>
            </a:endParaRPr>
          </a:p>
        </p:txBody>
      </p:sp>
    </p:spTree>
    <p:extLst>
      <p:ext uri="{BB962C8B-B14F-4D97-AF65-F5344CB8AC3E}">
        <p14:creationId xmlns:p14="http://schemas.microsoft.com/office/powerpoint/2010/main" val="36737695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5" r:id="rId42"/>
    <p:sldLayoutId id="2147483706" r:id="rId43"/>
    <p:sldLayoutId id="2147483707" r:id="rId44"/>
    <p:sldLayoutId id="2147483708" r:id="rId45"/>
    <p:sldLayoutId id="2147483709" r:id="rId46"/>
    <p:sldLayoutId id="2147483788" r:id="rId47"/>
  </p:sldLayoutIdLst>
  <p:hf hdr="0" ftr="0" dt="0"/>
  <p:txStyles>
    <p:titleStyle>
      <a:lvl1pPr algn="l" defTabSz="457200" rtl="0" eaLnBrk="1" fontAlgn="base" hangingPunct="1">
        <a:lnSpc>
          <a:spcPts val="3200"/>
        </a:lnSpc>
        <a:spcBef>
          <a:spcPct val="0"/>
        </a:spcBef>
        <a:spcAft>
          <a:spcPct val="0"/>
        </a:spcAft>
        <a:defRPr lang="en-GB" altLang="de-DE" sz="2000" kern="1200" dirty="0" smtClean="0">
          <a:solidFill>
            <a:srgbClr val="C21C1D"/>
          </a:solidFill>
          <a:latin typeface="Arial"/>
          <a:ea typeface="+mj-ea"/>
          <a:cs typeface="Arial Italic"/>
          <a:sym typeface="Arial"/>
        </a:defRPr>
      </a:lvl1pPr>
      <a:lvl2pPr algn="l" defTabSz="457200" rtl="0" eaLnBrk="1" fontAlgn="base" hangingPunct="1">
        <a:lnSpc>
          <a:spcPts val="3200"/>
        </a:lnSpc>
        <a:spcBef>
          <a:spcPct val="0"/>
        </a:spcBef>
        <a:spcAft>
          <a:spcPct val="0"/>
        </a:spcAft>
        <a:defRPr sz="2000">
          <a:solidFill>
            <a:srgbClr val="C21C1D"/>
          </a:solidFill>
          <a:latin typeface="Arial Regular"/>
          <a:ea typeface="Arial Italic"/>
          <a:cs typeface="Arial Italic"/>
        </a:defRPr>
      </a:lvl2pPr>
      <a:lvl3pPr algn="l" defTabSz="457200" rtl="0" eaLnBrk="1" fontAlgn="base" hangingPunct="1">
        <a:lnSpc>
          <a:spcPts val="3200"/>
        </a:lnSpc>
        <a:spcBef>
          <a:spcPct val="0"/>
        </a:spcBef>
        <a:spcAft>
          <a:spcPct val="0"/>
        </a:spcAft>
        <a:defRPr sz="2000">
          <a:solidFill>
            <a:srgbClr val="C21C1D"/>
          </a:solidFill>
          <a:latin typeface="Arial Regular"/>
          <a:ea typeface="Arial Italic"/>
          <a:cs typeface="Arial Italic"/>
        </a:defRPr>
      </a:lvl3pPr>
      <a:lvl4pPr algn="l" defTabSz="457200" rtl="0" eaLnBrk="1" fontAlgn="base" hangingPunct="1">
        <a:lnSpc>
          <a:spcPts val="3200"/>
        </a:lnSpc>
        <a:spcBef>
          <a:spcPct val="0"/>
        </a:spcBef>
        <a:spcAft>
          <a:spcPct val="0"/>
        </a:spcAft>
        <a:defRPr sz="2000">
          <a:solidFill>
            <a:srgbClr val="C21C1D"/>
          </a:solidFill>
          <a:latin typeface="Arial Regular"/>
          <a:ea typeface="Arial Italic"/>
          <a:cs typeface="Arial Italic"/>
        </a:defRPr>
      </a:lvl4pPr>
      <a:lvl5pPr algn="l" defTabSz="457200" rtl="0" eaLnBrk="1" fontAlgn="base" hangingPunct="1">
        <a:lnSpc>
          <a:spcPts val="3200"/>
        </a:lnSpc>
        <a:spcBef>
          <a:spcPct val="0"/>
        </a:spcBef>
        <a:spcAft>
          <a:spcPct val="0"/>
        </a:spcAft>
        <a:defRPr sz="2000">
          <a:solidFill>
            <a:srgbClr val="C21C1D"/>
          </a:solidFill>
          <a:latin typeface="Arial Regular"/>
          <a:ea typeface="Arial Italic"/>
          <a:cs typeface="Arial Italic"/>
        </a:defRPr>
      </a:lvl5pPr>
      <a:lvl6pPr marL="457200" algn="l" defTabSz="457200" rtl="0" eaLnBrk="1" fontAlgn="base" hangingPunct="1">
        <a:lnSpc>
          <a:spcPts val="3200"/>
        </a:lnSpc>
        <a:spcBef>
          <a:spcPct val="0"/>
        </a:spcBef>
        <a:spcAft>
          <a:spcPct val="0"/>
        </a:spcAft>
        <a:defRPr sz="3300" b="1">
          <a:solidFill>
            <a:schemeClr val="tx1"/>
          </a:solidFill>
          <a:latin typeface="Arial" pitchFamily="34" charset="0"/>
          <a:ea typeface="Arial Italic"/>
          <a:cs typeface="Arial Italic"/>
        </a:defRPr>
      </a:lvl6pPr>
      <a:lvl7pPr marL="914400" algn="l" defTabSz="457200" rtl="0" eaLnBrk="1" fontAlgn="base" hangingPunct="1">
        <a:lnSpc>
          <a:spcPts val="3200"/>
        </a:lnSpc>
        <a:spcBef>
          <a:spcPct val="0"/>
        </a:spcBef>
        <a:spcAft>
          <a:spcPct val="0"/>
        </a:spcAft>
        <a:defRPr sz="3300" b="1">
          <a:solidFill>
            <a:schemeClr val="tx1"/>
          </a:solidFill>
          <a:latin typeface="Arial" pitchFamily="34" charset="0"/>
          <a:ea typeface="Arial Italic"/>
          <a:cs typeface="Arial Italic"/>
        </a:defRPr>
      </a:lvl7pPr>
      <a:lvl8pPr marL="1371600" algn="l" defTabSz="457200" rtl="0" eaLnBrk="1" fontAlgn="base" hangingPunct="1">
        <a:lnSpc>
          <a:spcPts val="3200"/>
        </a:lnSpc>
        <a:spcBef>
          <a:spcPct val="0"/>
        </a:spcBef>
        <a:spcAft>
          <a:spcPct val="0"/>
        </a:spcAft>
        <a:defRPr sz="3300" b="1">
          <a:solidFill>
            <a:schemeClr val="tx1"/>
          </a:solidFill>
          <a:latin typeface="Arial" pitchFamily="34" charset="0"/>
          <a:ea typeface="Arial Italic"/>
          <a:cs typeface="Arial Italic"/>
        </a:defRPr>
      </a:lvl8pPr>
      <a:lvl9pPr marL="1828800" algn="l" defTabSz="457200" rtl="0" eaLnBrk="1" fontAlgn="base" hangingPunct="1">
        <a:lnSpc>
          <a:spcPts val="3200"/>
        </a:lnSpc>
        <a:spcBef>
          <a:spcPct val="0"/>
        </a:spcBef>
        <a:spcAft>
          <a:spcPct val="0"/>
        </a:spcAft>
        <a:defRPr sz="3300" b="1">
          <a:solidFill>
            <a:schemeClr val="tx1"/>
          </a:solidFill>
          <a:latin typeface="Arial" pitchFamily="34" charset="0"/>
          <a:ea typeface="Arial Italic"/>
          <a:cs typeface="Arial Italic"/>
        </a:defRPr>
      </a:lvl9pPr>
    </p:titleStyle>
    <p:bodyStyle>
      <a:lvl1pPr algn="l" defTabSz="457200" rtl="0" eaLnBrk="1" fontAlgn="base" hangingPunct="1">
        <a:spcBef>
          <a:spcPct val="0"/>
        </a:spcBef>
        <a:spcAft>
          <a:spcPct val="0"/>
        </a:spcAft>
        <a:buClr>
          <a:srgbClr val="C00000"/>
        </a:buClr>
        <a:defRPr lang="en-GB" sz="1300" kern="1200" dirty="0" smtClean="0">
          <a:solidFill>
            <a:schemeClr val="tx1"/>
          </a:solidFill>
          <a:latin typeface="Arial"/>
          <a:ea typeface="+mn-ea"/>
          <a:cs typeface="Arial"/>
          <a:sym typeface="Arial"/>
        </a:defRPr>
      </a:lvl1pPr>
      <a:lvl2pPr marL="180975" indent="-180975" algn="l" defTabSz="457200" rtl="0" eaLnBrk="1" fontAlgn="base" hangingPunct="1">
        <a:spcBef>
          <a:spcPct val="0"/>
        </a:spcBef>
        <a:spcAft>
          <a:spcPct val="0"/>
        </a:spcAft>
        <a:buClr>
          <a:srgbClr val="C00000"/>
        </a:buClr>
        <a:buFont typeface="Wingdings" pitchFamily="2" charset="2"/>
        <a:buChar char="§"/>
        <a:defRPr lang="en-GB" sz="1300" kern="1200" dirty="0" smtClean="0">
          <a:solidFill>
            <a:schemeClr val="tx1"/>
          </a:solidFill>
          <a:latin typeface="Arial"/>
          <a:ea typeface="+mn-ea"/>
          <a:cs typeface="Arial"/>
          <a:sym typeface="Arial"/>
        </a:defRPr>
      </a:lvl2pPr>
      <a:lvl3pPr marL="361950" indent="-180975" algn="l" defTabSz="457200" rtl="0" eaLnBrk="1" fontAlgn="base" hangingPunct="1">
        <a:spcBef>
          <a:spcPct val="0"/>
        </a:spcBef>
        <a:spcAft>
          <a:spcPct val="0"/>
        </a:spcAft>
        <a:buClr>
          <a:srgbClr val="C00000"/>
        </a:buClr>
        <a:buFont typeface="Arial" pitchFamily="34" charset="0"/>
        <a:buChar char="•"/>
        <a:defRPr lang="en-GB" sz="1300" kern="1200" dirty="0" smtClean="0">
          <a:solidFill>
            <a:schemeClr val="tx1"/>
          </a:solidFill>
          <a:latin typeface="Arial"/>
          <a:ea typeface="+mn-ea"/>
          <a:cs typeface="Arial"/>
          <a:sym typeface="Arial"/>
        </a:defRPr>
      </a:lvl3pPr>
      <a:lvl4pPr marL="542925" indent="-187325" algn="l" defTabSz="457200" rtl="0" eaLnBrk="1" fontAlgn="base" hangingPunct="1">
        <a:spcBef>
          <a:spcPct val="0"/>
        </a:spcBef>
        <a:spcAft>
          <a:spcPct val="0"/>
        </a:spcAft>
        <a:buClr>
          <a:srgbClr val="C00000"/>
        </a:buClr>
        <a:buFont typeface="Symbol" pitchFamily="18" charset="2"/>
        <a:buChar char="-"/>
        <a:defRPr lang="en-GB" sz="1300" kern="1200" dirty="0" smtClean="0">
          <a:solidFill>
            <a:schemeClr val="tx1"/>
          </a:solidFill>
          <a:latin typeface="Arial"/>
          <a:ea typeface="+mn-ea"/>
          <a:cs typeface="Arial"/>
          <a:sym typeface="Arial"/>
        </a:defRPr>
      </a:lvl4pPr>
      <a:lvl5pPr marL="909638" indent="-179388" algn="l" defTabSz="457200" rtl="0" eaLnBrk="1" fontAlgn="base" hangingPunct="1">
        <a:lnSpc>
          <a:spcPts val="1200"/>
        </a:lnSpc>
        <a:spcBef>
          <a:spcPct val="0"/>
        </a:spcBef>
        <a:spcAft>
          <a:spcPct val="0"/>
        </a:spcAft>
        <a:buClr>
          <a:srgbClr val="C00000"/>
        </a:buClr>
        <a:buFont typeface="Wingdings" pitchFamily="2" charset="2"/>
        <a:buChar char="Ø"/>
        <a:defRPr lang="en-GB" sz="1000" kern="1200" dirty="0">
          <a:solidFill>
            <a:schemeClr val="tx1"/>
          </a:solidFill>
          <a:latin typeface="+mn-lt"/>
          <a:ea typeface="+mn-ea"/>
          <a:cs typeface="Arial Regular"/>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61C9ADB-D2EE-4EF0-8DF5-A4758A62A431}"/>
              </a:ext>
            </a:extLst>
          </p:cNvPr>
          <p:cNvGraphicFramePr>
            <a:graphicFrameLocks noChangeAspect="1"/>
          </p:cNvGraphicFramePr>
          <p:nvPr userDrawn="1">
            <p:custDataLst>
              <p:tags r:id="rId6"/>
            </p:custDataLst>
            <p:extLst>
              <p:ext uri="{D42A27DB-BD31-4B8C-83A1-F6EECF244321}">
                <p14:modId xmlns:p14="http://schemas.microsoft.com/office/powerpoint/2010/main" val="172297959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7" imgW="338" imgH="338" progId="TCLayout.ActiveDocument.1">
                  <p:embed/>
                </p:oleObj>
              </mc:Choice>
              <mc:Fallback>
                <p:oleObj name="Diapositive think-cell" r:id="rId7" imgW="338" imgH="338" progId="TCLayout.ActiveDocument.1">
                  <p:embed/>
                  <p:pic>
                    <p:nvPicPr>
                      <p:cNvPr id="5" name="Object 4" hidden="1">
                        <a:extLst>
                          <a:ext uri="{FF2B5EF4-FFF2-40B4-BE49-F238E27FC236}">
                            <a16:creationId xmlns:a16="http://schemas.microsoft.com/office/drawing/2014/main" id="{A61C9ADB-D2EE-4EF0-8DF5-A4758A62A431}"/>
                          </a:ext>
                        </a:extLst>
                      </p:cNvPr>
                      <p:cNvPicPr/>
                      <p:nvPr/>
                    </p:nvPicPr>
                    <p:blipFill>
                      <a:blip r:embed="rId8"/>
                      <a:stretch>
                        <a:fillRect/>
                      </a:stretch>
                    </p:blipFill>
                    <p:spPr>
                      <a:xfrm>
                        <a:off x="2118" y="2118"/>
                        <a:ext cx="2117" cy="2117"/>
                      </a:xfrm>
                      <a:prstGeom prst="rect">
                        <a:avLst/>
                      </a:prstGeom>
                    </p:spPr>
                  </p:pic>
                </p:oleObj>
              </mc:Fallback>
            </mc:AlternateContent>
          </a:graphicData>
        </a:graphic>
      </p:graphicFrame>
      <p:pic>
        <p:nvPicPr>
          <p:cNvPr id="9" name="Picture 8" descr="Shape&#10;&#10;Description automatically generated">
            <a:extLst>
              <a:ext uri="{FF2B5EF4-FFF2-40B4-BE49-F238E27FC236}">
                <a16:creationId xmlns:a16="http://schemas.microsoft.com/office/drawing/2014/main" id="{C4841187-E1AF-5343-9FD4-CC267EC2A8B8}"/>
              </a:ext>
            </a:extLst>
          </p:cNvPr>
          <p:cNvPicPr>
            <a:picLocks noChangeAspect="1"/>
          </p:cNvPicPr>
          <p:nvPr userDrawn="1"/>
        </p:nvPicPr>
        <p:blipFill>
          <a:blip r:embed="rId9"/>
          <a:stretch>
            <a:fillRect/>
          </a:stretch>
        </p:blipFill>
        <p:spPr>
          <a:xfrm>
            <a:off x="0" y="0"/>
            <a:ext cx="12192000" cy="6858000"/>
          </a:xfrm>
          <a:prstGeom prst="rect">
            <a:avLst/>
          </a:prstGeom>
        </p:spPr>
      </p:pic>
      <p:sp>
        <p:nvSpPr>
          <p:cNvPr id="2" name="Segnaposto titolo 1"/>
          <p:cNvSpPr>
            <a:spLocks noGrp="1"/>
          </p:cNvSpPr>
          <p:nvPr>
            <p:ph type="title"/>
          </p:nvPr>
        </p:nvSpPr>
        <p:spPr>
          <a:xfrm>
            <a:off x="747125" y="2998256"/>
            <a:ext cx="6839993" cy="430744"/>
          </a:xfrm>
          <a:prstGeom prst="rect">
            <a:avLst/>
          </a:prstGeom>
        </p:spPr>
        <p:txBody>
          <a:bodyPr vert="horz" wrap="none" lIns="0" tIns="0" rIns="0" bIns="0" rtlCol="0" anchor="t" anchorCtr="0">
            <a:noAutofit/>
          </a:bodyPr>
          <a:lstStyle/>
          <a:p>
            <a:r>
              <a:rPr lang="en-GB"/>
              <a:t>Presentation title</a:t>
            </a:r>
          </a:p>
        </p:txBody>
      </p:sp>
      <p:pic>
        <p:nvPicPr>
          <p:cNvPr id="6" name="Picture 5" descr="Logo&#10;&#10;Description automatically generated with low confidence">
            <a:extLst>
              <a:ext uri="{FF2B5EF4-FFF2-40B4-BE49-F238E27FC236}">
                <a16:creationId xmlns:a16="http://schemas.microsoft.com/office/drawing/2014/main" id="{80944110-F9E1-094E-8BEA-4DB9494A8A6D}"/>
              </a:ext>
            </a:extLst>
          </p:cNvPr>
          <p:cNvPicPr>
            <a:picLocks noChangeAspect="1"/>
          </p:cNvPicPr>
          <p:nvPr userDrawn="1"/>
        </p:nvPicPr>
        <p:blipFill>
          <a:blip r:embed="rId10"/>
          <a:stretch>
            <a:fillRect/>
          </a:stretch>
        </p:blipFill>
        <p:spPr>
          <a:xfrm>
            <a:off x="10768433" y="5750948"/>
            <a:ext cx="942704" cy="769553"/>
          </a:xfrm>
          <a:prstGeom prst="rect">
            <a:avLst/>
          </a:prstGeom>
        </p:spPr>
      </p:pic>
    </p:spTree>
    <p:extLst>
      <p:ext uri="{BB962C8B-B14F-4D97-AF65-F5344CB8AC3E}">
        <p14:creationId xmlns:p14="http://schemas.microsoft.com/office/powerpoint/2010/main" val="3135530541"/>
      </p:ext>
    </p:extLst>
  </p:cSld>
  <p:clrMap bg1="lt1" tx1="dk1" bg2="lt2" tx2="dk2" accent1="accent1" accent2="accent2" accent3="accent3" accent4="accent4" accent5="accent5" accent6="accent6" hlink="hlink" folHlink="folHlink"/>
  <p:sldLayoutIdLst>
    <p:sldLayoutId id="2147483819" r:id="rId1"/>
    <p:sldLayoutId id="2147484866" r:id="rId2"/>
    <p:sldLayoutId id="2147484867" r:id="rId3"/>
    <p:sldLayoutId id="2147484868" r:id="rId4"/>
  </p:sldLayoutIdLst>
  <p:hf hdr="0" ftr="0" dt="0"/>
  <p:txStyles>
    <p:titleStyle>
      <a:lvl1pPr algn="l" defTabSz="521316" rtl="0" eaLnBrk="1" latinLnBrk="0" hangingPunct="1">
        <a:lnSpc>
          <a:spcPts val="4000"/>
        </a:lnSpc>
        <a:spcBef>
          <a:spcPct val="0"/>
        </a:spcBef>
        <a:buNone/>
        <a:defRPr sz="3733" b="1" i="0" kern="0" cap="all" spc="53" baseline="0">
          <a:solidFill>
            <a:schemeClr val="bg2"/>
          </a:solidFill>
          <a:latin typeface="+mj-lt"/>
          <a:ea typeface="+mj-ea"/>
          <a:cs typeface="IvyMode SemiBold" panose="020B0404020101010102" pitchFamily="34" charset="0"/>
        </a:defRPr>
      </a:lvl1pPr>
    </p:titleStyle>
    <p:bodyStyle>
      <a:lvl1pPr marL="390988" indent="-390988" algn="l" defTabSz="521316" rtl="0" eaLnBrk="1" latinLnBrk="0" hangingPunct="1">
        <a:spcBef>
          <a:spcPct val="20000"/>
        </a:spcBef>
        <a:buFont typeface="Arial"/>
        <a:buChar char="•"/>
        <a:defRPr sz="3649" kern="1200">
          <a:solidFill>
            <a:schemeClr val="tx1"/>
          </a:solidFill>
          <a:latin typeface="+mn-lt"/>
          <a:ea typeface="+mn-ea"/>
          <a:cs typeface="+mn-cs"/>
        </a:defRPr>
      </a:lvl1pPr>
      <a:lvl2pPr marL="847140" indent="-325823" algn="l" defTabSz="521316" rtl="0" eaLnBrk="1" latinLnBrk="0" hangingPunct="1">
        <a:spcBef>
          <a:spcPct val="20000"/>
        </a:spcBef>
        <a:buFont typeface="Arial"/>
        <a:buChar char="–"/>
        <a:defRPr sz="3193" kern="1200">
          <a:solidFill>
            <a:schemeClr val="tx1"/>
          </a:solidFill>
          <a:latin typeface="+mn-lt"/>
          <a:ea typeface="+mn-ea"/>
          <a:cs typeface="+mn-cs"/>
        </a:defRPr>
      </a:lvl2pPr>
      <a:lvl3pPr marL="1303293" indent="-260659" algn="l" defTabSz="521316" rtl="0" eaLnBrk="1" latinLnBrk="0" hangingPunct="1">
        <a:spcBef>
          <a:spcPct val="20000"/>
        </a:spcBef>
        <a:buFont typeface="Arial"/>
        <a:buChar char="•"/>
        <a:defRPr sz="2736" kern="1200">
          <a:solidFill>
            <a:schemeClr val="tx1"/>
          </a:solidFill>
          <a:latin typeface="+mn-lt"/>
          <a:ea typeface="+mn-ea"/>
          <a:cs typeface="+mn-cs"/>
        </a:defRPr>
      </a:lvl3pPr>
      <a:lvl4pPr marL="1824609" indent="-260659" algn="l" defTabSz="521316" rtl="0" eaLnBrk="1" latinLnBrk="0" hangingPunct="1">
        <a:spcBef>
          <a:spcPct val="20000"/>
        </a:spcBef>
        <a:buFont typeface="Arial"/>
        <a:buChar char="–"/>
        <a:defRPr sz="2280" kern="1200">
          <a:solidFill>
            <a:schemeClr val="tx1"/>
          </a:solidFill>
          <a:latin typeface="+mn-lt"/>
          <a:ea typeface="+mn-ea"/>
          <a:cs typeface="+mn-cs"/>
        </a:defRPr>
      </a:lvl4pPr>
      <a:lvl5pPr marL="2345925" indent="-260659" algn="l" defTabSz="521316" rtl="0" eaLnBrk="1" latinLnBrk="0" hangingPunct="1">
        <a:spcBef>
          <a:spcPct val="20000"/>
        </a:spcBef>
        <a:buFont typeface="Arial"/>
        <a:buChar char="»"/>
        <a:defRPr sz="2280" kern="1200">
          <a:solidFill>
            <a:schemeClr val="tx1"/>
          </a:solidFill>
          <a:latin typeface="+mn-lt"/>
          <a:ea typeface="+mn-ea"/>
          <a:cs typeface="+mn-cs"/>
        </a:defRPr>
      </a:lvl5pPr>
      <a:lvl6pPr marL="2867243" indent="-260659" algn="l" defTabSz="521316" rtl="0" eaLnBrk="1" latinLnBrk="0" hangingPunct="1">
        <a:spcBef>
          <a:spcPct val="20000"/>
        </a:spcBef>
        <a:buFont typeface="Arial"/>
        <a:buChar char="•"/>
        <a:defRPr sz="2280" kern="1200">
          <a:solidFill>
            <a:schemeClr val="tx1"/>
          </a:solidFill>
          <a:latin typeface="+mn-lt"/>
          <a:ea typeface="+mn-ea"/>
          <a:cs typeface="+mn-cs"/>
        </a:defRPr>
      </a:lvl6pPr>
      <a:lvl7pPr marL="3388559" indent="-260659" algn="l" defTabSz="521316" rtl="0" eaLnBrk="1" latinLnBrk="0" hangingPunct="1">
        <a:spcBef>
          <a:spcPct val="20000"/>
        </a:spcBef>
        <a:buFont typeface="Arial"/>
        <a:buChar char="•"/>
        <a:defRPr sz="2280" kern="1200">
          <a:solidFill>
            <a:schemeClr val="tx1"/>
          </a:solidFill>
          <a:latin typeface="+mn-lt"/>
          <a:ea typeface="+mn-ea"/>
          <a:cs typeface="+mn-cs"/>
        </a:defRPr>
      </a:lvl7pPr>
      <a:lvl8pPr marL="3909877" indent="-260659" algn="l" defTabSz="521316" rtl="0" eaLnBrk="1" latinLnBrk="0" hangingPunct="1">
        <a:spcBef>
          <a:spcPct val="20000"/>
        </a:spcBef>
        <a:buFont typeface="Arial"/>
        <a:buChar char="•"/>
        <a:defRPr sz="2280" kern="1200">
          <a:solidFill>
            <a:schemeClr val="tx1"/>
          </a:solidFill>
          <a:latin typeface="+mn-lt"/>
          <a:ea typeface="+mn-ea"/>
          <a:cs typeface="+mn-cs"/>
        </a:defRPr>
      </a:lvl8pPr>
      <a:lvl9pPr marL="4431193" indent="-260659" algn="l" defTabSz="521316" rtl="0" eaLnBrk="1" latinLnBrk="0" hangingPunct="1">
        <a:spcBef>
          <a:spcPct val="20000"/>
        </a:spcBef>
        <a:buFont typeface="Arial"/>
        <a:buChar char="•"/>
        <a:defRPr sz="2280" kern="1200">
          <a:solidFill>
            <a:schemeClr val="tx1"/>
          </a:solidFill>
          <a:latin typeface="+mn-lt"/>
          <a:ea typeface="+mn-ea"/>
          <a:cs typeface="+mn-cs"/>
        </a:defRPr>
      </a:lvl9pPr>
    </p:bodyStyle>
    <p:otherStyle>
      <a:defPPr>
        <a:defRPr lang="it-IT"/>
      </a:defPPr>
      <a:lvl1pPr marL="0" algn="l" defTabSz="521316" rtl="0" eaLnBrk="1" latinLnBrk="0" hangingPunct="1">
        <a:defRPr sz="2052" kern="1200">
          <a:solidFill>
            <a:schemeClr val="tx1"/>
          </a:solidFill>
          <a:latin typeface="+mn-lt"/>
          <a:ea typeface="+mn-ea"/>
          <a:cs typeface="+mn-cs"/>
        </a:defRPr>
      </a:lvl1pPr>
      <a:lvl2pPr marL="521316" algn="l" defTabSz="521316" rtl="0" eaLnBrk="1" latinLnBrk="0" hangingPunct="1">
        <a:defRPr sz="2052" kern="1200">
          <a:solidFill>
            <a:schemeClr val="tx1"/>
          </a:solidFill>
          <a:latin typeface="+mn-lt"/>
          <a:ea typeface="+mn-ea"/>
          <a:cs typeface="+mn-cs"/>
        </a:defRPr>
      </a:lvl2pPr>
      <a:lvl3pPr marL="1042634" algn="l" defTabSz="521316" rtl="0" eaLnBrk="1" latinLnBrk="0" hangingPunct="1">
        <a:defRPr sz="2052" kern="1200">
          <a:solidFill>
            <a:schemeClr val="tx1"/>
          </a:solidFill>
          <a:latin typeface="+mn-lt"/>
          <a:ea typeface="+mn-ea"/>
          <a:cs typeface="+mn-cs"/>
        </a:defRPr>
      </a:lvl3pPr>
      <a:lvl4pPr marL="1563950" algn="l" defTabSz="521316" rtl="0" eaLnBrk="1" latinLnBrk="0" hangingPunct="1">
        <a:defRPr sz="2052" kern="1200">
          <a:solidFill>
            <a:schemeClr val="tx1"/>
          </a:solidFill>
          <a:latin typeface="+mn-lt"/>
          <a:ea typeface="+mn-ea"/>
          <a:cs typeface="+mn-cs"/>
        </a:defRPr>
      </a:lvl4pPr>
      <a:lvl5pPr marL="2085268" algn="l" defTabSz="521316" rtl="0" eaLnBrk="1" latinLnBrk="0" hangingPunct="1">
        <a:defRPr sz="2052" kern="1200">
          <a:solidFill>
            <a:schemeClr val="tx1"/>
          </a:solidFill>
          <a:latin typeface="+mn-lt"/>
          <a:ea typeface="+mn-ea"/>
          <a:cs typeface="+mn-cs"/>
        </a:defRPr>
      </a:lvl5pPr>
      <a:lvl6pPr marL="2606584" algn="l" defTabSz="521316" rtl="0" eaLnBrk="1" latinLnBrk="0" hangingPunct="1">
        <a:defRPr sz="2052" kern="1200">
          <a:solidFill>
            <a:schemeClr val="tx1"/>
          </a:solidFill>
          <a:latin typeface="+mn-lt"/>
          <a:ea typeface="+mn-ea"/>
          <a:cs typeface="+mn-cs"/>
        </a:defRPr>
      </a:lvl6pPr>
      <a:lvl7pPr marL="3127902" algn="l" defTabSz="521316" rtl="0" eaLnBrk="1" latinLnBrk="0" hangingPunct="1">
        <a:defRPr sz="2052" kern="1200">
          <a:solidFill>
            <a:schemeClr val="tx1"/>
          </a:solidFill>
          <a:latin typeface="+mn-lt"/>
          <a:ea typeface="+mn-ea"/>
          <a:cs typeface="+mn-cs"/>
        </a:defRPr>
      </a:lvl7pPr>
      <a:lvl8pPr marL="3649218" algn="l" defTabSz="521316" rtl="0" eaLnBrk="1" latinLnBrk="0" hangingPunct="1">
        <a:defRPr sz="2052" kern="1200">
          <a:solidFill>
            <a:schemeClr val="tx1"/>
          </a:solidFill>
          <a:latin typeface="+mn-lt"/>
          <a:ea typeface="+mn-ea"/>
          <a:cs typeface="+mn-cs"/>
        </a:defRPr>
      </a:lvl8pPr>
      <a:lvl9pPr marL="4170536" algn="l" defTabSz="521316" rtl="0" eaLnBrk="1" latinLnBrk="0" hangingPunct="1">
        <a:defRPr sz="205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7FB71DA-1E94-AA2E-DFC0-04D742064A80}"/>
              </a:ext>
            </a:extLst>
          </p:cNvPr>
          <p:cNvGraphicFramePr>
            <a:graphicFrameLocks noChangeAspect="1"/>
          </p:cNvGraphicFramePr>
          <p:nvPr userDrawn="1">
            <p:custDataLst>
              <p:tags r:id="rId19"/>
            </p:custDataLst>
            <p:extLst>
              <p:ext uri="{D42A27DB-BD31-4B8C-83A1-F6EECF244321}">
                <p14:modId xmlns:p14="http://schemas.microsoft.com/office/powerpoint/2010/main" val="23430211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20" imgW="473" imgH="473" progId="TCLayout.ActiveDocument.1">
                  <p:embed/>
                </p:oleObj>
              </mc:Choice>
              <mc:Fallback>
                <p:oleObj name="Diapositive think-cell" r:id="rId20" imgW="473" imgH="473" progId="TCLayout.ActiveDocument.1">
                  <p:embed/>
                  <p:pic>
                    <p:nvPicPr>
                      <p:cNvPr id="4" name="think-cell data - do not delete" hidden="1">
                        <a:extLst>
                          <a:ext uri="{FF2B5EF4-FFF2-40B4-BE49-F238E27FC236}">
                            <a16:creationId xmlns:a16="http://schemas.microsoft.com/office/drawing/2014/main" id="{D7FB71DA-1E94-AA2E-DFC0-04D742064A80}"/>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pic>
        <p:nvPicPr>
          <p:cNvPr id="12" name="Picture 11" descr="Shape&#10;&#10;Description automatically generated">
            <a:extLst>
              <a:ext uri="{FF2B5EF4-FFF2-40B4-BE49-F238E27FC236}">
                <a16:creationId xmlns:a16="http://schemas.microsoft.com/office/drawing/2014/main" id="{03676D55-C47B-534E-ABA6-BEA7922AA0CB}"/>
              </a:ext>
            </a:extLst>
          </p:cNvPr>
          <p:cNvPicPr>
            <a:picLocks noChangeAspect="1"/>
          </p:cNvPicPr>
          <p:nvPr userDrawn="1"/>
        </p:nvPicPr>
        <p:blipFill>
          <a:blip r:embed="rId22"/>
          <a:stretch>
            <a:fillRect/>
          </a:stretch>
        </p:blipFill>
        <p:spPr>
          <a:xfrm>
            <a:off x="-22369" y="-26317"/>
            <a:ext cx="1263941" cy="539736"/>
          </a:xfrm>
          <a:prstGeom prst="rect">
            <a:avLst/>
          </a:prstGeom>
        </p:spPr>
      </p:pic>
      <p:sp>
        <p:nvSpPr>
          <p:cNvPr id="2" name="Segnaposto titolo 1"/>
          <p:cNvSpPr>
            <a:spLocks noGrp="1"/>
          </p:cNvSpPr>
          <p:nvPr>
            <p:ph type="title"/>
          </p:nvPr>
        </p:nvSpPr>
        <p:spPr>
          <a:xfrm>
            <a:off x="771787" y="696002"/>
            <a:ext cx="6364448" cy="777668"/>
          </a:xfrm>
          <a:prstGeom prst="rect">
            <a:avLst/>
          </a:prstGeom>
        </p:spPr>
        <p:txBody>
          <a:bodyPr vert="horz" lIns="0" tIns="0" rIns="0" bIns="0" rtlCol="0" anchor="t" anchorCtr="0">
            <a:noAutofit/>
          </a:bodyPr>
          <a:lstStyle/>
          <a:p>
            <a:r>
              <a:rPr lang="en-GB" noProof="0"/>
              <a:t>TITLE GOES HERE</a:t>
            </a:r>
          </a:p>
        </p:txBody>
      </p:sp>
      <p:sp>
        <p:nvSpPr>
          <p:cNvPr id="7" name="Slide Number Placeholder 6">
            <a:extLst>
              <a:ext uri="{FF2B5EF4-FFF2-40B4-BE49-F238E27FC236}">
                <a16:creationId xmlns:a16="http://schemas.microsoft.com/office/drawing/2014/main" id="{F3020AA8-1E03-0144-A325-F7E99DE2463A}"/>
              </a:ext>
            </a:extLst>
          </p:cNvPr>
          <p:cNvSpPr>
            <a:spLocks noGrp="1"/>
          </p:cNvSpPr>
          <p:nvPr>
            <p:ph type="sldNum" sz="quarter" idx="4"/>
          </p:nvPr>
        </p:nvSpPr>
        <p:spPr>
          <a:xfrm>
            <a:off x="267695" y="119864"/>
            <a:ext cx="504092" cy="204512"/>
          </a:xfrm>
          <a:prstGeom prst="rect">
            <a:avLst/>
          </a:prstGeom>
        </p:spPr>
        <p:txBody>
          <a:bodyPr vert="horz" lIns="0" tIns="0" rIns="0" bIns="0" rtlCol="0" anchor="ctr"/>
          <a:lstStyle>
            <a:lvl1pPr algn="l">
              <a:defRPr sz="1200" b="0" i="0" baseline="0">
                <a:solidFill>
                  <a:schemeClr val="accent1"/>
                </a:solidFill>
                <a:latin typeface="+mn-lt"/>
              </a:defRPr>
            </a:lvl1pPr>
          </a:lstStyle>
          <a:p>
            <a:fld id="{29CAE5FC-86E1-1448-8EC3-A22E1B31C8C0}" type="slidenum">
              <a:rPr lang="en-US" smtClean="0"/>
              <a:pPr/>
              <a:t>‹N°›</a:t>
            </a:fld>
            <a:endParaRPr lang="en-US"/>
          </a:p>
        </p:txBody>
      </p:sp>
      <p:sp>
        <p:nvSpPr>
          <p:cNvPr id="8" name="Text Placeholder 7">
            <a:extLst>
              <a:ext uri="{FF2B5EF4-FFF2-40B4-BE49-F238E27FC236}">
                <a16:creationId xmlns:a16="http://schemas.microsoft.com/office/drawing/2014/main" id="{42BC265E-D546-8846-A983-9A041AD6CDAE}"/>
              </a:ext>
            </a:extLst>
          </p:cNvPr>
          <p:cNvSpPr>
            <a:spLocks noGrp="1"/>
          </p:cNvSpPr>
          <p:nvPr>
            <p:ph type="body" idx="1"/>
          </p:nvPr>
        </p:nvSpPr>
        <p:spPr>
          <a:xfrm>
            <a:off x="771788" y="3007869"/>
            <a:ext cx="6364448" cy="1320851"/>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0" name="Picture 9" descr="A picture containing logo&#10;&#10;Description automatically generated">
            <a:extLst>
              <a:ext uri="{FF2B5EF4-FFF2-40B4-BE49-F238E27FC236}">
                <a16:creationId xmlns:a16="http://schemas.microsoft.com/office/drawing/2014/main" id="{2B67DF81-D1D2-A396-A04D-DB92ACF9010B}"/>
              </a:ext>
            </a:extLst>
          </p:cNvPr>
          <p:cNvPicPr>
            <a:picLocks noChangeAspect="1"/>
          </p:cNvPicPr>
          <p:nvPr userDrawn="1"/>
        </p:nvPicPr>
        <p:blipFill>
          <a:blip r:embed="rId23"/>
          <a:stretch>
            <a:fillRect/>
          </a:stretch>
        </p:blipFill>
        <p:spPr>
          <a:xfrm>
            <a:off x="10532533" y="6146800"/>
            <a:ext cx="1659467" cy="711200"/>
          </a:xfrm>
          <a:prstGeom prst="rect">
            <a:avLst/>
          </a:prstGeom>
        </p:spPr>
      </p:pic>
    </p:spTree>
    <p:extLst>
      <p:ext uri="{BB962C8B-B14F-4D97-AF65-F5344CB8AC3E}">
        <p14:creationId xmlns:p14="http://schemas.microsoft.com/office/powerpoint/2010/main" val="1618386848"/>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 id="2147483832" r:id="rId12"/>
    <p:sldLayoutId id="2147483851" r:id="rId13"/>
    <p:sldLayoutId id="2147483901" r:id="rId14"/>
    <p:sldLayoutId id="2147483902" r:id="rId15"/>
    <p:sldLayoutId id="2147484869" r:id="rId16"/>
    <p:sldLayoutId id="2147484759" r:id="rId17"/>
  </p:sldLayoutIdLst>
  <p:hf hdr="0" ftr="0" dt="0"/>
  <p:txStyles>
    <p:titleStyle>
      <a:lvl1pPr algn="l" defTabSz="521303" rtl="0" eaLnBrk="1" latinLnBrk="0" hangingPunct="1">
        <a:lnSpc>
          <a:spcPts val="2667"/>
        </a:lnSpc>
        <a:spcBef>
          <a:spcPct val="0"/>
        </a:spcBef>
        <a:buNone/>
        <a:defRPr sz="2667" b="1" i="0" kern="1200" cap="all" spc="67" baseline="0">
          <a:solidFill>
            <a:schemeClr val="accent1"/>
          </a:solidFill>
          <a:latin typeface="+mj-lt"/>
          <a:ea typeface="+mj-ea"/>
          <a:cs typeface="IvyMode SemiBold" panose="020B0404020101010102" pitchFamily="34" charset="0"/>
        </a:defRPr>
      </a:lvl1pPr>
    </p:titleStyle>
    <p:bodyStyle>
      <a:lvl1pPr marL="0" indent="0" algn="l" defTabSz="521303" rtl="0" eaLnBrk="1" latinLnBrk="0" hangingPunct="1">
        <a:lnSpc>
          <a:spcPts val="1467"/>
        </a:lnSpc>
        <a:spcBef>
          <a:spcPts val="0"/>
        </a:spcBef>
        <a:spcAft>
          <a:spcPts val="667"/>
        </a:spcAft>
        <a:buFont typeface="Arial"/>
        <a:buNone/>
        <a:defRPr sz="1333" b="0" i="0" kern="1200" baseline="0">
          <a:solidFill>
            <a:schemeClr val="accent4"/>
          </a:solidFill>
          <a:latin typeface="+mn-lt"/>
          <a:ea typeface="+mn-ea"/>
          <a:cs typeface="+mn-cs"/>
        </a:defRPr>
      </a:lvl1pPr>
      <a:lvl2pPr marL="521303" indent="0" algn="l" defTabSz="521303" rtl="0" eaLnBrk="1" latinLnBrk="0" hangingPunct="1">
        <a:lnSpc>
          <a:spcPts val="1467"/>
        </a:lnSpc>
        <a:spcBef>
          <a:spcPts val="0"/>
        </a:spcBef>
        <a:spcAft>
          <a:spcPts val="667"/>
        </a:spcAft>
        <a:buFont typeface="Arial"/>
        <a:buNone/>
        <a:defRPr sz="1333" b="0" i="0" kern="1200" baseline="0">
          <a:solidFill>
            <a:schemeClr val="accent4"/>
          </a:solidFill>
          <a:latin typeface="+mn-lt"/>
          <a:ea typeface="+mn-ea"/>
          <a:cs typeface="+mn-cs"/>
        </a:defRPr>
      </a:lvl2pPr>
      <a:lvl3pPr marL="1042609" indent="0" algn="l" defTabSz="521303" rtl="0" eaLnBrk="1" latinLnBrk="0" hangingPunct="1">
        <a:lnSpc>
          <a:spcPts val="1467"/>
        </a:lnSpc>
        <a:spcBef>
          <a:spcPts val="0"/>
        </a:spcBef>
        <a:spcAft>
          <a:spcPts val="667"/>
        </a:spcAft>
        <a:buFont typeface="Arial"/>
        <a:buNone/>
        <a:defRPr sz="1333" b="0" i="0" kern="1200" baseline="0">
          <a:solidFill>
            <a:schemeClr val="accent4"/>
          </a:solidFill>
          <a:latin typeface="+mn-lt"/>
          <a:ea typeface="+mn-ea"/>
          <a:cs typeface="+mn-cs"/>
        </a:defRPr>
      </a:lvl3pPr>
      <a:lvl4pPr marL="1563912" indent="0" algn="l" defTabSz="521303" rtl="0" eaLnBrk="1" latinLnBrk="0" hangingPunct="1">
        <a:lnSpc>
          <a:spcPts val="1467"/>
        </a:lnSpc>
        <a:spcBef>
          <a:spcPts val="0"/>
        </a:spcBef>
        <a:spcAft>
          <a:spcPts val="667"/>
        </a:spcAft>
        <a:buFont typeface="Arial"/>
        <a:buNone/>
        <a:defRPr sz="1333" b="0" i="0" kern="1200" baseline="0">
          <a:solidFill>
            <a:schemeClr val="accent4"/>
          </a:solidFill>
          <a:latin typeface="+mn-lt"/>
          <a:ea typeface="+mn-ea"/>
          <a:cs typeface="+mn-cs"/>
        </a:defRPr>
      </a:lvl4pPr>
      <a:lvl5pPr marL="2085216" indent="0" algn="l" defTabSz="521303" rtl="0" eaLnBrk="1" latinLnBrk="0" hangingPunct="1">
        <a:lnSpc>
          <a:spcPts val="1467"/>
        </a:lnSpc>
        <a:spcBef>
          <a:spcPts val="0"/>
        </a:spcBef>
        <a:spcAft>
          <a:spcPts val="667"/>
        </a:spcAft>
        <a:buFont typeface="Arial"/>
        <a:buNone/>
        <a:defRPr sz="1333" b="0" i="0" kern="1200" baseline="0">
          <a:solidFill>
            <a:schemeClr val="accent4"/>
          </a:solidFill>
          <a:latin typeface="+mn-lt"/>
          <a:ea typeface="+mn-ea"/>
          <a:cs typeface="+mn-cs"/>
        </a:defRPr>
      </a:lvl5pPr>
      <a:lvl6pPr marL="2867171" indent="-260652" algn="l" defTabSz="521303" rtl="0" eaLnBrk="1" latinLnBrk="0" hangingPunct="1">
        <a:spcBef>
          <a:spcPct val="20000"/>
        </a:spcBef>
        <a:buFont typeface="Arial"/>
        <a:buChar char="•"/>
        <a:defRPr sz="2280" kern="1200">
          <a:solidFill>
            <a:schemeClr val="tx1"/>
          </a:solidFill>
          <a:latin typeface="+mn-lt"/>
          <a:ea typeface="+mn-ea"/>
          <a:cs typeface="+mn-cs"/>
        </a:defRPr>
      </a:lvl6pPr>
      <a:lvl7pPr marL="3388474" indent="-260652" algn="l" defTabSz="521303" rtl="0" eaLnBrk="1" latinLnBrk="0" hangingPunct="1">
        <a:spcBef>
          <a:spcPct val="20000"/>
        </a:spcBef>
        <a:buFont typeface="Arial"/>
        <a:buChar char="•"/>
        <a:defRPr sz="2280" kern="1200">
          <a:solidFill>
            <a:schemeClr val="tx1"/>
          </a:solidFill>
          <a:latin typeface="+mn-lt"/>
          <a:ea typeface="+mn-ea"/>
          <a:cs typeface="+mn-cs"/>
        </a:defRPr>
      </a:lvl7pPr>
      <a:lvl8pPr marL="3909780" indent="-260652" algn="l" defTabSz="521303" rtl="0" eaLnBrk="1" latinLnBrk="0" hangingPunct="1">
        <a:spcBef>
          <a:spcPct val="20000"/>
        </a:spcBef>
        <a:buFont typeface="Arial"/>
        <a:buChar char="•"/>
        <a:defRPr sz="2280" kern="1200">
          <a:solidFill>
            <a:schemeClr val="tx1"/>
          </a:solidFill>
          <a:latin typeface="+mn-lt"/>
          <a:ea typeface="+mn-ea"/>
          <a:cs typeface="+mn-cs"/>
        </a:defRPr>
      </a:lvl8pPr>
      <a:lvl9pPr marL="4431083" indent="-260652" algn="l" defTabSz="521303" rtl="0" eaLnBrk="1" latinLnBrk="0" hangingPunct="1">
        <a:spcBef>
          <a:spcPct val="20000"/>
        </a:spcBef>
        <a:buFont typeface="Arial"/>
        <a:buChar char="•"/>
        <a:defRPr sz="2280" kern="1200">
          <a:solidFill>
            <a:schemeClr val="tx1"/>
          </a:solidFill>
          <a:latin typeface="+mn-lt"/>
          <a:ea typeface="+mn-ea"/>
          <a:cs typeface="+mn-cs"/>
        </a:defRPr>
      </a:lvl9pPr>
    </p:bodyStyle>
    <p:otherStyle>
      <a:defPPr>
        <a:defRPr lang="it-IT"/>
      </a:defPPr>
      <a:lvl1pPr marL="0" algn="l" defTabSz="521303" rtl="0" eaLnBrk="1" latinLnBrk="0" hangingPunct="1">
        <a:defRPr sz="2052" kern="1200">
          <a:solidFill>
            <a:schemeClr val="tx1"/>
          </a:solidFill>
          <a:latin typeface="+mn-lt"/>
          <a:ea typeface="+mn-ea"/>
          <a:cs typeface="+mn-cs"/>
        </a:defRPr>
      </a:lvl1pPr>
      <a:lvl2pPr marL="521303" algn="l" defTabSz="521303" rtl="0" eaLnBrk="1" latinLnBrk="0" hangingPunct="1">
        <a:defRPr sz="2052" kern="1200">
          <a:solidFill>
            <a:schemeClr val="tx1"/>
          </a:solidFill>
          <a:latin typeface="+mn-lt"/>
          <a:ea typeface="+mn-ea"/>
          <a:cs typeface="+mn-cs"/>
        </a:defRPr>
      </a:lvl2pPr>
      <a:lvl3pPr marL="1042609" algn="l" defTabSz="521303" rtl="0" eaLnBrk="1" latinLnBrk="0" hangingPunct="1">
        <a:defRPr sz="2052" kern="1200">
          <a:solidFill>
            <a:schemeClr val="tx1"/>
          </a:solidFill>
          <a:latin typeface="+mn-lt"/>
          <a:ea typeface="+mn-ea"/>
          <a:cs typeface="+mn-cs"/>
        </a:defRPr>
      </a:lvl3pPr>
      <a:lvl4pPr marL="1563912" algn="l" defTabSz="521303" rtl="0" eaLnBrk="1" latinLnBrk="0" hangingPunct="1">
        <a:defRPr sz="2052" kern="1200">
          <a:solidFill>
            <a:schemeClr val="tx1"/>
          </a:solidFill>
          <a:latin typeface="+mn-lt"/>
          <a:ea typeface="+mn-ea"/>
          <a:cs typeface="+mn-cs"/>
        </a:defRPr>
      </a:lvl4pPr>
      <a:lvl5pPr marL="2085216" algn="l" defTabSz="521303" rtl="0" eaLnBrk="1" latinLnBrk="0" hangingPunct="1">
        <a:defRPr sz="2052" kern="1200">
          <a:solidFill>
            <a:schemeClr val="tx1"/>
          </a:solidFill>
          <a:latin typeface="+mn-lt"/>
          <a:ea typeface="+mn-ea"/>
          <a:cs typeface="+mn-cs"/>
        </a:defRPr>
      </a:lvl5pPr>
      <a:lvl6pPr marL="2606519" algn="l" defTabSz="521303" rtl="0" eaLnBrk="1" latinLnBrk="0" hangingPunct="1">
        <a:defRPr sz="2052" kern="1200">
          <a:solidFill>
            <a:schemeClr val="tx1"/>
          </a:solidFill>
          <a:latin typeface="+mn-lt"/>
          <a:ea typeface="+mn-ea"/>
          <a:cs typeface="+mn-cs"/>
        </a:defRPr>
      </a:lvl6pPr>
      <a:lvl7pPr marL="3127824" algn="l" defTabSz="521303" rtl="0" eaLnBrk="1" latinLnBrk="0" hangingPunct="1">
        <a:defRPr sz="2052" kern="1200">
          <a:solidFill>
            <a:schemeClr val="tx1"/>
          </a:solidFill>
          <a:latin typeface="+mn-lt"/>
          <a:ea typeface="+mn-ea"/>
          <a:cs typeface="+mn-cs"/>
        </a:defRPr>
      </a:lvl7pPr>
      <a:lvl8pPr marL="3649127" algn="l" defTabSz="521303" rtl="0" eaLnBrk="1" latinLnBrk="0" hangingPunct="1">
        <a:defRPr sz="2052" kern="1200">
          <a:solidFill>
            <a:schemeClr val="tx1"/>
          </a:solidFill>
          <a:latin typeface="+mn-lt"/>
          <a:ea typeface="+mn-ea"/>
          <a:cs typeface="+mn-cs"/>
        </a:defRPr>
      </a:lvl8pPr>
      <a:lvl9pPr marL="4170432" algn="l" defTabSz="521303" rtl="0" eaLnBrk="1" latinLnBrk="0" hangingPunct="1">
        <a:defRPr sz="2052"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9F1D80F-179F-60C5-6DCC-CE648BD0D53B}"/>
              </a:ext>
            </a:extLst>
          </p:cNvPr>
          <p:cNvGraphicFramePr>
            <a:graphicFrameLocks noChangeAspect="1"/>
          </p:cNvGraphicFramePr>
          <p:nvPr userDrawn="1">
            <p:custDataLst>
              <p:tags r:id="rId6"/>
            </p:custDataLst>
            <p:extLst>
              <p:ext uri="{D42A27DB-BD31-4B8C-83A1-F6EECF244321}">
                <p14:modId xmlns:p14="http://schemas.microsoft.com/office/powerpoint/2010/main" val="2854367222"/>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7" imgW="405" imgH="405" progId="TCLayout.ActiveDocument.1">
                  <p:embed/>
                </p:oleObj>
              </mc:Choice>
              <mc:Fallback>
                <p:oleObj name="Diapositive think-cell" r:id="rId7" imgW="405" imgH="405" progId="TCLayout.ActiveDocument.1">
                  <p:embed/>
                  <p:pic>
                    <p:nvPicPr>
                      <p:cNvPr id="3" name="think-cell data - do not delete" hidden="1">
                        <a:extLst>
                          <a:ext uri="{FF2B5EF4-FFF2-40B4-BE49-F238E27FC236}">
                            <a16:creationId xmlns:a16="http://schemas.microsoft.com/office/drawing/2014/main" id="{69F1D80F-179F-60C5-6DCC-CE648BD0D53B}"/>
                          </a:ext>
                        </a:extLst>
                      </p:cNvPr>
                      <p:cNvPicPr/>
                      <p:nvPr/>
                    </p:nvPicPr>
                    <p:blipFill>
                      <a:blip r:embed="rId8"/>
                      <a:stretch>
                        <a:fillRect/>
                      </a:stretch>
                    </p:blipFill>
                    <p:spPr>
                      <a:xfrm>
                        <a:off x="2118" y="2118"/>
                        <a:ext cx="2117" cy="2117"/>
                      </a:xfrm>
                      <a:prstGeom prst="rect">
                        <a:avLst/>
                      </a:prstGeom>
                    </p:spPr>
                  </p:pic>
                </p:oleObj>
              </mc:Fallback>
            </mc:AlternateContent>
          </a:graphicData>
        </a:graphic>
      </p:graphicFrame>
      <p:pic>
        <p:nvPicPr>
          <p:cNvPr id="10" name="Picture 9" descr="Shape&#10;&#10;Description automatically generated">
            <a:extLst>
              <a:ext uri="{FF2B5EF4-FFF2-40B4-BE49-F238E27FC236}">
                <a16:creationId xmlns:a16="http://schemas.microsoft.com/office/drawing/2014/main" id="{20F0AB89-A6BA-754A-8B87-8EA4DC3639B0}"/>
              </a:ext>
            </a:extLst>
          </p:cNvPr>
          <p:cNvPicPr>
            <a:picLocks noChangeAspect="1"/>
          </p:cNvPicPr>
          <p:nvPr userDrawn="1"/>
        </p:nvPicPr>
        <p:blipFill>
          <a:blip r:embed="rId9"/>
          <a:stretch>
            <a:fillRect/>
          </a:stretch>
        </p:blipFill>
        <p:spPr>
          <a:xfrm>
            <a:off x="-22369" y="-26317"/>
            <a:ext cx="1263941" cy="539736"/>
          </a:xfrm>
          <a:prstGeom prst="rect">
            <a:avLst/>
          </a:prstGeom>
        </p:spPr>
      </p:pic>
      <p:sp>
        <p:nvSpPr>
          <p:cNvPr id="7" name="Segnaposto titolo 1">
            <a:extLst>
              <a:ext uri="{FF2B5EF4-FFF2-40B4-BE49-F238E27FC236}">
                <a16:creationId xmlns:a16="http://schemas.microsoft.com/office/drawing/2014/main" id="{11B2A3BE-C18A-D14F-8D24-5D08AC725BC3}"/>
              </a:ext>
            </a:extLst>
          </p:cNvPr>
          <p:cNvSpPr>
            <a:spLocks noGrp="1"/>
          </p:cNvSpPr>
          <p:nvPr>
            <p:ph type="title"/>
          </p:nvPr>
        </p:nvSpPr>
        <p:spPr>
          <a:xfrm>
            <a:off x="771787" y="696001"/>
            <a:ext cx="6364448" cy="801388"/>
          </a:xfrm>
          <a:prstGeom prst="rect">
            <a:avLst/>
          </a:prstGeom>
        </p:spPr>
        <p:txBody>
          <a:bodyPr vert="horz" lIns="0" tIns="0" rIns="0" bIns="0" rtlCol="0" anchor="t" anchorCtr="0">
            <a:noAutofit/>
          </a:bodyPr>
          <a:lstStyle/>
          <a:p>
            <a:r>
              <a:rPr lang="en-GB" noProof="0"/>
              <a:t>TITLE GOES HERE</a:t>
            </a:r>
          </a:p>
        </p:txBody>
      </p:sp>
      <p:sp>
        <p:nvSpPr>
          <p:cNvPr id="8" name="Slide Number Placeholder 6">
            <a:extLst>
              <a:ext uri="{FF2B5EF4-FFF2-40B4-BE49-F238E27FC236}">
                <a16:creationId xmlns:a16="http://schemas.microsoft.com/office/drawing/2014/main" id="{8F36086C-DF48-CC4F-82D9-65985E88A4BE}"/>
              </a:ext>
            </a:extLst>
          </p:cNvPr>
          <p:cNvSpPr>
            <a:spLocks noGrp="1"/>
          </p:cNvSpPr>
          <p:nvPr>
            <p:ph type="sldNum" sz="quarter" idx="4"/>
          </p:nvPr>
        </p:nvSpPr>
        <p:spPr>
          <a:xfrm>
            <a:off x="267695" y="119864"/>
            <a:ext cx="504092" cy="204512"/>
          </a:xfrm>
          <a:prstGeom prst="rect">
            <a:avLst/>
          </a:prstGeom>
        </p:spPr>
        <p:txBody>
          <a:bodyPr vert="horz" lIns="0" tIns="0" rIns="0" bIns="0" rtlCol="0" anchor="ctr"/>
          <a:lstStyle>
            <a:lvl1pPr algn="l">
              <a:defRPr sz="1200" b="0" i="0" baseline="0">
                <a:solidFill>
                  <a:schemeClr val="accent1"/>
                </a:solidFill>
                <a:latin typeface="+mn-lt"/>
              </a:defRPr>
            </a:lvl1pPr>
          </a:lstStyle>
          <a:p>
            <a:fld id="{29CAE5FC-86E1-1448-8EC3-A22E1B31C8C0}" type="slidenum">
              <a:rPr lang="en-US" smtClean="0"/>
              <a:pPr/>
              <a:t>‹N°›</a:t>
            </a:fld>
            <a:endParaRPr lang="en-US"/>
          </a:p>
        </p:txBody>
      </p:sp>
      <p:sp>
        <p:nvSpPr>
          <p:cNvPr id="9" name="Text Placeholder 7">
            <a:extLst>
              <a:ext uri="{FF2B5EF4-FFF2-40B4-BE49-F238E27FC236}">
                <a16:creationId xmlns:a16="http://schemas.microsoft.com/office/drawing/2014/main" id="{DA74534F-378D-7C48-9146-2359DE24C8CF}"/>
              </a:ext>
            </a:extLst>
          </p:cNvPr>
          <p:cNvSpPr>
            <a:spLocks noGrp="1"/>
          </p:cNvSpPr>
          <p:nvPr>
            <p:ph type="body" idx="1"/>
          </p:nvPr>
        </p:nvSpPr>
        <p:spPr>
          <a:xfrm>
            <a:off x="771788" y="3007869"/>
            <a:ext cx="6364448" cy="1320851"/>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1" name="Picture 10" descr="A picture containing logo&#10;&#10;Description automatically generated">
            <a:extLst>
              <a:ext uri="{FF2B5EF4-FFF2-40B4-BE49-F238E27FC236}">
                <a16:creationId xmlns:a16="http://schemas.microsoft.com/office/drawing/2014/main" id="{B9A56A7E-54E4-7833-642D-175D80F3A48A}"/>
              </a:ext>
            </a:extLst>
          </p:cNvPr>
          <p:cNvPicPr>
            <a:picLocks noChangeAspect="1"/>
          </p:cNvPicPr>
          <p:nvPr userDrawn="1"/>
        </p:nvPicPr>
        <p:blipFill>
          <a:blip r:embed="rId10"/>
          <a:stretch>
            <a:fillRect/>
          </a:stretch>
        </p:blipFill>
        <p:spPr>
          <a:xfrm>
            <a:off x="10532533" y="6146800"/>
            <a:ext cx="1659467" cy="711200"/>
          </a:xfrm>
          <a:prstGeom prst="rect">
            <a:avLst/>
          </a:prstGeom>
        </p:spPr>
      </p:pic>
    </p:spTree>
    <p:extLst>
      <p:ext uri="{BB962C8B-B14F-4D97-AF65-F5344CB8AC3E}">
        <p14:creationId xmlns:p14="http://schemas.microsoft.com/office/powerpoint/2010/main" val="2277533442"/>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Lst>
  <p:txStyles>
    <p:titleStyle>
      <a:lvl1pPr algn="l" defTabSz="1219170" rtl="0" eaLnBrk="1" latinLnBrk="0" hangingPunct="1">
        <a:lnSpc>
          <a:spcPts val="2667"/>
        </a:lnSpc>
        <a:spcBef>
          <a:spcPct val="0"/>
        </a:spcBef>
        <a:buNone/>
        <a:defRPr sz="2667" b="1" kern="1200">
          <a:solidFill>
            <a:schemeClr val="accent1"/>
          </a:solidFill>
          <a:latin typeface="+mj-lt"/>
          <a:ea typeface="+mj-ea"/>
          <a:cs typeface="+mj-cs"/>
        </a:defRPr>
      </a:lvl1pPr>
    </p:titleStyle>
    <p:bodyStyle>
      <a:lvl1pPr marL="0" indent="0" algn="l" defTabSz="1219170" rtl="0" eaLnBrk="1" latinLnBrk="0" hangingPunct="1">
        <a:lnSpc>
          <a:spcPts val="1600"/>
        </a:lnSpc>
        <a:spcBef>
          <a:spcPts val="1333"/>
        </a:spcBef>
        <a:spcAft>
          <a:spcPts val="667"/>
        </a:spcAft>
        <a:buFontTx/>
        <a:buNone/>
        <a:defRPr sz="1333" kern="1200">
          <a:solidFill>
            <a:schemeClr val="accent2"/>
          </a:solidFill>
          <a:latin typeface="+mn-lt"/>
          <a:ea typeface="+mn-ea"/>
          <a:cs typeface="+mn-cs"/>
        </a:defRPr>
      </a:lvl1pPr>
      <a:lvl2pPr marL="609585" indent="0" algn="l" defTabSz="1219170" rtl="0" eaLnBrk="1" latinLnBrk="0" hangingPunct="1">
        <a:lnSpc>
          <a:spcPts val="1600"/>
        </a:lnSpc>
        <a:spcBef>
          <a:spcPts val="667"/>
        </a:spcBef>
        <a:spcAft>
          <a:spcPts val="667"/>
        </a:spcAft>
        <a:buFontTx/>
        <a:buNone/>
        <a:defRPr sz="1333" kern="1200">
          <a:solidFill>
            <a:schemeClr val="accent2"/>
          </a:solidFill>
          <a:latin typeface="+mn-lt"/>
          <a:ea typeface="+mn-ea"/>
          <a:cs typeface="+mn-cs"/>
        </a:defRPr>
      </a:lvl2pPr>
      <a:lvl3pPr marL="1219170" indent="0" algn="l" defTabSz="1219170" rtl="0" eaLnBrk="1" latinLnBrk="0" hangingPunct="1">
        <a:lnSpc>
          <a:spcPts val="1600"/>
        </a:lnSpc>
        <a:spcBef>
          <a:spcPts val="667"/>
        </a:spcBef>
        <a:spcAft>
          <a:spcPts val="667"/>
        </a:spcAft>
        <a:buFontTx/>
        <a:buNone/>
        <a:defRPr sz="1333" kern="1200">
          <a:solidFill>
            <a:schemeClr val="accent2"/>
          </a:solidFill>
          <a:latin typeface="+mn-lt"/>
          <a:ea typeface="+mn-ea"/>
          <a:cs typeface="+mn-cs"/>
        </a:defRPr>
      </a:lvl3pPr>
      <a:lvl4pPr marL="1828754" indent="0" algn="l" defTabSz="1219170" rtl="0" eaLnBrk="1" latinLnBrk="0" hangingPunct="1">
        <a:lnSpc>
          <a:spcPts val="1600"/>
        </a:lnSpc>
        <a:spcBef>
          <a:spcPts val="667"/>
        </a:spcBef>
        <a:spcAft>
          <a:spcPts val="667"/>
        </a:spcAft>
        <a:buFontTx/>
        <a:buNone/>
        <a:defRPr sz="1333" kern="1200">
          <a:solidFill>
            <a:schemeClr val="accent2"/>
          </a:solidFill>
          <a:latin typeface="+mn-lt"/>
          <a:ea typeface="+mn-ea"/>
          <a:cs typeface="+mn-cs"/>
        </a:defRPr>
      </a:lvl4pPr>
      <a:lvl5pPr marL="2438339" indent="0" algn="l" defTabSz="1219170" rtl="0" eaLnBrk="1" latinLnBrk="0" hangingPunct="1">
        <a:lnSpc>
          <a:spcPts val="1600"/>
        </a:lnSpc>
        <a:spcBef>
          <a:spcPts val="667"/>
        </a:spcBef>
        <a:spcAft>
          <a:spcPts val="667"/>
        </a:spcAft>
        <a:buFontTx/>
        <a:buNone/>
        <a:defRPr sz="1333" kern="1200">
          <a:solidFill>
            <a:schemeClr val="accent2"/>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C25B3C3-1599-4AC0-B93B-9B0090BE44BC}"/>
              </a:ext>
            </a:extLst>
          </p:cNvPr>
          <p:cNvGraphicFramePr>
            <a:graphicFrameLocks noChangeAspect="1"/>
          </p:cNvGraphicFramePr>
          <p:nvPr userDrawn="1">
            <p:custDataLst>
              <p:tags r:id="rId7"/>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8" imgW="272" imgH="272" progId="TCLayout.ActiveDocument.1">
                  <p:embed/>
                </p:oleObj>
              </mc:Choice>
              <mc:Fallback>
                <p:oleObj name="Diapositive think-cell" r:id="rId8" imgW="272" imgH="272" progId="TCLayout.ActiveDocument.1">
                  <p:embed/>
                  <p:pic>
                    <p:nvPicPr>
                      <p:cNvPr id="5" name="Object 4" hidden="1">
                        <a:extLst>
                          <a:ext uri="{FF2B5EF4-FFF2-40B4-BE49-F238E27FC236}">
                            <a16:creationId xmlns:a16="http://schemas.microsoft.com/office/drawing/2014/main" id="{4C25B3C3-1599-4AC0-B93B-9B0090BE44BC}"/>
                          </a:ext>
                        </a:extLst>
                      </p:cNvPr>
                      <p:cNvPicPr/>
                      <p:nvPr/>
                    </p:nvPicPr>
                    <p:blipFill>
                      <a:blip r:embed="rId9"/>
                      <a:stretch>
                        <a:fillRect/>
                      </a:stretch>
                    </p:blipFill>
                    <p:spPr>
                      <a:xfrm>
                        <a:off x="2118" y="2118"/>
                        <a:ext cx="2117" cy="2117"/>
                      </a:xfrm>
                      <a:prstGeom prst="rect">
                        <a:avLst/>
                      </a:prstGeom>
                    </p:spPr>
                  </p:pic>
                </p:oleObj>
              </mc:Fallback>
            </mc:AlternateContent>
          </a:graphicData>
        </a:graphic>
      </p:graphicFrame>
      <p:pic>
        <p:nvPicPr>
          <p:cNvPr id="4" name="Picture 3" descr="Shape, rectangle&#10;&#10;Description automatically generated">
            <a:extLst>
              <a:ext uri="{FF2B5EF4-FFF2-40B4-BE49-F238E27FC236}">
                <a16:creationId xmlns:a16="http://schemas.microsoft.com/office/drawing/2014/main" id="{41BC2CCD-ACFC-5F4B-845E-6B554A2DA7A3}"/>
              </a:ext>
            </a:extLst>
          </p:cNvPr>
          <p:cNvPicPr>
            <a:picLocks noChangeAspect="1"/>
          </p:cNvPicPr>
          <p:nvPr userDrawn="1"/>
        </p:nvPicPr>
        <p:blipFill>
          <a:blip r:embed="rId10" cstate="hqprint">
            <a:extLst>
              <a:ext uri="{28A0092B-C50C-407E-A947-70E740481C1C}">
                <a14:useLocalDpi xmlns:a14="http://schemas.microsoft.com/office/drawing/2010/main"/>
              </a:ext>
            </a:extLst>
          </a:blip>
          <a:stretch>
            <a:fillRect/>
          </a:stretch>
        </p:blipFill>
        <p:spPr>
          <a:xfrm>
            <a:off x="2" y="0"/>
            <a:ext cx="9507521" cy="1915459"/>
          </a:xfrm>
          <a:prstGeom prst="rect">
            <a:avLst/>
          </a:prstGeom>
        </p:spPr>
      </p:pic>
      <p:sp>
        <p:nvSpPr>
          <p:cNvPr id="2" name="Segnaposto titolo 1"/>
          <p:cNvSpPr>
            <a:spLocks noGrp="1"/>
          </p:cNvSpPr>
          <p:nvPr>
            <p:ph type="title"/>
          </p:nvPr>
        </p:nvSpPr>
        <p:spPr>
          <a:xfrm>
            <a:off x="771787" y="696000"/>
            <a:ext cx="6364448" cy="822712"/>
          </a:xfrm>
          <a:prstGeom prst="rect">
            <a:avLst/>
          </a:prstGeom>
        </p:spPr>
        <p:txBody>
          <a:bodyPr vert="horz" lIns="0" tIns="0" rIns="0" bIns="0" rtlCol="0" anchor="t" anchorCtr="0">
            <a:noAutofit/>
          </a:bodyPr>
          <a:lstStyle/>
          <a:p>
            <a:r>
              <a:rPr lang="en-GB" noProof="0"/>
              <a:t>TITLE GOES HERE</a:t>
            </a:r>
          </a:p>
        </p:txBody>
      </p:sp>
      <p:sp>
        <p:nvSpPr>
          <p:cNvPr id="7" name="Slide Number Placeholder 6">
            <a:extLst>
              <a:ext uri="{FF2B5EF4-FFF2-40B4-BE49-F238E27FC236}">
                <a16:creationId xmlns:a16="http://schemas.microsoft.com/office/drawing/2014/main" id="{F3020AA8-1E03-0144-A325-F7E99DE2463A}"/>
              </a:ext>
            </a:extLst>
          </p:cNvPr>
          <p:cNvSpPr>
            <a:spLocks noGrp="1"/>
          </p:cNvSpPr>
          <p:nvPr>
            <p:ph type="sldNum" sz="quarter" idx="4"/>
          </p:nvPr>
        </p:nvSpPr>
        <p:spPr>
          <a:xfrm>
            <a:off x="267695" y="119864"/>
            <a:ext cx="504092" cy="204512"/>
          </a:xfrm>
          <a:prstGeom prst="rect">
            <a:avLst/>
          </a:prstGeom>
        </p:spPr>
        <p:txBody>
          <a:bodyPr vert="horz" lIns="0" tIns="0" rIns="0" bIns="0" rtlCol="0" anchor="ctr"/>
          <a:lstStyle>
            <a:lvl1pPr algn="l">
              <a:defRPr sz="1200" b="0" i="0" baseline="0">
                <a:solidFill>
                  <a:schemeClr val="bg2"/>
                </a:solidFill>
                <a:latin typeface="+mn-lt"/>
              </a:defRPr>
            </a:lvl1pPr>
          </a:lstStyle>
          <a:p>
            <a:fld id="{29CAE5FC-86E1-1448-8EC3-A22E1B31C8C0}" type="slidenum">
              <a:rPr lang="en-US" smtClean="0"/>
              <a:pPr/>
              <a:t>‹N°›</a:t>
            </a:fld>
            <a:endParaRPr lang="en-US"/>
          </a:p>
        </p:txBody>
      </p:sp>
      <p:sp>
        <p:nvSpPr>
          <p:cNvPr id="8" name="Text Placeholder 7">
            <a:extLst>
              <a:ext uri="{FF2B5EF4-FFF2-40B4-BE49-F238E27FC236}">
                <a16:creationId xmlns:a16="http://schemas.microsoft.com/office/drawing/2014/main" id="{42BC265E-D546-8846-A983-9A041AD6CDAE}"/>
              </a:ext>
            </a:extLst>
          </p:cNvPr>
          <p:cNvSpPr>
            <a:spLocks noGrp="1"/>
          </p:cNvSpPr>
          <p:nvPr>
            <p:ph type="body" idx="1"/>
          </p:nvPr>
        </p:nvSpPr>
        <p:spPr>
          <a:xfrm>
            <a:off x="1409351" y="3007869"/>
            <a:ext cx="5726885" cy="1320851"/>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Picture 8" descr="A picture containing logo&#10;&#10;Description automatically generated">
            <a:extLst>
              <a:ext uri="{FF2B5EF4-FFF2-40B4-BE49-F238E27FC236}">
                <a16:creationId xmlns:a16="http://schemas.microsoft.com/office/drawing/2014/main" id="{0D92D0AF-D4D3-4EE8-63F5-67F689BFE6F8}"/>
              </a:ext>
            </a:extLst>
          </p:cNvPr>
          <p:cNvPicPr>
            <a:picLocks noChangeAspect="1"/>
          </p:cNvPicPr>
          <p:nvPr userDrawn="1"/>
        </p:nvPicPr>
        <p:blipFill>
          <a:blip r:embed="rId11" cstate="email">
            <a:extLst>
              <a:ext uri="{28A0092B-C50C-407E-A947-70E740481C1C}">
                <a14:useLocalDpi xmlns:a14="http://schemas.microsoft.com/office/drawing/2010/main"/>
              </a:ext>
            </a:extLst>
          </a:blip>
          <a:stretch>
            <a:fillRect/>
          </a:stretch>
        </p:blipFill>
        <p:spPr>
          <a:xfrm>
            <a:off x="10532533" y="6146800"/>
            <a:ext cx="1659467" cy="711200"/>
          </a:xfrm>
          <a:prstGeom prst="rect">
            <a:avLst/>
          </a:prstGeom>
        </p:spPr>
      </p:pic>
    </p:spTree>
    <p:extLst>
      <p:ext uri="{BB962C8B-B14F-4D97-AF65-F5344CB8AC3E}">
        <p14:creationId xmlns:p14="http://schemas.microsoft.com/office/powerpoint/2010/main" val="1485448707"/>
      </p:ext>
    </p:extLst>
  </p:cSld>
  <p:clrMap bg1="lt1" tx1="dk1" bg2="lt2" tx2="dk2" accent1="accent1" accent2="accent2" accent3="accent3" accent4="accent4" accent5="accent5" accent6="accent6" hlink="hlink" folHlink="folHlink"/>
  <p:sldLayoutIdLst>
    <p:sldLayoutId id="2147484674" r:id="rId1"/>
    <p:sldLayoutId id="2147484675" r:id="rId2"/>
    <p:sldLayoutId id="2147484676" r:id="rId3"/>
    <p:sldLayoutId id="2147484677" r:id="rId4"/>
    <p:sldLayoutId id="2147484678" r:id="rId5"/>
  </p:sldLayoutIdLst>
  <p:hf hdr="0"/>
  <p:txStyles>
    <p:titleStyle>
      <a:lvl1pPr algn="l" defTabSz="390997" rtl="0" eaLnBrk="1" latinLnBrk="0" hangingPunct="1">
        <a:lnSpc>
          <a:spcPts val="2000"/>
        </a:lnSpc>
        <a:spcBef>
          <a:spcPct val="0"/>
        </a:spcBef>
        <a:buNone/>
        <a:defRPr sz="2000" b="1" i="0" kern="1200" cap="all" spc="50" baseline="0">
          <a:solidFill>
            <a:schemeClr val="bg2"/>
          </a:solidFill>
          <a:latin typeface="+mj-lt"/>
          <a:ea typeface="+mj-ea"/>
          <a:cs typeface="IvyMode SemiBold" panose="020B0404020101010102" pitchFamily="34" charset="0"/>
        </a:defRPr>
      </a:lvl1pPr>
    </p:titleStyle>
    <p:bodyStyle>
      <a:lvl1pPr marL="0" indent="0" algn="l" defTabSz="390997" rtl="0" eaLnBrk="1" latinLnBrk="0" hangingPunct="1">
        <a:lnSpc>
          <a:spcPts val="1100"/>
        </a:lnSpc>
        <a:spcBef>
          <a:spcPts val="0"/>
        </a:spcBef>
        <a:spcAft>
          <a:spcPts val="500"/>
        </a:spcAft>
        <a:buFont typeface="Arial"/>
        <a:buNone/>
        <a:defRPr sz="1000" b="0" i="0" kern="1200" baseline="0">
          <a:solidFill>
            <a:schemeClr val="accent2"/>
          </a:solidFill>
          <a:latin typeface="+mn-lt"/>
          <a:ea typeface="+mn-ea"/>
          <a:cs typeface="+mn-cs"/>
        </a:defRPr>
      </a:lvl1pPr>
      <a:lvl2pPr marL="390997" indent="0" algn="l" defTabSz="390997" rtl="0" eaLnBrk="1" latinLnBrk="0" hangingPunct="1">
        <a:lnSpc>
          <a:spcPts val="1100"/>
        </a:lnSpc>
        <a:spcBef>
          <a:spcPts val="0"/>
        </a:spcBef>
        <a:spcAft>
          <a:spcPts val="500"/>
        </a:spcAft>
        <a:buFont typeface="Arial"/>
        <a:buNone/>
        <a:defRPr sz="1000" b="0" i="0" kern="1200" baseline="0">
          <a:solidFill>
            <a:schemeClr val="accent2"/>
          </a:solidFill>
          <a:latin typeface="+mn-lt"/>
          <a:ea typeface="+mn-ea"/>
          <a:cs typeface="+mn-cs"/>
        </a:defRPr>
      </a:lvl2pPr>
      <a:lvl3pPr marL="781995" indent="0" algn="l" defTabSz="390997" rtl="0" eaLnBrk="1" latinLnBrk="0" hangingPunct="1">
        <a:lnSpc>
          <a:spcPts val="1100"/>
        </a:lnSpc>
        <a:spcBef>
          <a:spcPts val="0"/>
        </a:spcBef>
        <a:spcAft>
          <a:spcPts val="500"/>
        </a:spcAft>
        <a:buFont typeface="Arial"/>
        <a:buNone/>
        <a:defRPr sz="1000" b="0" i="0" kern="1200" baseline="0">
          <a:solidFill>
            <a:schemeClr val="accent2"/>
          </a:solidFill>
          <a:latin typeface="+mn-lt"/>
          <a:ea typeface="+mn-ea"/>
          <a:cs typeface="+mn-cs"/>
        </a:defRPr>
      </a:lvl3pPr>
      <a:lvl4pPr marL="1172992" indent="0" algn="l" defTabSz="390997" rtl="0" eaLnBrk="1" latinLnBrk="0" hangingPunct="1">
        <a:lnSpc>
          <a:spcPts val="1100"/>
        </a:lnSpc>
        <a:spcBef>
          <a:spcPts val="0"/>
        </a:spcBef>
        <a:spcAft>
          <a:spcPts val="500"/>
        </a:spcAft>
        <a:buFont typeface="Arial"/>
        <a:buNone/>
        <a:defRPr sz="1000" b="0" i="0" kern="1200" baseline="0">
          <a:solidFill>
            <a:schemeClr val="accent2"/>
          </a:solidFill>
          <a:latin typeface="+mn-lt"/>
          <a:ea typeface="+mn-ea"/>
          <a:cs typeface="+mn-cs"/>
        </a:defRPr>
      </a:lvl4pPr>
      <a:lvl5pPr marL="1563990" indent="0" algn="l" defTabSz="390997" rtl="0" eaLnBrk="1" latinLnBrk="0" hangingPunct="1">
        <a:lnSpc>
          <a:spcPts val="1100"/>
        </a:lnSpc>
        <a:spcBef>
          <a:spcPts val="0"/>
        </a:spcBef>
        <a:spcAft>
          <a:spcPts val="500"/>
        </a:spcAft>
        <a:buFont typeface="Arial"/>
        <a:buNone/>
        <a:defRPr sz="1000" b="0" i="0" kern="1200" baseline="0">
          <a:solidFill>
            <a:schemeClr val="accent2"/>
          </a:solidFill>
          <a:latin typeface="+mn-lt"/>
          <a:ea typeface="+mn-ea"/>
          <a:cs typeface="+mn-cs"/>
        </a:defRPr>
      </a:lvl5pPr>
      <a:lvl6pPr marL="2150486" indent="-195499" algn="l" defTabSz="390997" rtl="0" eaLnBrk="1" latinLnBrk="0" hangingPunct="1">
        <a:spcBef>
          <a:spcPct val="20000"/>
        </a:spcBef>
        <a:buFont typeface="Arial"/>
        <a:buChar char="•"/>
        <a:defRPr sz="1710" kern="1200">
          <a:solidFill>
            <a:schemeClr val="tx1"/>
          </a:solidFill>
          <a:latin typeface="+mn-lt"/>
          <a:ea typeface="+mn-ea"/>
          <a:cs typeface="+mn-cs"/>
        </a:defRPr>
      </a:lvl6pPr>
      <a:lvl7pPr marL="2541483" indent="-195499" algn="l" defTabSz="390997" rtl="0" eaLnBrk="1" latinLnBrk="0" hangingPunct="1">
        <a:spcBef>
          <a:spcPct val="20000"/>
        </a:spcBef>
        <a:buFont typeface="Arial"/>
        <a:buChar char="•"/>
        <a:defRPr sz="1710" kern="1200">
          <a:solidFill>
            <a:schemeClr val="tx1"/>
          </a:solidFill>
          <a:latin typeface="+mn-lt"/>
          <a:ea typeface="+mn-ea"/>
          <a:cs typeface="+mn-cs"/>
        </a:defRPr>
      </a:lvl7pPr>
      <a:lvl8pPr marL="2932481" indent="-195499" algn="l" defTabSz="390997" rtl="0" eaLnBrk="1" latinLnBrk="0" hangingPunct="1">
        <a:spcBef>
          <a:spcPct val="20000"/>
        </a:spcBef>
        <a:buFont typeface="Arial"/>
        <a:buChar char="•"/>
        <a:defRPr sz="1710" kern="1200">
          <a:solidFill>
            <a:schemeClr val="tx1"/>
          </a:solidFill>
          <a:latin typeface="+mn-lt"/>
          <a:ea typeface="+mn-ea"/>
          <a:cs typeface="+mn-cs"/>
        </a:defRPr>
      </a:lvl8pPr>
      <a:lvl9pPr marL="3323478" indent="-195499" algn="l" defTabSz="390997" rtl="0" eaLnBrk="1" latinLnBrk="0" hangingPunct="1">
        <a:spcBef>
          <a:spcPct val="20000"/>
        </a:spcBef>
        <a:buFont typeface="Arial"/>
        <a:buChar char="•"/>
        <a:defRPr sz="1710" kern="1200">
          <a:solidFill>
            <a:schemeClr val="tx1"/>
          </a:solidFill>
          <a:latin typeface="+mn-lt"/>
          <a:ea typeface="+mn-ea"/>
          <a:cs typeface="+mn-cs"/>
        </a:defRPr>
      </a:lvl9pPr>
    </p:bodyStyle>
    <p:otherStyle>
      <a:defPPr>
        <a:defRPr lang="it-IT"/>
      </a:defPPr>
      <a:lvl1pPr marL="0" algn="l" defTabSz="390997" rtl="0" eaLnBrk="1" latinLnBrk="0" hangingPunct="1">
        <a:defRPr sz="1539" kern="1200">
          <a:solidFill>
            <a:schemeClr val="tx1"/>
          </a:solidFill>
          <a:latin typeface="+mn-lt"/>
          <a:ea typeface="+mn-ea"/>
          <a:cs typeface="+mn-cs"/>
        </a:defRPr>
      </a:lvl1pPr>
      <a:lvl2pPr marL="390997" algn="l" defTabSz="390997" rtl="0" eaLnBrk="1" latinLnBrk="0" hangingPunct="1">
        <a:defRPr sz="1539" kern="1200">
          <a:solidFill>
            <a:schemeClr val="tx1"/>
          </a:solidFill>
          <a:latin typeface="+mn-lt"/>
          <a:ea typeface="+mn-ea"/>
          <a:cs typeface="+mn-cs"/>
        </a:defRPr>
      </a:lvl2pPr>
      <a:lvl3pPr marL="781995" algn="l" defTabSz="390997" rtl="0" eaLnBrk="1" latinLnBrk="0" hangingPunct="1">
        <a:defRPr sz="1539" kern="1200">
          <a:solidFill>
            <a:schemeClr val="tx1"/>
          </a:solidFill>
          <a:latin typeface="+mn-lt"/>
          <a:ea typeface="+mn-ea"/>
          <a:cs typeface="+mn-cs"/>
        </a:defRPr>
      </a:lvl3pPr>
      <a:lvl4pPr marL="1172992" algn="l" defTabSz="390997" rtl="0" eaLnBrk="1" latinLnBrk="0" hangingPunct="1">
        <a:defRPr sz="1539" kern="1200">
          <a:solidFill>
            <a:schemeClr val="tx1"/>
          </a:solidFill>
          <a:latin typeface="+mn-lt"/>
          <a:ea typeface="+mn-ea"/>
          <a:cs typeface="+mn-cs"/>
        </a:defRPr>
      </a:lvl4pPr>
      <a:lvl5pPr marL="1563990" algn="l" defTabSz="390997" rtl="0" eaLnBrk="1" latinLnBrk="0" hangingPunct="1">
        <a:defRPr sz="1539" kern="1200">
          <a:solidFill>
            <a:schemeClr val="tx1"/>
          </a:solidFill>
          <a:latin typeface="+mn-lt"/>
          <a:ea typeface="+mn-ea"/>
          <a:cs typeface="+mn-cs"/>
        </a:defRPr>
      </a:lvl5pPr>
      <a:lvl6pPr marL="1954987" algn="l" defTabSz="390997" rtl="0" eaLnBrk="1" latinLnBrk="0" hangingPunct="1">
        <a:defRPr sz="1539" kern="1200">
          <a:solidFill>
            <a:schemeClr val="tx1"/>
          </a:solidFill>
          <a:latin typeface="+mn-lt"/>
          <a:ea typeface="+mn-ea"/>
          <a:cs typeface="+mn-cs"/>
        </a:defRPr>
      </a:lvl6pPr>
      <a:lvl7pPr marL="2345985" algn="l" defTabSz="390997" rtl="0" eaLnBrk="1" latinLnBrk="0" hangingPunct="1">
        <a:defRPr sz="1539" kern="1200">
          <a:solidFill>
            <a:schemeClr val="tx1"/>
          </a:solidFill>
          <a:latin typeface="+mn-lt"/>
          <a:ea typeface="+mn-ea"/>
          <a:cs typeface="+mn-cs"/>
        </a:defRPr>
      </a:lvl7pPr>
      <a:lvl8pPr marL="2736982" algn="l" defTabSz="390997" rtl="0" eaLnBrk="1" latinLnBrk="0" hangingPunct="1">
        <a:defRPr sz="1539" kern="1200">
          <a:solidFill>
            <a:schemeClr val="tx1"/>
          </a:solidFill>
          <a:latin typeface="+mn-lt"/>
          <a:ea typeface="+mn-ea"/>
          <a:cs typeface="+mn-cs"/>
        </a:defRPr>
      </a:lvl8pPr>
      <a:lvl9pPr marL="3127980" algn="l" defTabSz="390997" rtl="0" eaLnBrk="1" latinLnBrk="0" hangingPunct="1">
        <a:defRPr sz="1539"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E30890F-E90F-4B28-94D9-90E2D29FA5E2}"/>
              </a:ext>
            </a:extLst>
          </p:cNvPr>
          <p:cNvGraphicFramePr>
            <a:graphicFrameLocks noChangeAspect="1"/>
          </p:cNvGraphicFramePr>
          <p:nvPr userDrawn="1">
            <p:custDataLst>
              <p:tags r:id="rId8"/>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9" imgW="338" imgH="338" progId="TCLayout.ActiveDocument.1">
                  <p:embed/>
                </p:oleObj>
              </mc:Choice>
              <mc:Fallback>
                <p:oleObj name="Diapositive think-cell" r:id="rId9" imgW="338" imgH="338" progId="TCLayout.ActiveDocument.1">
                  <p:embed/>
                  <p:pic>
                    <p:nvPicPr>
                      <p:cNvPr id="4" name="Object 3" hidden="1">
                        <a:extLst>
                          <a:ext uri="{FF2B5EF4-FFF2-40B4-BE49-F238E27FC236}">
                            <a16:creationId xmlns:a16="http://schemas.microsoft.com/office/drawing/2014/main" id="{DE30890F-E90F-4B28-94D9-90E2D29FA5E2}"/>
                          </a:ext>
                        </a:extLst>
                      </p:cNvPr>
                      <p:cNvPicPr/>
                      <p:nvPr/>
                    </p:nvPicPr>
                    <p:blipFill>
                      <a:blip r:embed="rId10"/>
                      <a:stretch>
                        <a:fillRect/>
                      </a:stretch>
                    </p:blipFill>
                    <p:spPr>
                      <a:xfrm>
                        <a:off x="2118" y="2118"/>
                        <a:ext cx="2117" cy="2117"/>
                      </a:xfrm>
                      <a:prstGeom prst="rect">
                        <a:avLst/>
                      </a:prstGeom>
                    </p:spPr>
                  </p:pic>
                </p:oleObj>
              </mc:Fallback>
            </mc:AlternateContent>
          </a:graphicData>
        </a:graphic>
      </p:graphicFrame>
      <p:sp>
        <p:nvSpPr>
          <p:cNvPr id="2" name="Segnaposto titolo 1"/>
          <p:cNvSpPr>
            <a:spLocks noGrp="1"/>
          </p:cNvSpPr>
          <p:nvPr>
            <p:ph type="title"/>
          </p:nvPr>
        </p:nvSpPr>
        <p:spPr>
          <a:xfrm>
            <a:off x="747125" y="2998256"/>
            <a:ext cx="6839993" cy="430744"/>
          </a:xfrm>
          <a:prstGeom prst="rect">
            <a:avLst/>
          </a:prstGeom>
        </p:spPr>
        <p:txBody>
          <a:bodyPr vert="horz" wrap="none" lIns="0" tIns="0" rIns="0" bIns="0" rtlCol="0" anchor="t" anchorCtr="0">
            <a:noAutofit/>
          </a:bodyPr>
          <a:lstStyle/>
          <a:p>
            <a:r>
              <a:rPr lang="en-GB"/>
              <a:t>Presentation title</a:t>
            </a:r>
          </a:p>
        </p:txBody>
      </p:sp>
      <p:sp>
        <p:nvSpPr>
          <p:cNvPr id="3" name="Slide Number Placeholder 6">
            <a:extLst>
              <a:ext uri="{FF2B5EF4-FFF2-40B4-BE49-F238E27FC236}">
                <a16:creationId xmlns:a16="http://schemas.microsoft.com/office/drawing/2014/main" id="{EE462B25-4DB3-5538-5613-9B0B2D452511}"/>
              </a:ext>
            </a:extLst>
          </p:cNvPr>
          <p:cNvSpPr>
            <a:spLocks noGrp="1"/>
          </p:cNvSpPr>
          <p:nvPr>
            <p:ph type="sldNum" sz="quarter" idx="4"/>
          </p:nvPr>
        </p:nvSpPr>
        <p:spPr>
          <a:xfrm>
            <a:off x="267695" y="119864"/>
            <a:ext cx="504092" cy="204512"/>
          </a:xfrm>
          <a:prstGeom prst="rect">
            <a:avLst/>
          </a:prstGeom>
        </p:spPr>
        <p:txBody>
          <a:bodyPr vert="horz" lIns="0" tIns="0" rIns="0" bIns="0" rtlCol="0" anchor="ctr"/>
          <a:lstStyle>
            <a:lvl1pPr algn="l">
              <a:defRPr sz="1200" b="0" i="0" baseline="0">
                <a:solidFill>
                  <a:schemeClr val="bg2"/>
                </a:solidFill>
                <a:latin typeface="+mn-lt"/>
              </a:defRPr>
            </a:lvl1pPr>
          </a:lstStyle>
          <a:p>
            <a:fld id="{29CAE5FC-86E1-1448-8EC3-A22E1B31C8C0}" type="slidenum">
              <a:rPr lang="en-US" smtClean="0"/>
              <a:pPr/>
              <a:t>‹N°›</a:t>
            </a:fld>
            <a:endParaRPr lang="en-US"/>
          </a:p>
        </p:txBody>
      </p:sp>
    </p:spTree>
    <p:extLst>
      <p:ext uri="{BB962C8B-B14F-4D97-AF65-F5344CB8AC3E}">
        <p14:creationId xmlns:p14="http://schemas.microsoft.com/office/powerpoint/2010/main" val="1748332078"/>
      </p:ext>
    </p:extLst>
  </p:cSld>
  <p:clrMap bg1="lt1" tx1="dk1" bg2="lt2" tx2="dk2" accent1="accent1" accent2="accent2" accent3="accent3" accent4="accent4" accent5="accent5" accent6="accent6" hlink="hlink" folHlink="folHlink"/>
  <p:sldLayoutIdLst>
    <p:sldLayoutId id="2147484608" r:id="rId1"/>
    <p:sldLayoutId id="2147483903" r:id="rId2"/>
    <p:sldLayoutId id="2147484609" r:id="rId3"/>
    <p:sldLayoutId id="2147484561" r:id="rId4"/>
    <p:sldLayoutId id="2147484682" r:id="rId5"/>
    <p:sldLayoutId id="2147484758" r:id="rId6"/>
  </p:sldLayoutIdLst>
  <p:hf hdr="0"/>
  <p:txStyles>
    <p:titleStyle>
      <a:lvl1pPr algn="l" defTabSz="390997" rtl="0" eaLnBrk="1" latinLnBrk="0" hangingPunct="1">
        <a:lnSpc>
          <a:spcPts val="3000"/>
        </a:lnSpc>
        <a:spcBef>
          <a:spcPct val="0"/>
        </a:spcBef>
        <a:buNone/>
        <a:defRPr sz="2800" b="1" i="0" kern="0" cap="all" spc="40" baseline="0">
          <a:solidFill>
            <a:schemeClr val="bg2"/>
          </a:solidFill>
          <a:latin typeface="+mj-lt"/>
          <a:ea typeface="+mj-ea"/>
          <a:cs typeface="IvyMode SemiBold" panose="020B0404020101010102" pitchFamily="34" charset="0"/>
        </a:defRPr>
      </a:lvl1pPr>
    </p:titleStyle>
    <p:bodyStyle>
      <a:lvl1pPr marL="293248" indent="-293248" algn="l" defTabSz="390997" rtl="0" eaLnBrk="1" latinLnBrk="0" hangingPunct="1">
        <a:spcBef>
          <a:spcPct val="20000"/>
        </a:spcBef>
        <a:buFont typeface="Arial"/>
        <a:buChar char="•"/>
        <a:defRPr sz="2737" kern="1200">
          <a:solidFill>
            <a:schemeClr val="tx1"/>
          </a:solidFill>
          <a:latin typeface="+mn-lt"/>
          <a:ea typeface="+mn-ea"/>
          <a:cs typeface="+mn-cs"/>
        </a:defRPr>
      </a:lvl1pPr>
      <a:lvl2pPr marL="635371" indent="-244373" algn="l" defTabSz="390997" rtl="0" eaLnBrk="1" latinLnBrk="0" hangingPunct="1">
        <a:spcBef>
          <a:spcPct val="20000"/>
        </a:spcBef>
        <a:buFont typeface="Arial"/>
        <a:buChar char="–"/>
        <a:defRPr sz="2395" kern="1200">
          <a:solidFill>
            <a:schemeClr val="tx1"/>
          </a:solidFill>
          <a:latin typeface="+mn-lt"/>
          <a:ea typeface="+mn-ea"/>
          <a:cs typeface="+mn-cs"/>
        </a:defRPr>
      </a:lvl2pPr>
      <a:lvl3pPr marL="977494" indent="-195499" algn="l" defTabSz="390997" rtl="0" eaLnBrk="1" latinLnBrk="0" hangingPunct="1">
        <a:spcBef>
          <a:spcPct val="20000"/>
        </a:spcBef>
        <a:buFont typeface="Arial"/>
        <a:buChar char="•"/>
        <a:defRPr sz="2052" kern="1200">
          <a:solidFill>
            <a:schemeClr val="tx1"/>
          </a:solidFill>
          <a:latin typeface="+mn-lt"/>
          <a:ea typeface="+mn-ea"/>
          <a:cs typeface="+mn-cs"/>
        </a:defRPr>
      </a:lvl3pPr>
      <a:lvl4pPr marL="1368491" indent="-195499" algn="l" defTabSz="390997" rtl="0" eaLnBrk="1" latinLnBrk="0" hangingPunct="1">
        <a:spcBef>
          <a:spcPct val="20000"/>
        </a:spcBef>
        <a:buFont typeface="Arial"/>
        <a:buChar char="–"/>
        <a:defRPr sz="1710" kern="1200">
          <a:solidFill>
            <a:schemeClr val="tx1"/>
          </a:solidFill>
          <a:latin typeface="+mn-lt"/>
          <a:ea typeface="+mn-ea"/>
          <a:cs typeface="+mn-cs"/>
        </a:defRPr>
      </a:lvl4pPr>
      <a:lvl5pPr marL="1759488" indent="-195499" algn="l" defTabSz="390997" rtl="0" eaLnBrk="1" latinLnBrk="0" hangingPunct="1">
        <a:spcBef>
          <a:spcPct val="20000"/>
        </a:spcBef>
        <a:buFont typeface="Arial"/>
        <a:buChar char="»"/>
        <a:defRPr sz="1710" kern="1200">
          <a:solidFill>
            <a:schemeClr val="tx1"/>
          </a:solidFill>
          <a:latin typeface="+mn-lt"/>
          <a:ea typeface="+mn-ea"/>
          <a:cs typeface="+mn-cs"/>
        </a:defRPr>
      </a:lvl5pPr>
      <a:lvl6pPr marL="2150486" indent="-195499" algn="l" defTabSz="390997" rtl="0" eaLnBrk="1" latinLnBrk="0" hangingPunct="1">
        <a:spcBef>
          <a:spcPct val="20000"/>
        </a:spcBef>
        <a:buFont typeface="Arial"/>
        <a:buChar char="•"/>
        <a:defRPr sz="1710" kern="1200">
          <a:solidFill>
            <a:schemeClr val="tx1"/>
          </a:solidFill>
          <a:latin typeface="+mn-lt"/>
          <a:ea typeface="+mn-ea"/>
          <a:cs typeface="+mn-cs"/>
        </a:defRPr>
      </a:lvl6pPr>
      <a:lvl7pPr marL="2541483" indent="-195499" algn="l" defTabSz="390997" rtl="0" eaLnBrk="1" latinLnBrk="0" hangingPunct="1">
        <a:spcBef>
          <a:spcPct val="20000"/>
        </a:spcBef>
        <a:buFont typeface="Arial"/>
        <a:buChar char="•"/>
        <a:defRPr sz="1710" kern="1200">
          <a:solidFill>
            <a:schemeClr val="tx1"/>
          </a:solidFill>
          <a:latin typeface="+mn-lt"/>
          <a:ea typeface="+mn-ea"/>
          <a:cs typeface="+mn-cs"/>
        </a:defRPr>
      </a:lvl7pPr>
      <a:lvl8pPr marL="2932481" indent="-195499" algn="l" defTabSz="390997" rtl="0" eaLnBrk="1" latinLnBrk="0" hangingPunct="1">
        <a:spcBef>
          <a:spcPct val="20000"/>
        </a:spcBef>
        <a:buFont typeface="Arial"/>
        <a:buChar char="•"/>
        <a:defRPr sz="1710" kern="1200">
          <a:solidFill>
            <a:schemeClr val="tx1"/>
          </a:solidFill>
          <a:latin typeface="+mn-lt"/>
          <a:ea typeface="+mn-ea"/>
          <a:cs typeface="+mn-cs"/>
        </a:defRPr>
      </a:lvl8pPr>
      <a:lvl9pPr marL="3323478" indent="-195499" algn="l" defTabSz="390997" rtl="0" eaLnBrk="1" latinLnBrk="0" hangingPunct="1">
        <a:spcBef>
          <a:spcPct val="20000"/>
        </a:spcBef>
        <a:buFont typeface="Arial"/>
        <a:buChar char="•"/>
        <a:defRPr sz="1710" kern="1200">
          <a:solidFill>
            <a:schemeClr val="tx1"/>
          </a:solidFill>
          <a:latin typeface="+mn-lt"/>
          <a:ea typeface="+mn-ea"/>
          <a:cs typeface="+mn-cs"/>
        </a:defRPr>
      </a:lvl9pPr>
    </p:bodyStyle>
    <p:otherStyle>
      <a:defPPr>
        <a:defRPr lang="it-IT"/>
      </a:defPPr>
      <a:lvl1pPr marL="0" algn="l" defTabSz="390997" rtl="0" eaLnBrk="1" latinLnBrk="0" hangingPunct="1">
        <a:defRPr sz="1539" kern="1200">
          <a:solidFill>
            <a:schemeClr val="tx1"/>
          </a:solidFill>
          <a:latin typeface="+mn-lt"/>
          <a:ea typeface="+mn-ea"/>
          <a:cs typeface="+mn-cs"/>
        </a:defRPr>
      </a:lvl1pPr>
      <a:lvl2pPr marL="390997" algn="l" defTabSz="390997" rtl="0" eaLnBrk="1" latinLnBrk="0" hangingPunct="1">
        <a:defRPr sz="1539" kern="1200">
          <a:solidFill>
            <a:schemeClr val="tx1"/>
          </a:solidFill>
          <a:latin typeface="+mn-lt"/>
          <a:ea typeface="+mn-ea"/>
          <a:cs typeface="+mn-cs"/>
        </a:defRPr>
      </a:lvl2pPr>
      <a:lvl3pPr marL="781995" algn="l" defTabSz="390997" rtl="0" eaLnBrk="1" latinLnBrk="0" hangingPunct="1">
        <a:defRPr sz="1539" kern="1200">
          <a:solidFill>
            <a:schemeClr val="tx1"/>
          </a:solidFill>
          <a:latin typeface="+mn-lt"/>
          <a:ea typeface="+mn-ea"/>
          <a:cs typeface="+mn-cs"/>
        </a:defRPr>
      </a:lvl3pPr>
      <a:lvl4pPr marL="1172992" algn="l" defTabSz="390997" rtl="0" eaLnBrk="1" latinLnBrk="0" hangingPunct="1">
        <a:defRPr sz="1539" kern="1200">
          <a:solidFill>
            <a:schemeClr val="tx1"/>
          </a:solidFill>
          <a:latin typeface="+mn-lt"/>
          <a:ea typeface="+mn-ea"/>
          <a:cs typeface="+mn-cs"/>
        </a:defRPr>
      </a:lvl4pPr>
      <a:lvl5pPr marL="1563990" algn="l" defTabSz="390997" rtl="0" eaLnBrk="1" latinLnBrk="0" hangingPunct="1">
        <a:defRPr sz="1539" kern="1200">
          <a:solidFill>
            <a:schemeClr val="tx1"/>
          </a:solidFill>
          <a:latin typeface="+mn-lt"/>
          <a:ea typeface="+mn-ea"/>
          <a:cs typeface="+mn-cs"/>
        </a:defRPr>
      </a:lvl5pPr>
      <a:lvl6pPr marL="1954987" algn="l" defTabSz="390997" rtl="0" eaLnBrk="1" latinLnBrk="0" hangingPunct="1">
        <a:defRPr sz="1539" kern="1200">
          <a:solidFill>
            <a:schemeClr val="tx1"/>
          </a:solidFill>
          <a:latin typeface="+mn-lt"/>
          <a:ea typeface="+mn-ea"/>
          <a:cs typeface="+mn-cs"/>
        </a:defRPr>
      </a:lvl6pPr>
      <a:lvl7pPr marL="2345985" algn="l" defTabSz="390997" rtl="0" eaLnBrk="1" latinLnBrk="0" hangingPunct="1">
        <a:defRPr sz="1539" kern="1200">
          <a:solidFill>
            <a:schemeClr val="tx1"/>
          </a:solidFill>
          <a:latin typeface="+mn-lt"/>
          <a:ea typeface="+mn-ea"/>
          <a:cs typeface="+mn-cs"/>
        </a:defRPr>
      </a:lvl7pPr>
      <a:lvl8pPr marL="2736982" algn="l" defTabSz="390997" rtl="0" eaLnBrk="1" latinLnBrk="0" hangingPunct="1">
        <a:defRPr sz="1539" kern="1200">
          <a:solidFill>
            <a:schemeClr val="tx1"/>
          </a:solidFill>
          <a:latin typeface="+mn-lt"/>
          <a:ea typeface="+mn-ea"/>
          <a:cs typeface="+mn-cs"/>
        </a:defRPr>
      </a:lvl8pPr>
      <a:lvl9pPr marL="3127980" algn="l" defTabSz="390997" rtl="0" eaLnBrk="1" latinLnBrk="0" hangingPunct="1">
        <a:defRPr sz="1539"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6DDE2A3-62FC-452E-8DCE-6F688C1119C6}"/>
              </a:ext>
            </a:extLst>
          </p:cNvPr>
          <p:cNvGraphicFramePr>
            <a:graphicFrameLocks noChangeAspect="1"/>
          </p:cNvGraphicFramePr>
          <p:nvPr userDrawn="1">
            <p:custDataLst>
              <p:tags r:id="rId13"/>
            </p:custData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Diapositive think-cell" r:id="rId14" imgW="338" imgH="338" progId="TCLayout.ActiveDocument.1">
                  <p:embed/>
                </p:oleObj>
              </mc:Choice>
              <mc:Fallback>
                <p:oleObj name="Diapositive think-cell" r:id="rId14" imgW="338" imgH="338" progId="TCLayout.ActiveDocument.1">
                  <p:embed/>
                  <p:pic>
                    <p:nvPicPr>
                      <p:cNvPr id="4" name="Object 3" hidden="1">
                        <a:extLst>
                          <a:ext uri="{FF2B5EF4-FFF2-40B4-BE49-F238E27FC236}">
                            <a16:creationId xmlns:a16="http://schemas.microsoft.com/office/drawing/2014/main" id="{F6DDE2A3-62FC-452E-8DCE-6F688C1119C6}"/>
                          </a:ext>
                        </a:extLst>
                      </p:cNvPr>
                      <p:cNvPicPr/>
                      <p:nvPr/>
                    </p:nvPicPr>
                    <p:blipFill>
                      <a:blip r:embed="rId15"/>
                      <a:stretch>
                        <a:fillRect/>
                      </a:stretch>
                    </p:blipFill>
                    <p:spPr>
                      <a:xfrm>
                        <a:off x="2119" y="2119"/>
                        <a:ext cx="2117" cy="2117"/>
                      </a:xfrm>
                      <a:prstGeom prst="rect">
                        <a:avLst/>
                      </a:prstGeom>
                    </p:spPr>
                  </p:pic>
                </p:oleObj>
              </mc:Fallback>
            </mc:AlternateContent>
          </a:graphicData>
        </a:graphic>
      </p:graphicFrame>
      <p:pic>
        <p:nvPicPr>
          <p:cNvPr id="12" name="Picture 11" descr="Shape&#10;&#10;Description automatically generated">
            <a:extLst>
              <a:ext uri="{FF2B5EF4-FFF2-40B4-BE49-F238E27FC236}">
                <a16:creationId xmlns:a16="http://schemas.microsoft.com/office/drawing/2014/main" id="{03676D55-C47B-534E-ABA6-BEA7922AA0CB}"/>
              </a:ext>
            </a:extLst>
          </p:cNvPr>
          <p:cNvPicPr>
            <a:picLocks noChangeAspect="1"/>
          </p:cNvPicPr>
          <p:nvPr userDrawn="1"/>
        </p:nvPicPr>
        <p:blipFill>
          <a:blip r:embed="rId16" cstate="print">
            <a:extLst>
              <a:ext uri="{28A0092B-C50C-407E-A947-70E740481C1C}">
                <a14:useLocalDpi xmlns:a14="http://schemas.microsoft.com/office/drawing/2010/main"/>
              </a:ext>
            </a:extLst>
          </a:blip>
          <a:stretch>
            <a:fillRect/>
          </a:stretch>
        </p:blipFill>
        <p:spPr>
          <a:xfrm>
            <a:off x="-22369" y="-26317"/>
            <a:ext cx="1263941" cy="539736"/>
          </a:xfrm>
          <a:prstGeom prst="rect">
            <a:avLst/>
          </a:prstGeom>
        </p:spPr>
      </p:pic>
      <p:sp>
        <p:nvSpPr>
          <p:cNvPr id="2" name="Segnaposto titolo 1"/>
          <p:cNvSpPr>
            <a:spLocks noGrp="1"/>
          </p:cNvSpPr>
          <p:nvPr>
            <p:ph type="title"/>
          </p:nvPr>
        </p:nvSpPr>
        <p:spPr>
          <a:xfrm>
            <a:off x="771787" y="696002"/>
            <a:ext cx="6364448" cy="777668"/>
          </a:xfrm>
          <a:prstGeom prst="rect">
            <a:avLst/>
          </a:prstGeom>
        </p:spPr>
        <p:txBody>
          <a:bodyPr vert="horz" lIns="0" tIns="0" rIns="0" bIns="0" rtlCol="0" anchor="t" anchorCtr="0">
            <a:noAutofit/>
          </a:bodyPr>
          <a:lstStyle/>
          <a:p>
            <a:r>
              <a:rPr lang="en-GB" noProof="0"/>
              <a:t>TITLE GOES HERE</a:t>
            </a:r>
          </a:p>
        </p:txBody>
      </p:sp>
      <p:sp>
        <p:nvSpPr>
          <p:cNvPr id="7" name="Slide Number Placeholder 6">
            <a:extLst>
              <a:ext uri="{FF2B5EF4-FFF2-40B4-BE49-F238E27FC236}">
                <a16:creationId xmlns:a16="http://schemas.microsoft.com/office/drawing/2014/main" id="{F3020AA8-1E03-0144-A325-F7E99DE2463A}"/>
              </a:ext>
            </a:extLst>
          </p:cNvPr>
          <p:cNvSpPr>
            <a:spLocks noGrp="1"/>
          </p:cNvSpPr>
          <p:nvPr>
            <p:ph type="sldNum" sz="quarter" idx="4"/>
          </p:nvPr>
        </p:nvSpPr>
        <p:spPr>
          <a:xfrm>
            <a:off x="267695" y="119864"/>
            <a:ext cx="504092" cy="204512"/>
          </a:xfrm>
          <a:prstGeom prst="rect">
            <a:avLst/>
          </a:prstGeom>
        </p:spPr>
        <p:txBody>
          <a:bodyPr vert="horz" lIns="0" tIns="0" rIns="0" bIns="0" rtlCol="0" anchor="ctr"/>
          <a:lstStyle>
            <a:lvl1pPr algn="l" rtl="0">
              <a:defRPr sz="1200" b="0" i="0" baseline="0">
                <a:solidFill>
                  <a:schemeClr val="accent1"/>
                </a:solidFill>
                <a:latin typeface="+mn-lt"/>
              </a:defRPr>
            </a:lvl1pPr>
          </a:lstStyle>
          <a:p>
            <a:fld id="{29CAE5FC-86E1-1448-8EC3-A22E1B31C8C0}" type="slidenum">
              <a:rPr lang="en-GB" smtClean="0"/>
              <a:pPr/>
              <a:t>‹N°›</a:t>
            </a:fld>
            <a:endParaRPr lang="en-GB"/>
          </a:p>
        </p:txBody>
      </p:sp>
      <p:sp>
        <p:nvSpPr>
          <p:cNvPr id="8" name="Text Placeholder 7">
            <a:extLst>
              <a:ext uri="{FF2B5EF4-FFF2-40B4-BE49-F238E27FC236}">
                <a16:creationId xmlns:a16="http://schemas.microsoft.com/office/drawing/2014/main" id="{42BC265E-D546-8846-A983-9A041AD6CDAE}"/>
              </a:ext>
            </a:extLst>
          </p:cNvPr>
          <p:cNvSpPr>
            <a:spLocks noGrp="1"/>
          </p:cNvSpPr>
          <p:nvPr>
            <p:ph type="body" idx="1"/>
          </p:nvPr>
        </p:nvSpPr>
        <p:spPr>
          <a:xfrm>
            <a:off x="771788" y="3007869"/>
            <a:ext cx="6364448" cy="1320851"/>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10" name="Picture 9" descr="A picture containing logo&#10;&#10;Description automatically generated">
            <a:extLst>
              <a:ext uri="{FF2B5EF4-FFF2-40B4-BE49-F238E27FC236}">
                <a16:creationId xmlns:a16="http://schemas.microsoft.com/office/drawing/2014/main" id="{2B67DF81-D1D2-A396-A04D-DB92ACF9010B}"/>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10532533" y="6146800"/>
            <a:ext cx="1659467" cy="711200"/>
          </a:xfrm>
          <a:prstGeom prst="rect">
            <a:avLst/>
          </a:prstGeom>
        </p:spPr>
      </p:pic>
    </p:spTree>
    <p:extLst>
      <p:ext uri="{BB962C8B-B14F-4D97-AF65-F5344CB8AC3E}">
        <p14:creationId xmlns:p14="http://schemas.microsoft.com/office/powerpoint/2010/main" val="3623304973"/>
      </p:ext>
    </p:extLst>
  </p:cSld>
  <p:clrMap bg1="lt1" tx1="dk1" bg2="lt2" tx2="dk2" accent1="accent1" accent2="accent2" accent3="accent3" accent4="accent4" accent5="accent5" accent6="accent6" hlink="hlink" folHlink="folHlink"/>
  <p:sldLayoutIdLst>
    <p:sldLayoutId id="2147484420" r:id="rId1"/>
    <p:sldLayoutId id="2147484421" r:id="rId2"/>
    <p:sldLayoutId id="2147484422" r:id="rId3"/>
    <p:sldLayoutId id="2147484423" r:id="rId4"/>
    <p:sldLayoutId id="2147484424" r:id="rId5"/>
    <p:sldLayoutId id="2147484425" r:id="rId6"/>
    <p:sldLayoutId id="2147484426" r:id="rId7"/>
    <p:sldLayoutId id="2147484427" r:id="rId8"/>
    <p:sldLayoutId id="2147484428" r:id="rId9"/>
    <p:sldLayoutId id="2147484429" r:id="rId10"/>
    <p:sldLayoutId id="2147484430" r:id="rId11"/>
  </p:sldLayoutIdLst>
  <p:hf hdr="0"/>
  <p:txStyles>
    <p:titleStyle>
      <a:lvl1pPr algn="l" defTabSz="390987" rtl="0" eaLnBrk="1" latinLnBrk="0" hangingPunct="1">
        <a:lnSpc>
          <a:spcPts val="2000"/>
        </a:lnSpc>
        <a:spcBef>
          <a:spcPct val="0"/>
        </a:spcBef>
        <a:buNone/>
        <a:defRPr sz="2000" b="1" i="0" kern="1200" cap="all" spc="50" baseline="0">
          <a:solidFill>
            <a:schemeClr val="accent1"/>
          </a:solidFill>
          <a:latin typeface="+mj-lt"/>
          <a:ea typeface="+mj-ea"/>
          <a:cs typeface="IvyMode SemiBold" panose="020B0404020101010102" pitchFamily="34" charset="0"/>
        </a:defRPr>
      </a:lvl1pPr>
    </p:titleStyle>
    <p:bodyStyle>
      <a:lvl1pPr marL="0" indent="0" algn="l" defTabSz="390987" rtl="0" eaLnBrk="1" latinLnBrk="0" hangingPunct="1">
        <a:lnSpc>
          <a:spcPts val="1100"/>
        </a:lnSpc>
        <a:spcBef>
          <a:spcPts val="0"/>
        </a:spcBef>
        <a:spcAft>
          <a:spcPts val="500"/>
        </a:spcAft>
        <a:buFont typeface="Arial"/>
        <a:buNone/>
        <a:defRPr sz="1000" b="0" i="0" kern="1200" baseline="0">
          <a:solidFill>
            <a:schemeClr val="accent4"/>
          </a:solidFill>
          <a:latin typeface="+mn-lt"/>
          <a:ea typeface="+mn-ea"/>
          <a:cs typeface="+mn-cs"/>
        </a:defRPr>
      </a:lvl1pPr>
      <a:lvl2pPr marL="390987" indent="0" algn="l" defTabSz="390987" rtl="0" eaLnBrk="1" latinLnBrk="0" hangingPunct="1">
        <a:lnSpc>
          <a:spcPts val="1100"/>
        </a:lnSpc>
        <a:spcBef>
          <a:spcPts val="0"/>
        </a:spcBef>
        <a:spcAft>
          <a:spcPts val="500"/>
        </a:spcAft>
        <a:buFont typeface="Arial"/>
        <a:buNone/>
        <a:defRPr sz="1000" b="0" i="0" kern="1200" baseline="0">
          <a:solidFill>
            <a:schemeClr val="accent4"/>
          </a:solidFill>
          <a:latin typeface="+mn-lt"/>
          <a:ea typeface="+mn-ea"/>
          <a:cs typeface="+mn-cs"/>
        </a:defRPr>
      </a:lvl2pPr>
      <a:lvl3pPr marL="781976" indent="0" algn="l" defTabSz="390987" rtl="0" eaLnBrk="1" latinLnBrk="0" hangingPunct="1">
        <a:lnSpc>
          <a:spcPts val="1100"/>
        </a:lnSpc>
        <a:spcBef>
          <a:spcPts val="0"/>
        </a:spcBef>
        <a:spcAft>
          <a:spcPts val="500"/>
        </a:spcAft>
        <a:buFont typeface="Arial"/>
        <a:buNone/>
        <a:defRPr sz="1000" b="0" i="0" kern="1200" baseline="0">
          <a:solidFill>
            <a:schemeClr val="accent4"/>
          </a:solidFill>
          <a:latin typeface="+mn-lt"/>
          <a:ea typeface="+mn-ea"/>
          <a:cs typeface="+mn-cs"/>
        </a:defRPr>
      </a:lvl3pPr>
      <a:lvl4pPr marL="1172963" indent="0" algn="l" defTabSz="390987" rtl="0" eaLnBrk="1" latinLnBrk="0" hangingPunct="1">
        <a:lnSpc>
          <a:spcPts val="1100"/>
        </a:lnSpc>
        <a:spcBef>
          <a:spcPts val="0"/>
        </a:spcBef>
        <a:spcAft>
          <a:spcPts val="500"/>
        </a:spcAft>
        <a:buFont typeface="Arial"/>
        <a:buNone/>
        <a:defRPr sz="1000" b="0" i="0" kern="1200" baseline="0">
          <a:solidFill>
            <a:schemeClr val="accent4"/>
          </a:solidFill>
          <a:latin typeface="+mn-lt"/>
          <a:ea typeface="+mn-ea"/>
          <a:cs typeface="+mn-cs"/>
        </a:defRPr>
      </a:lvl4pPr>
      <a:lvl5pPr marL="1563951" indent="0" algn="l" defTabSz="390987" rtl="0" eaLnBrk="1" latinLnBrk="0" hangingPunct="1">
        <a:lnSpc>
          <a:spcPts val="1100"/>
        </a:lnSpc>
        <a:spcBef>
          <a:spcPts val="0"/>
        </a:spcBef>
        <a:spcAft>
          <a:spcPts val="500"/>
        </a:spcAft>
        <a:buFont typeface="Arial"/>
        <a:buNone/>
        <a:defRPr sz="1000" b="0" i="0" kern="1200" baseline="0">
          <a:solidFill>
            <a:schemeClr val="accent4"/>
          </a:solidFill>
          <a:latin typeface="+mn-lt"/>
          <a:ea typeface="+mn-ea"/>
          <a:cs typeface="+mn-cs"/>
        </a:defRPr>
      </a:lvl5pPr>
      <a:lvl6pPr marL="2150432" indent="-195494" algn="l" defTabSz="390987" rtl="0" eaLnBrk="1" latinLnBrk="0" hangingPunct="1">
        <a:spcBef>
          <a:spcPct val="20000"/>
        </a:spcBef>
        <a:buFont typeface="Arial"/>
        <a:buChar char="•"/>
        <a:defRPr sz="1710" kern="1200">
          <a:solidFill>
            <a:schemeClr val="tx1"/>
          </a:solidFill>
          <a:latin typeface="+mn-lt"/>
          <a:ea typeface="+mn-ea"/>
          <a:cs typeface="+mn-cs"/>
        </a:defRPr>
      </a:lvl6pPr>
      <a:lvl7pPr marL="2541419" indent="-195494" algn="l" defTabSz="390987" rtl="0" eaLnBrk="1" latinLnBrk="0" hangingPunct="1">
        <a:spcBef>
          <a:spcPct val="20000"/>
        </a:spcBef>
        <a:buFont typeface="Arial"/>
        <a:buChar char="•"/>
        <a:defRPr sz="1710" kern="1200">
          <a:solidFill>
            <a:schemeClr val="tx1"/>
          </a:solidFill>
          <a:latin typeface="+mn-lt"/>
          <a:ea typeface="+mn-ea"/>
          <a:cs typeface="+mn-cs"/>
        </a:defRPr>
      </a:lvl7pPr>
      <a:lvl8pPr marL="2932408" indent="-195494" algn="l" defTabSz="390987" rtl="0" eaLnBrk="1" latinLnBrk="0" hangingPunct="1">
        <a:spcBef>
          <a:spcPct val="20000"/>
        </a:spcBef>
        <a:buFont typeface="Arial"/>
        <a:buChar char="•"/>
        <a:defRPr sz="1710" kern="1200">
          <a:solidFill>
            <a:schemeClr val="tx1"/>
          </a:solidFill>
          <a:latin typeface="+mn-lt"/>
          <a:ea typeface="+mn-ea"/>
          <a:cs typeface="+mn-cs"/>
        </a:defRPr>
      </a:lvl8pPr>
      <a:lvl9pPr marL="3323395" indent="-195494" algn="l" defTabSz="390987" rtl="0" eaLnBrk="1" latinLnBrk="0" hangingPunct="1">
        <a:spcBef>
          <a:spcPct val="20000"/>
        </a:spcBef>
        <a:buFont typeface="Arial"/>
        <a:buChar char="•"/>
        <a:defRPr sz="1710" kern="1200">
          <a:solidFill>
            <a:schemeClr val="tx1"/>
          </a:solidFill>
          <a:latin typeface="+mn-lt"/>
          <a:ea typeface="+mn-ea"/>
          <a:cs typeface="+mn-cs"/>
        </a:defRPr>
      </a:lvl9pPr>
    </p:bodyStyle>
    <p:otherStyle>
      <a:defPPr>
        <a:defRPr lang="it-IT"/>
      </a:defPPr>
      <a:lvl1pPr marL="0" algn="l" defTabSz="390987" rtl="0" eaLnBrk="1" latinLnBrk="0" hangingPunct="1">
        <a:defRPr sz="1539" kern="1200">
          <a:solidFill>
            <a:schemeClr val="tx1"/>
          </a:solidFill>
          <a:latin typeface="+mn-lt"/>
          <a:ea typeface="+mn-ea"/>
          <a:cs typeface="+mn-cs"/>
        </a:defRPr>
      </a:lvl1pPr>
      <a:lvl2pPr marL="390987" algn="l" defTabSz="390987" rtl="0" eaLnBrk="1" latinLnBrk="0" hangingPunct="1">
        <a:defRPr sz="1539" kern="1200">
          <a:solidFill>
            <a:schemeClr val="tx1"/>
          </a:solidFill>
          <a:latin typeface="+mn-lt"/>
          <a:ea typeface="+mn-ea"/>
          <a:cs typeface="+mn-cs"/>
        </a:defRPr>
      </a:lvl2pPr>
      <a:lvl3pPr marL="781976" algn="l" defTabSz="390987" rtl="0" eaLnBrk="1" latinLnBrk="0" hangingPunct="1">
        <a:defRPr sz="1539" kern="1200">
          <a:solidFill>
            <a:schemeClr val="tx1"/>
          </a:solidFill>
          <a:latin typeface="+mn-lt"/>
          <a:ea typeface="+mn-ea"/>
          <a:cs typeface="+mn-cs"/>
        </a:defRPr>
      </a:lvl3pPr>
      <a:lvl4pPr marL="1172963" algn="l" defTabSz="390987" rtl="0" eaLnBrk="1" latinLnBrk="0" hangingPunct="1">
        <a:defRPr sz="1539" kern="1200">
          <a:solidFill>
            <a:schemeClr val="tx1"/>
          </a:solidFill>
          <a:latin typeface="+mn-lt"/>
          <a:ea typeface="+mn-ea"/>
          <a:cs typeface="+mn-cs"/>
        </a:defRPr>
      </a:lvl4pPr>
      <a:lvl5pPr marL="1563951" algn="l" defTabSz="390987" rtl="0" eaLnBrk="1" latinLnBrk="0" hangingPunct="1">
        <a:defRPr sz="1539" kern="1200">
          <a:solidFill>
            <a:schemeClr val="tx1"/>
          </a:solidFill>
          <a:latin typeface="+mn-lt"/>
          <a:ea typeface="+mn-ea"/>
          <a:cs typeface="+mn-cs"/>
        </a:defRPr>
      </a:lvl5pPr>
      <a:lvl6pPr marL="1954938" algn="l" defTabSz="390987" rtl="0" eaLnBrk="1" latinLnBrk="0" hangingPunct="1">
        <a:defRPr sz="1539" kern="1200">
          <a:solidFill>
            <a:schemeClr val="tx1"/>
          </a:solidFill>
          <a:latin typeface="+mn-lt"/>
          <a:ea typeface="+mn-ea"/>
          <a:cs typeface="+mn-cs"/>
        </a:defRPr>
      </a:lvl6pPr>
      <a:lvl7pPr marL="2345927" algn="l" defTabSz="390987" rtl="0" eaLnBrk="1" latinLnBrk="0" hangingPunct="1">
        <a:defRPr sz="1539" kern="1200">
          <a:solidFill>
            <a:schemeClr val="tx1"/>
          </a:solidFill>
          <a:latin typeface="+mn-lt"/>
          <a:ea typeface="+mn-ea"/>
          <a:cs typeface="+mn-cs"/>
        </a:defRPr>
      </a:lvl7pPr>
      <a:lvl8pPr marL="2736914" algn="l" defTabSz="390987" rtl="0" eaLnBrk="1" latinLnBrk="0" hangingPunct="1">
        <a:defRPr sz="1539" kern="1200">
          <a:solidFill>
            <a:schemeClr val="tx1"/>
          </a:solidFill>
          <a:latin typeface="+mn-lt"/>
          <a:ea typeface="+mn-ea"/>
          <a:cs typeface="+mn-cs"/>
        </a:defRPr>
      </a:lvl8pPr>
      <a:lvl9pPr marL="3127902" algn="l" defTabSz="390987" rtl="0" eaLnBrk="1" latinLnBrk="0" hangingPunct="1">
        <a:defRPr sz="1539"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C25B3C3-1599-4AC0-B93B-9B0090BE44BC}"/>
              </a:ext>
            </a:extLst>
          </p:cNvPr>
          <p:cNvGraphicFramePr>
            <a:graphicFrameLocks noChangeAspect="1"/>
          </p:cNvGraphicFramePr>
          <p:nvPr userDrawn="1">
            <p:custDataLst>
              <p:tags r:id="rId7"/>
            </p:custDataLst>
            <p:extLst>
              <p:ext uri="{D42A27DB-BD31-4B8C-83A1-F6EECF244321}">
                <p14:modId xmlns:p14="http://schemas.microsoft.com/office/powerpoint/2010/main" val="292846074"/>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8" imgW="272" imgH="272" progId="TCLayout.ActiveDocument.1">
                  <p:embed/>
                </p:oleObj>
              </mc:Choice>
              <mc:Fallback>
                <p:oleObj name="Diapositive think-cell" r:id="rId8" imgW="272" imgH="272" progId="TCLayout.ActiveDocument.1">
                  <p:embed/>
                  <p:pic>
                    <p:nvPicPr>
                      <p:cNvPr id="5" name="Object 4" hidden="1">
                        <a:extLst>
                          <a:ext uri="{FF2B5EF4-FFF2-40B4-BE49-F238E27FC236}">
                            <a16:creationId xmlns:a16="http://schemas.microsoft.com/office/drawing/2014/main" id="{4C25B3C3-1599-4AC0-B93B-9B0090BE44BC}"/>
                          </a:ext>
                        </a:extLst>
                      </p:cNvPr>
                      <p:cNvPicPr/>
                      <p:nvPr/>
                    </p:nvPicPr>
                    <p:blipFill>
                      <a:blip r:embed="rId9"/>
                      <a:stretch>
                        <a:fillRect/>
                      </a:stretch>
                    </p:blipFill>
                    <p:spPr>
                      <a:xfrm>
                        <a:off x="2118" y="2118"/>
                        <a:ext cx="2117" cy="2117"/>
                      </a:xfrm>
                      <a:prstGeom prst="rect">
                        <a:avLst/>
                      </a:prstGeom>
                    </p:spPr>
                  </p:pic>
                </p:oleObj>
              </mc:Fallback>
            </mc:AlternateContent>
          </a:graphicData>
        </a:graphic>
      </p:graphicFrame>
      <p:pic>
        <p:nvPicPr>
          <p:cNvPr id="4" name="Picture 3" descr="Shape, rectangle&#10;&#10;Description automatically generated">
            <a:extLst>
              <a:ext uri="{FF2B5EF4-FFF2-40B4-BE49-F238E27FC236}">
                <a16:creationId xmlns:a16="http://schemas.microsoft.com/office/drawing/2014/main" id="{41BC2CCD-ACFC-5F4B-845E-6B554A2DA7A3}"/>
              </a:ext>
            </a:extLst>
          </p:cNvPr>
          <p:cNvPicPr>
            <a:picLocks noChangeAspect="1"/>
          </p:cNvPicPr>
          <p:nvPr userDrawn="1"/>
        </p:nvPicPr>
        <p:blipFill>
          <a:blip r:embed="rId10" cstate="hqprint">
            <a:extLst>
              <a:ext uri="{28A0092B-C50C-407E-A947-70E740481C1C}">
                <a14:useLocalDpi xmlns:a14="http://schemas.microsoft.com/office/drawing/2010/main"/>
              </a:ext>
            </a:extLst>
          </a:blip>
          <a:stretch>
            <a:fillRect/>
          </a:stretch>
        </p:blipFill>
        <p:spPr>
          <a:xfrm>
            <a:off x="2" y="0"/>
            <a:ext cx="9507521" cy="1915459"/>
          </a:xfrm>
          <a:prstGeom prst="rect">
            <a:avLst/>
          </a:prstGeom>
        </p:spPr>
      </p:pic>
      <p:sp>
        <p:nvSpPr>
          <p:cNvPr id="2" name="Segnaposto titolo 1"/>
          <p:cNvSpPr>
            <a:spLocks noGrp="1"/>
          </p:cNvSpPr>
          <p:nvPr>
            <p:ph type="title"/>
          </p:nvPr>
        </p:nvSpPr>
        <p:spPr>
          <a:xfrm>
            <a:off x="771787" y="696000"/>
            <a:ext cx="6364448" cy="822712"/>
          </a:xfrm>
          <a:prstGeom prst="rect">
            <a:avLst/>
          </a:prstGeom>
        </p:spPr>
        <p:txBody>
          <a:bodyPr vert="horz" lIns="0" tIns="0" rIns="0" bIns="0" rtlCol="0" anchor="t" anchorCtr="0">
            <a:noAutofit/>
          </a:bodyPr>
          <a:lstStyle/>
          <a:p>
            <a:r>
              <a:rPr lang="en-GB" noProof="0"/>
              <a:t>TITLE GOES HERE</a:t>
            </a:r>
          </a:p>
        </p:txBody>
      </p:sp>
      <p:sp>
        <p:nvSpPr>
          <p:cNvPr id="7" name="Slide Number Placeholder 6">
            <a:extLst>
              <a:ext uri="{FF2B5EF4-FFF2-40B4-BE49-F238E27FC236}">
                <a16:creationId xmlns:a16="http://schemas.microsoft.com/office/drawing/2014/main" id="{F3020AA8-1E03-0144-A325-F7E99DE2463A}"/>
              </a:ext>
            </a:extLst>
          </p:cNvPr>
          <p:cNvSpPr>
            <a:spLocks noGrp="1"/>
          </p:cNvSpPr>
          <p:nvPr>
            <p:ph type="sldNum" sz="quarter" idx="4"/>
          </p:nvPr>
        </p:nvSpPr>
        <p:spPr>
          <a:xfrm>
            <a:off x="267695" y="119864"/>
            <a:ext cx="504092" cy="204512"/>
          </a:xfrm>
          <a:prstGeom prst="rect">
            <a:avLst/>
          </a:prstGeom>
        </p:spPr>
        <p:txBody>
          <a:bodyPr vert="horz" lIns="0" tIns="0" rIns="0" bIns="0" rtlCol="0" anchor="ctr"/>
          <a:lstStyle>
            <a:lvl1pPr algn="l">
              <a:defRPr sz="1200" b="0" i="0" baseline="0">
                <a:solidFill>
                  <a:schemeClr val="bg2"/>
                </a:solidFill>
                <a:latin typeface="+mn-lt"/>
              </a:defRPr>
            </a:lvl1pPr>
          </a:lstStyle>
          <a:p>
            <a:fld id="{29CAE5FC-86E1-1448-8EC3-A22E1B31C8C0}" type="slidenum">
              <a:rPr lang="en-US" smtClean="0"/>
              <a:pPr/>
              <a:t>‹N°›</a:t>
            </a:fld>
            <a:endParaRPr lang="en-US"/>
          </a:p>
        </p:txBody>
      </p:sp>
      <p:sp>
        <p:nvSpPr>
          <p:cNvPr id="8" name="Text Placeholder 7">
            <a:extLst>
              <a:ext uri="{FF2B5EF4-FFF2-40B4-BE49-F238E27FC236}">
                <a16:creationId xmlns:a16="http://schemas.microsoft.com/office/drawing/2014/main" id="{42BC265E-D546-8846-A983-9A041AD6CDAE}"/>
              </a:ext>
            </a:extLst>
          </p:cNvPr>
          <p:cNvSpPr>
            <a:spLocks noGrp="1"/>
          </p:cNvSpPr>
          <p:nvPr>
            <p:ph type="body" idx="1"/>
          </p:nvPr>
        </p:nvSpPr>
        <p:spPr>
          <a:xfrm>
            <a:off x="1409351" y="3007869"/>
            <a:ext cx="5726885" cy="1320851"/>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Picture 8" descr="A picture containing logo&#10;&#10;Description automatically generated">
            <a:extLst>
              <a:ext uri="{FF2B5EF4-FFF2-40B4-BE49-F238E27FC236}">
                <a16:creationId xmlns:a16="http://schemas.microsoft.com/office/drawing/2014/main" id="{0D92D0AF-D4D3-4EE8-63F5-67F689BFE6F8}"/>
              </a:ext>
            </a:extLst>
          </p:cNvPr>
          <p:cNvPicPr>
            <a:picLocks noChangeAspect="1"/>
          </p:cNvPicPr>
          <p:nvPr userDrawn="1"/>
        </p:nvPicPr>
        <p:blipFill>
          <a:blip r:embed="rId11" cstate="email">
            <a:extLst>
              <a:ext uri="{28A0092B-C50C-407E-A947-70E740481C1C}">
                <a14:useLocalDpi xmlns:a14="http://schemas.microsoft.com/office/drawing/2010/main"/>
              </a:ext>
            </a:extLst>
          </a:blip>
          <a:stretch>
            <a:fillRect/>
          </a:stretch>
        </p:blipFill>
        <p:spPr>
          <a:xfrm>
            <a:off x="10532533" y="6146800"/>
            <a:ext cx="1659467" cy="711200"/>
          </a:xfrm>
          <a:prstGeom prst="rect">
            <a:avLst/>
          </a:prstGeom>
        </p:spPr>
      </p:pic>
    </p:spTree>
    <p:extLst>
      <p:ext uri="{BB962C8B-B14F-4D97-AF65-F5344CB8AC3E}">
        <p14:creationId xmlns:p14="http://schemas.microsoft.com/office/powerpoint/2010/main" val="3943186137"/>
      </p:ext>
    </p:extLst>
  </p:cSld>
  <p:clrMap bg1="lt1" tx1="dk1" bg2="lt2" tx2="dk2" accent1="accent1" accent2="accent2" accent3="accent3" accent4="accent4" accent5="accent5" accent6="accent6" hlink="hlink" folHlink="folHlink"/>
  <p:sldLayoutIdLst>
    <p:sldLayoutId id="2147484840" r:id="rId1"/>
    <p:sldLayoutId id="2147484841" r:id="rId2"/>
    <p:sldLayoutId id="2147484842" r:id="rId3"/>
    <p:sldLayoutId id="2147484843" r:id="rId4"/>
    <p:sldLayoutId id="2147484844" r:id="rId5"/>
  </p:sldLayoutIdLst>
  <p:hf hdr="0"/>
  <p:txStyles>
    <p:titleStyle>
      <a:lvl1pPr algn="l" defTabSz="521316" rtl="0" eaLnBrk="1" latinLnBrk="0" hangingPunct="1">
        <a:lnSpc>
          <a:spcPts val="2667"/>
        </a:lnSpc>
        <a:spcBef>
          <a:spcPct val="0"/>
        </a:spcBef>
        <a:buNone/>
        <a:defRPr sz="2667" b="1" i="0" kern="1200" cap="all" spc="67" baseline="0">
          <a:solidFill>
            <a:schemeClr val="bg2"/>
          </a:solidFill>
          <a:latin typeface="+mj-lt"/>
          <a:ea typeface="+mj-ea"/>
          <a:cs typeface="IvyMode SemiBold" panose="020B0404020101010102" pitchFamily="34" charset="0"/>
        </a:defRPr>
      </a:lvl1pPr>
    </p:titleStyle>
    <p:bodyStyle>
      <a:lvl1pPr marL="0" indent="0" algn="l" defTabSz="521316" rtl="0" eaLnBrk="1" latinLnBrk="0" hangingPunct="1">
        <a:lnSpc>
          <a:spcPts val="1467"/>
        </a:lnSpc>
        <a:spcBef>
          <a:spcPts val="0"/>
        </a:spcBef>
        <a:spcAft>
          <a:spcPts val="667"/>
        </a:spcAft>
        <a:buFont typeface="Arial"/>
        <a:buNone/>
        <a:defRPr sz="1333" b="0" i="0" kern="1200" baseline="0">
          <a:solidFill>
            <a:schemeClr val="accent2"/>
          </a:solidFill>
          <a:latin typeface="+mn-lt"/>
          <a:ea typeface="+mn-ea"/>
          <a:cs typeface="+mn-cs"/>
        </a:defRPr>
      </a:lvl1pPr>
      <a:lvl2pPr marL="521316" indent="0" algn="l" defTabSz="521316" rtl="0" eaLnBrk="1" latinLnBrk="0" hangingPunct="1">
        <a:lnSpc>
          <a:spcPts val="1467"/>
        </a:lnSpc>
        <a:spcBef>
          <a:spcPts val="0"/>
        </a:spcBef>
        <a:spcAft>
          <a:spcPts val="667"/>
        </a:spcAft>
        <a:buFont typeface="Arial"/>
        <a:buNone/>
        <a:defRPr sz="1333" b="0" i="0" kern="1200" baseline="0">
          <a:solidFill>
            <a:schemeClr val="accent2"/>
          </a:solidFill>
          <a:latin typeface="+mn-lt"/>
          <a:ea typeface="+mn-ea"/>
          <a:cs typeface="+mn-cs"/>
        </a:defRPr>
      </a:lvl2pPr>
      <a:lvl3pPr marL="1042634" indent="0" algn="l" defTabSz="521316" rtl="0" eaLnBrk="1" latinLnBrk="0" hangingPunct="1">
        <a:lnSpc>
          <a:spcPts val="1467"/>
        </a:lnSpc>
        <a:spcBef>
          <a:spcPts val="0"/>
        </a:spcBef>
        <a:spcAft>
          <a:spcPts val="667"/>
        </a:spcAft>
        <a:buFont typeface="Arial"/>
        <a:buNone/>
        <a:defRPr sz="1333" b="0" i="0" kern="1200" baseline="0">
          <a:solidFill>
            <a:schemeClr val="accent2"/>
          </a:solidFill>
          <a:latin typeface="+mn-lt"/>
          <a:ea typeface="+mn-ea"/>
          <a:cs typeface="+mn-cs"/>
        </a:defRPr>
      </a:lvl3pPr>
      <a:lvl4pPr marL="1563950" indent="0" algn="l" defTabSz="521316" rtl="0" eaLnBrk="1" latinLnBrk="0" hangingPunct="1">
        <a:lnSpc>
          <a:spcPts val="1467"/>
        </a:lnSpc>
        <a:spcBef>
          <a:spcPts val="0"/>
        </a:spcBef>
        <a:spcAft>
          <a:spcPts val="667"/>
        </a:spcAft>
        <a:buFont typeface="Arial"/>
        <a:buNone/>
        <a:defRPr sz="1333" b="0" i="0" kern="1200" baseline="0">
          <a:solidFill>
            <a:schemeClr val="accent2"/>
          </a:solidFill>
          <a:latin typeface="+mn-lt"/>
          <a:ea typeface="+mn-ea"/>
          <a:cs typeface="+mn-cs"/>
        </a:defRPr>
      </a:lvl4pPr>
      <a:lvl5pPr marL="2085268" indent="0" algn="l" defTabSz="521316" rtl="0" eaLnBrk="1" latinLnBrk="0" hangingPunct="1">
        <a:lnSpc>
          <a:spcPts val="1467"/>
        </a:lnSpc>
        <a:spcBef>
          <a:spcPts val="0"/>
        </a:spcBef>
        <a:spcAft>
          <a:spcPts val="667"/>
        </a:spcAft>
        <a:buFont typeface="Arial"/>
        <a:buNone/>
        <a:defRPr sz="1333" b="0" i="0" kern="1200" baseline="0">
          <a:solidFill>
            <a:schemeClr val="accent2"/>
          </a:solidFill>
          <a:latin typeface="+mn-lt"/>
          <a:ea typeface="+mn-ea"/>
          <a:cs typeface="+mn-cs"/>
        </a:defRPr>
      </a:lvl5pPr>
      <a:lvl6pPr marL="2867243" indent="-260659" algn="l" defTabSz="521316" rtl="0" eaLnBrk="1" latinLnBrk="0" hangingPunct="1">
        <a:spcBef>
          <a:spcPct val="20000"/>
        </a:spcBef>
        <a:buFont typeface="Arial"/>
        <a:buChar char="•"/>
        <a:defRPr sz="2280" kern="1200">
          <a:solidFill>
            <a:schemeClr val="tx1"/>
          </a:solidFill>
          <a:latin typeface="+mn-lt"/>
          <a:ea typeface="+mn-ea"/>
          <a:cs typeface="+mn-cs"/>
        </a:defRPr>
      </a:lvl6pPr>
      <a:lvl7pPr marL="3388559" indent="-260659" algn="l" defTabSz="521316" rtl="0" eaLnBrk="1" latinLnBrk="0" hangingPunct="1">
        <a:spcBef>
          <a:spcPct val="20000"/>
        </a:spcBef>
        <a:buFont typeface="Arial"/>
        <a:buChar char="•"/>
        <a:defRPr sz="2280" kern="1200">
          <a:solidFill>
            <a:schemeClr val="tx1"/>
          </a:solidFill>
          <a:latin typeface="+mn-lt"/>
          <a:ea typeface="+mn-ea"/>
          <a:cs typeface="+mn-cs"/>
        </a:defRPr>
      </a:lvl7pPr>
      <a:lvl8pPr marL="3909877" indent="-260659" algn="l" defTabSz="521316" rtl="0" eaLnBrk="1" latinLnBrk="0" hangingPunct="1">
        <a:spcBef>
          <a:spcPct val="20000"/>
        </a:spcBef>
        <a:buFont typeface="Arial"/>
        <a:buChar char="•"/>
        <a:defRPr sz="2280" kern="1200">
          <a:solidFill>
            <a:schemeClr val="tx1"/>
          </a:solidFill>
          <a:latin typeface="+mn-lt"/>
          <a:ea typeface="+mn-ea"/>
          <a:cs typeface="+mn-cs"/>
        </a:defRPr>
      </a:lvl8pPr>
      <a:lvl9pPr marL="4431193" indent="-260659" algn="l" defTabSz="521316" rtl="0" eaLnBrk="1" latinLnBrk="0" hangingPunct="1">
        <a:spcBef>
          <a:spcPct val="20000"/>
        </a:spcBef>
        <a:buFont typeface="Arial"/>
        <a:buChar char="•"/>
        <a:defRPr sz="2280" kern="1200">
          <a:solidFill>
            <a:schemeClr val="tx1"/>
          </a:solidFill>
          <a:latin typeface="+mn-lt"/>
          <a:ea typeface="+mn-ea"/>
          <a:cs typeface="+mn-cs"/>
        </a:defRPr>
      </a:lvl9pPr>
    </p:bodyStyle>
    <p:otherStyle>
      <a:defPPr>
        <a:defRPr lang="it-IT"/>
      </a:defPPr>
      <a:lvl1pPr marL="0" algn="l" defTabSz="521316" rtl="0" eaLnBrk="1" latinLnBrk="0" hangingPunct="1">
        <a:defRPr sz="2052" kern="1200">
          <a:solidFill>
            <a:schemeClr val="tx1"/>
          </a:solidFill>
          <a:latin typeface="+mn-lt"/>
          <a:ea typeface="+mn-ea"/>
          <a:cs typeface="+mn-cs"/>
        </a:defRPr>
      </a:lvl1pPr>
      <a:lvl2pPr marL="521316" algn="l" defTabSz="521316" rtl="0" eaLnBrk="1" latinLnBrk="0" hangingPunct="1">
        <a:defRPr sz="2052" kern="1200">
          <a:solidFill>
            <a:schemeClr val="tx1"/>
          </a:solidFill>
          <a:latin typeface="+mn-lt"/>
          <a:ea typeface="+mn-ea"/>
          <a:cs typeface="+mn-cs"/>
        </a:defRPr>
      </a:lvl2pPr>
      <a:lvl3pPr marL="1042634" algn="l" defTabSz="521316" rtl="0" eaLnBrk="1" latinLnBrk="0" hangingPunct="1">
        <a:defRPr sz="2052" kern="1200">
          <a:solidFill>
            <a:schemeClr val="tx1"/>
          </a:solidFill>
          <a:latin typeface="+mn-lt"/>
          <a:ea typeface="+mn-ea"/>
          <a:cs typeface="+mn-cs"/>
        </a:defRPr>
      </a:lvl3pPr>
      <a:lvl4pPr marL="1563950" algn="l" defTabSz="521316" rtl="0" eaLnBrk="1" latinLnBrk="0" hangingPunct="1">
        <a:defRPr sz="2052" kern="1200">
          <a:solidFill>
            <a:schemeClr val="tx1"/>
          </a:solidFill>
          <a:latin typeface="+mn-lt"/>
          <a:ea typeface="+mn-ea"/>
          <a:cs typeface="+mn-cs"/>
        </a:defRPr>
      </a:lvl4pPr>
      <a:lvl5pPr marL="2085268" algn="l" defTabSz="521316" rtl="0" eaLnBrk="1" latinLnBrk="0" hangingPunct="1">
        <a:defRPr sz="2052" kern="1200">
          <a:solidFill>
            <a:schemeClr val="tx1"/>
          </a:solidFill>
          <a:latin typeface="+mn-lt"/>
          <a:ea typeface="+mn-ea"/>
          <a:cs typeface="+mn-cs"/>
        </a:defRPr>
      </a:lvl5pPr>
      <a:lvl6pPr marL="2606584" algn="l" defTabSz="521316" rtl="0" eaLnBrk="1" latinLnBrk="0" hangingPunct="1">
        <a:defRPr sz="2052" kern="1200">
          <a:solidFill>
            <a:schemeClr val="tx1"/>
          </a:solidFill>
          <a:latin typeface="+mn-lt"/>
          <a:ea typeface="+mn-ea"/>
          <a:cs typeface="+mn-cs"/>
        </a:defRPr>
      </a:lvl6pPr>
      <a:lvl7pPr marL="3127902" algn="l" defTabSz="521316" rtl="0" eaLnBrk="1" latinLnBrk="0" hangingPunct="1">
        <a:defRPr sz="2052" kern="1200">
          <a:solidFill>
            <a:schemeClr val="tx1"/>
          </a:solidFill>
          <a:latin typeface="+mn-lt"/>
          <a:ea typeface="+mn-ea"/>
          <a:cs typeface="+mn-cs"/>
        </a:defRPr>
      </a:lvl7pPr>
      <a:lvl8pPr marL="3649218" algn="l" defTabSz="521316" rtl="0" eaLnBrk="1" latinLnBrk="0" hangingPunct="1">
        <a:defRPr sz="2052" kern="1200">
          <a:solidFill>
            <a:schemeClr val="tx1"/>
          </a:solidFill>
          <a:latin typeface="+mn-lt"/>
          <a:ea typeface="+mn-ea"/>
          <a:cs typeface="+mn-cs"/>
        </a:defRPr>
      </a:lvl8pPr>
      <a:lvl9pPr marL="4170536" algn="l" defTabSz="521316" rtl="0" eaLnBrk="1" latinLnBrk="0" hangingPunct="1">
        <a:defRPr sz="2052"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61C9ADB-D2EE-4EF0-8DF5-A4758A62A431}"/>
              </a:ext>
            </a:extLst>
          </p:cNvPr>
          <p:cNvGraphicFramePr>
            <a:graphicFrameLocks noChangeAspect="1"/>
          </p:cNvGraphicFramePr>
          <p:nvPr userDrawn="1">
            <p:custDataLst>
              <p:tags r:id="rId3"/>
            </p:custDataLst>
            <p:extLst>
              <p:ext uri="{D42A27DB-BD31-4B8C-83A1-F6EECF244321}">
                <p14:modId xmlns:p14="http://schemas.microsoft.com/office/powerpoint/2010/main" val="2538632764"/>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4" imgW="338" imgH="338" progId="TCLayout.ActiveDocument.1">
                  <p:embed/>
                </p:oleObj>
              </mc:Choice>
              <mc:Fallback>
                <p:oleObj name="Diapositive think-cell" r:id="rId4" imgW="338" imgH="338" progId="TCLayout.ActiveDocument.1">
                  <p:embed/>
                  <p:pic>
                    <p:nvPicPr>
                      <p:cNvPr id="5" name="Object 4" hidden="1">
                        <a:extLst>
                          <a:ext uri="{FF2B5EF4-FFF2-40B4-BE49-F238E27FC236}">
                            <a16:creationId xmlns:a16="http://schemas.microsoft.com/office/drawing/2014/main" id="{A61C9ADB-D2EE-4EF0-8DF5-A4758A62A431}"/>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pic>
        <p:nvPicPr>
          <p:cNvPr id="9" name="Picture 8" descr="Shape&#10;&#10;Description automatically generated">
            <a:extLst>
              <a:ext uri="{FF2B5EF4-FFF2-40B4-BE49-F238E27FC236}">
                <a16:creationId xmlns:a16="http://schemas.microsoft.com/office/drawing/2014/main" id="{C4841187-E1AF-5343-9FD4-CC267EC2A8B8}"/>
              </a:ext>
            </a:extLst>
          </p:cNvPr>
          <p:cNvPicPr>
            <a:picLocks noChangeAspect="1"/>
          </p:cNvPicPr>
          <p:nvPr userDrawn="1"/>
        </p:nvPicPr>
        <p:blipFill>
          <a:blip r:embed="rId6"/>
          <a:stretch>
            <a:fillRect/>
          </a:stretch>
        </p:blipFill>
        <p:spPr>
          <a:xfrm>
            <a:off x="0" y="0"/>
            <a:ext cx="12192000" cy="6858000"/>
          </a:xfrm>
          <a:prstGeom prst="rect">
            <a:avLst/>
          </a:prstGeom>
        </p:spPr>
      </p:pic>
      <p:sp>
        <p:nvSpPr>
          <p:cNvPr id="2" name="Segnaposto titolo 1"/>
          <p:cNvSpPr>
            <a:spLocks noGrp="1"/>
          </p:cNvSpPr>
          <p:nvPr>
            <p:ph type="title"/>
          </p:nvPr>
        </p:nvSpPr>
        <p:spPr>
          <a:xfrm>
            <a:off x="747125" y="2998256"/>
            <a:ext cx="6839993" cy="430744"/>
          </a:xfrm>
          <a:prstGeom prst="rect">
            <a:avLst/>
          </a:prstGeom>
        </p:spPr>
        <p:txBody>
          <a:bodyPr vert="horz" wrap="none" lIns="0" tIns="0" rIns="0" bIns="0" rtlCol="0" anchor="t" anchorCtr="0">
            <a:noAutofit/>
          </a:bodyPr>
          <a:lstStyle/>
          <a:p>
            <a:r>
              <a:rPr lang="en-GB"/>
              <a:t>Presentation title</a:t>
            </a:r>
          </a:p>
        </p:txBody>
      </p:sp>
      <p:sp>
        <p:nvSpPr>
          <p:cNvPr id="3" name="Date Placeholder 2">
            <a:extLst>
              <a:ext uri="{FF2B5EF4-FFF2-40B4-BE49-F238E27FC236}">
                <a16:creationId xmlns:a16="http://schemas.microsoft.com/office/drawing/2014/main" id="{7B8B8A12-F6D6-7D45-9E9E-F680CEB3F33A}"/>
              </a:ext>
            </a:extLst>
          </p:cNvPr>
          <p:cNvSpPr>
            <a:spLocks noGrp="1"/>
          </p:cNvSpPr>
          <p:nvPr>
            <p:ph type="dt" sz="half" idx="2"/>
          </p:nvPr>
        </p:nvSpPr>
        <p:spPr>
          <a:xfrm>
            <a:off x="747124" y="6135724"/>
            <a:ext cx="3583939" cy="250563"/>
          </a:xfrm>
          <a:prstGeom prst="rect">
            <a:avLst/>
          </a:prstGeom>
        </p:spPr>
        <p:txBody>
          <a:bodyPr vert="horz" lIns="0" tIns="0" rIns="0" bIns="0" rtlCol="0" anchor="t" anchorCtr="0"/>
          <a:lstStyle>
            <a:lvl1pPr algn="l">
              <a:defRPr sz="1600">
                <a:solidFill>
                  <a:schemeClr val="bg2"/>
                </a:solidFill>
              </a:defRPr>
            </a:lvl1pPr>
          </a:lstStyle>
          <a:p>
            <a:fld id="{F5E8AD73-F7E8-CF4A-8555-B6CA25430F3F}" type="datetimeFigureOut">
              <a:rPr lang="en-US" smtClean="0"/>
              <a:pPr/>
              <a:t>6/16/2026</a:t>
            </a:fld>
            <a:endParaRPr lang="en-US"/>
          </a:p>
        </p:txBody>
      </p:sp>
      <p:pic>
        <p:nvPicPr>
          <p:cNvPr id="6" name="Picture 5" descr="Logo&#10;&#10;Description automatically generated with low confidence">
            <a:extLst>
              <a:ext uri="{FF2B5EF4-FFF2-40B4-BE49-F238E27FC236}">
                <a16:creationId xmlns:a16="http://schemas.microsoft.com/office/drawing/2014/main" id="{80944110-F9E1-094E-8BEA-4DB9494A8A6D}"/>
              </a:ext>
            </a:extLst>
          </p:cNvPr>
          <p:cNvPicPr>
            <a:picLocks noChangeAspect="1"/>
          </p:cNvPicPr>
          <p:nvPr userDrawn="1"/>
        </p:nvPicPr>
        <p:blipFill>
          <a:blip r:embed="rId7"/>
          <a:stretch>
            <a:fillRect/>
          </a:stretch>
        </p:blipFill>
        <p:spPr>
          <a:xfrm>
            <a:off x="10768433" y="5750948"/>
            <a:ext cx="942704" cy="769553"/>
          </a:xfrm>
          <a:prstGeom prst="rect">
            <a:avLst/>
          </a:prstGeom>
        </p:spPr>
      </p:pic>
    </p:spTree>
    <p:extLst>
      <p:ext uri="{BB962C8B-B14F-4D97-AF65-F5344CB8AC3E}">
        <p14:creationId xmlns:p14="http://schemas.microsoft.com/office/powerpoint/2010/main" val="97458385"/>
      </p:ext>
    </p:extLst>
  </p:cSld>
  <p:clrMap bg1="lt1" tx1="dk1" bg2="lt2" tx2="dk2" accent1="accent1" accent2="accent2" accent3="accent3" accent4="accent4" accent5="accent5" accent6="accent6" hlink="hlink" folHlink="folHlink"/>
  <p:sldLayoutIdLst>
    <p:sldLayoutId id="2147484846" r:id="rId1"/>
  </p:sldLayoutIdLst>
  <p:hf hdr="0"/>
  <p:txStyles>
    <p:titleStyle>
      <a:lvl1pPr algn="l" defTabSz="521316" rtl="0" eaLnBrk="1" latinLnBrk="0" hangingPunct="1">
        <a:lnSpc>
          <a:spcPts val="4000"/>
        </a:lnSpc>
        <a:spcBef>
          <a:spcPct val="0"/>
        </a:spcBef>
        <a:buNone/>
        <a:defRPr sz="3733" b="1" i="0" kern="0" cap="all" spc="53" baseline="0">
          <a:solidFill>
            <a:schemeClr val="bg2"/>
          </a:solidFill>
          <a:latin typeface="+mj-lt"/>
          <a:ea typeface="+mj-ea"/>
          <a:cs typeface="IvyMode SemiBold" panose="020B0404020101010102" pitchFamily="34" charset="0"/>
        </a:defRPr>
      </a:lvl1pPr>
    </p:titleStyle>
    <p:bodyStyle>
      <a:lvl1pPr marL="390988" indent="-390988" algn="l" defTabSz="521316" rtl="0" eaLnBrk="1" latinLnBrk="0" hangingPunct="1">
        <a:spcBef>
          <a:spcPct val="20000"/>
        </a:spcBef>
        <a:buFont typeface="Arial"/>
        <a:buChar char="•"/>
        <a:defRPr sz="3649" kern="1200">
          <a:solidFill>
            <a:schemeClr val="tx1"/>
          </a:solidFill>
          <a:latin typeface="+mn-lt"/>
          <a:ea typeface="+mn-ea"/>
          <a:cs typeface="+mn-cs"/>
        </a:defRPr>
      </a:lvl1pPr>
      <a:lvl2pPr marL="847140" indent="-325823" algn="l" defTabSz="521316" rtl="0" eaLnBrk="1" latinLnBrk="0" hangingPunct="1">
        <a:spcBef>
          <a:spcPct val="20000"/>
        </a:spcBef>
        <a:buFont typeface="Arial"/>
        <a:buChar char="–"/>
        <a:defRPr sz="3193" kern="1200">
          <a:solidFill>
            <a:schemeClr val="tx1"/>
          </a:solidFill>
          <a:latin typeface="+mn-lt"/>
          <a:ea typeface="+mn-ea"/>
          <a:cs typeface="+mn-cs"/>
        </a:defRPr>
      </a:lvl2pPr>
      <a:lvl3pPr marL="1303293" indent="-260659" algn="l" defTabSz="521316" rtl="0" eaLnBrk="1" latinLnBrk="0" hangingPunct="1">
        <a:spcBef>
          <a:spcPct val="20000"/>
        </a:spcBef>
        <a:buFont typeface="Arial"/>
        <a:buChar char="•"/>
        <a:defRPr sz="2736" kern="1200">
          <a:solidFill>
            <a:schemeClr val="tx1"/>
          </a:solidFill>
          <a:latin typeface="+mn-lt"/>
          <a:ea typeface="+mn-ea"/>
          <a:cs typeface="+mn-cs"/>
        </a:defRPr>
      </a:lvl3pPr>
      <a:lvl4pPr marL="1824609" indent="-260659" algn="l" defTabSz="521316" rtl="0" eaLnBrk="1" latinLnBrk="0" hangingPunct="1">
        <a:spcBef>
          <a:spcPct val="20000"/>
        </a:spcBef>
        <a:buFont typeface="Arial"/>
        <a:buChar char="–"/>
        <a:defRPr sz="2280" kern="1200">
          <a:solidFill>
            <a:schemeClr val="tx1"/>
          </a:solidFill>
          <a:latin typeface="+mn-lt"/>
          <a:ea typeface="+mn-ea"/>
          <a:cs typeface="+mn-cs"/>
        </a:defRPr>
      </a:lvl4pPr>
      <a:lvl5pPr marL="2345925" indent="-260659" algn="l" defTabSz="521316" rtl="0" eaLnBrk="1" latinLnBrk="0" hangingPunct="1">
        <a:spcBef>
          <a:spcPct val="20000"/>
        </a:spcBef>
        <a:buFont typeface="Arial"/>
        <a:buChar char="»"/>
        <a:defRPr sz="2280" kern="1200">
          <a:solidFill>
            <a:schemeClr val="tx1"/>
          </a:solidFill>
          <a:latin typeface="+mn-lt"/>
          <a:ea typeface="+mn-ea"/>
          <a:cs typeface="+mn-cs"/>
        </a:defRPr>
      </a:lvl5pPr>
      <a:lvl6pPr marL="2867243" indent="-260659" algn="l" defTabSz="521316" rtl="0" eaLnBrk="1" latinLnBrk="0" hangingPunct="1">
        <a:spcBef>
          <a:spcPct val="20000"/>
        </a:spcBef>
        <a:buFont typeface="Arial"/>
        <a:buChar char="•"/>
        <a:defRPr sz="2280" kern="1200">
          <a:solidFill>
            <a:schemeClr val="tx1"/>
          </a:solidFill>
          <a:latin typeface="+mn-lt"/>
          <a:ea typeface="+mn-ea"/>
          <a:cs typeface="+mn-cs"/>
        </a:defRPr>
      </a:lvl6pPr>
      <a:lvl7pPr marL="3388559" indent="-260659" algn="l" defTabSz="521316" rtl="0" eaLnBrk="1" latinLnBrk="0" hangingPunct="1">
        <a:spcBef>
          <a:spcPct val="20000"/>
        </a:spcBef>
        <a:buFont typeface="Arial"/>
        <a:buChar char="•"/>
        <a:defRPr sz="2280" kern="1200">
          <a:solidFill>
            <a:schemeClr val="tx1"/>
          </a:solidFill>
          <a:latin typeface="+mn-lt"/>
          <a:ea typeface="+mn-ea"/>
          <a:cs typeface="+mn-cs"/>
        </a:defRPr>
      </a:lvl7pPr>
      <a:lvl8pPr marL="3909877" indent="-260659" algn="l" defTabSz="521316" rtl="0" eaLnBrk="1" latinLnBrk="0" hangingPunct="1">
        <a:spcBef>
          <a:spcPct val="20000"/>
        </a:spcBef>
        <a:buFont typeface="Arial"/>
        <a:buChar char="•"/>
        <a:defRPr sz="2280" kern="1200">
          <a:solidFill>
            <a:schemeClr val="tx1"/>
          </a:solidFill>
          <a:latin typeface="+mn-lt"/>
          <a:ea typeface="+mn-ea"/>
          <a:cs typeface="+mn-cs"/>
        </a:defRPr>
      </a:lvl8pPr>
      <a:lvl9pPr marL="4431193" indent="-260659" algn="l" defTabSz="521316" rtl="0" eaLnBrk="1" latinLnBrk="0" hangingPunct="1">
        <a:spcBef>
          <a:spcPct val="20000"/>
        </a:spcBef>
        <a:buFont typeface="Arial"/>
        <a:buChar char="•"/>
        <a:defRPr sz="2280" kern="1200">
          <a:solidFill>
            <a:schemeClr val="tx1"/>
          </a:solidFill>
          <a:latin typeface="+mn-lt"/>
          <a:ea typeface="+mn-ea"/>
          <a:cs typeface="+mn-cs"/>
        </a:defRPr>
      </a:lvl9pPr>
    </p:bodyStyle>
    <p:otherStyle>
      <a:defPPr>
        <a:defRPr lang="it-IT"/>
      </a:defPPr>
      <a:lvl1pPr marL="0" algn="l" defTabSz="521316" rtl="0" eaLnBrk="1" latinLnBrk="0" hangingPunct="1">
        <a:defRPr sz="2052" kern="1200">
          <a:solidFill>
            <a:schemeClr val="tx1"/>
          </a:solidFill>
          <a:latin typeface="+mn-lt"/>
          <a:ea typeface="+mn-ea"/>
          <a:cs typeface="+mn-cs"/>
        </a:defRPr>
      </a:lvl1pPr>
      <a:lvl2pPr marL="521316" algn="l" defTabSz="521316" rtl="0" eaLnBrk="1" latinLnBrk="0" hangingPunct="1">
        <a:defRPr sz="2052" kern="1200">
          <a:solidFill>
            <a:schemeClr val="tx1"/>
          </a:solidFill>
          <a:latin typeface="+mn-lt"/>
          <a:ea typeface="+mn-ea"/>
          <a:cs typeface="+mn-cs"/>
        </a:defRPr>
      </a:lvl2pPr>
      <a:lvl3pPr marL="1042634" algn="l" defTabSz="521316" rtl="0" eaLnBrk="1" latinLnBrk="0" hangingPunct="1">
        <a:defRPr sz="2052" kern="1200">
          <a:solidFill>
            <a:schemeClr val="tx1"/>
          </a:solidFill>
          <a:latin typeface="+mn-lt"/>
          <a:ea typeface="+mn-ea"/>
          <a:cs typeface="+mn-cs"/>
        </a:defRPr>
      </a:lvl3pPr>
      <a:lvl4pPr marL="1563950" algn="l" defTabSz="521316" rtl="0" eaLnBrk="1" latinLnBrk="0" hangingPunct="1">
        <a:defRPr sz="2052" kern="1200">
          <a:solidFill>
            <a:schemeClr val="tx1"/>
          </a:solidFill>
          <a:latin typeface="+mn-lt"/>
          <a:ea typeface="+mn-ea"/>
          <a:cs typeface="+mn-cs"/>
        </a:defRPr>
      </a:lvl4pPr>
      <a:lvl5pPr marL="2085268" algn="l" defTabSz="521316" rtl="0" eaLnBrk="1" latinLnBrk="0" hangingPunct="1">
        <a:defRPr sz="2052" kern="1200">
          <a:solidFill>
            <a:schemeClr val="tx1"/>
          </a:solidFill>
          <a:latin typeface="+mn-lt"/>
          <a:ea typeface="+mn-ea"/>
          <a:cs typeface="+mn-cs"/>
        </a:defRPr>
      </a:lvl5pPr>
      <a:lvl6pPr marL="2606584" algn="l" defTabSz="521316" rtl="0" eaLnBrk="1" latinLnBrk="0" hangingPunct="1">
        <a:defRPr sz="2052" kern="1200">
          <a:solidFill>
            <a:schemeClr val="tx1"/>
          </a:solidFill>
          <a:latin typeface="+mn-lt"/>
          <a:ea typeface="+mn-ea"/>
          <a:cs typeface="+mn-cs"/>
        </a:defRPr>
      </a:lvl6pPr>
      <a:lvl7pPr marL="3127902" algn="l" defTabSz="521316" rtl="0" eaLnBrk="1" latinLnBrk="0" hangingPunct="1">
        <a:defRPr sz="2052" kern="1200">
          <a:solidFill>
            <a:schemeClr val="tx1"/>
          </a:solidFill>
          <a:latin typeface="+mn-lt"/>
          <a:ea typeface="+mn-ea"/>
          <a:cs typeface="+mn-cs"/>
        </a:defRPr>
      </a:lvl7pPr>
      <a:lvl8pPr marL="3649218" algn="l" defTabSz="521316" rtl="0" eaLnBrk="1" latinLnBrk="0" hangingPunct="1">
        <a:defRPr sz="2052" kern="1200">
          <a:solidFill>
            <a:schemeClr val="tx1"/>
          </a:solidFill>
          <a:latin typeface="+mn-lt"/>
          <a:ea typeface="+mn-ea"/>
          <a:cs typeface="+mn-cs"/>
        </a:defRPr>
      </a:lvl8pPr>
      <a:lvl9pPr marL="4170536" algn="l" defTabSz="521316" rtl="0" eaLnBrk="1" latinLnBrk="0" hangingPunct="1">
        <a:defRPr sz="2052"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6DDE2A3-62FC-452E-8DCE-6F688C1119C6}"/>
              </a:ext>
            </a:extLst>
          </p:cNvPr>
          <p:cNvGraphicFramePr>
            <a:graphicFrameLocks noChangeAspect="1"/>
          </p:cNvGraphicFramePr>
          <p:nvPr userDrawn="1">
            <p:custDataLst>
              <p:tags r:id="rId13"/>
            </p:custDataLst>
            <p:extLst>
              <p:ext uri="{D42A27DB-BD31-4B8C-83A1-F6EECF244321}">
                <p14:modId xmlns:p14="http://schemas.microsoft.com/office/powerpoint/2010/main" val="2723364556"/>
              </p:ext>
            </p:ext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Diapositive think-cell" r:id="rId14" imgW="338" imgH="338" progId="TCLayout.ActiveDocument.1">
                  <p:embed/>
                </p:oleObj>
              </mc:Choice>
              <mc:Fallback>
                <p:oleObj name="Diapositive think-cell" r:id="rId14" imgW="338" imgH="338" progId="TCLayout.ActiveDocument.1">
                  <p:embed/>
                  <p:pic>
                    <p:nvPicPr>
                      <p:cNvPr id="4" name="Object 3" hidden="1">
                        <a:extLst>
                          <a:ext uri="{FF2B5EF4-FFF2-40B4-BE49-F238E27FC236}">
                            <a16:creationId xmlns:a16="http://schemas.microsoft.com/office/drawing/2014/main" id="{F6DDE2A3-62FC-452E-8DCE-6F688C1119C6}"/>
                          </a:ext>
                        </a:extLst>
                      </p:cNvPr>
                      <p:cNvPicPr/>
                      <p:nvPr/>
                    </p:nvPicPr>
                    <p:blipFill>
                      <a:blip r:embed="rId15"/>
                      <a:stretch>
                        <a:fillRect/>
                      </a:stretch>
                    </p:blipFill>
                    <p:spPr>
                      <a:xfrm>
                        <a:off x="2119" y="2119"/>
                        <a:ext cx="2117" cy="2117"/>
                      </a:xfrm>
                      <a:prstGeom prst="rect">
                        <a:avLst/>
                      </a:prstGeom>
                    </p:spPr>
                  </p:pic>
                </p:oleObj>
              </mc:Fallback>
            </mc:AlternateContent>
          </a:graphicData>
        </a:graphic>
      </p:graphicFrame>
      <p:pic>
        <p:nvPicPr>
          <p:cNvPr id="12" name="Picture 11" descr="Shape&#10;&#10;Description automatically generated">
            <a:extLst>
              <a:ext uri="{FF2B5EF4-FFF2-40B4-BE49-F238E27FC236}">
                <a16:creationId xmlns:a16="http://schemas.microsoft.com/office/drawing/2014/main" id="{03676D55-C47B-534E-ABA6-BEA7922AA0CB}"/>
              </a:ext>
            </a:extLst>
          </p:cNvPr>
          <p:cNvPicPr>
            <a:picLocks noChangeAspect="1"/>
          </p:cNvPicPr>
          <p:nvPr userDrawn="1"/>
        </p:nvPicPr>
        <p:blipFill>
          <a:blip r:embed="rId16" cstate="print">
            <a:extLst>
              <a:ext uri="{28A0092B-C50C-407E-A947-70E740481C1C}">
                <a14:useLocalDpi xmlns:a14="http://schemas.microsoft.com/office/drawing/2010/main"/>
              </a:ext>
            </a:extLst>
          </a:blip>
          <a:stretch>
            <a:fillRect/>
          </a:stretch>
        </p:blipFill>
        <p:spPr>
          <a:xfrm>
            <a:off x="-22369" y="-26317"/>
            <a:ext cx="1263941" cy="539736"/>
          </a:xfrm>
          <a:prstGeom prst="rect">
            <a:avLst/>
          </a:prstGeom>
        </p:spPr>
      </p:pic>
      <p:sp>
        <p:nvSpPr>
          <p:cNvPr id="2" name="Segnaposto titolo 1"/>
          <p:cNvSpPr>
            <a:spLocks noGrp="1"/>
          </p:cNvSpPr>
          <p:nvPr>
            <p:ph type="title"/>
          </p:nvPr>
        </p:nvSpPr>
        <p:spPr>
          <a:xfrm>
            <a:off x="771787" y="696002"/>
            <a:ext cx="6364448" cy="777668"/>
          </a:xfrm>
          <a:prstGeom prst="rect">
            <a:avLst/>
          </a:prstGeom>
        </p:spPr>
        <p:txBody>
          <a:bodyPr vert="horz" lIns="0" tIns="0" rIns="0" bIns="0" rtlCol="0" anchor="t" anchorCtr="0">
            <a:noAutofit/>
          </a:bodyPr>
          <a:lstStyle/>
          <a:p>
            <a:r>
              <a:rPr lang="en-GB" noProof="0"/>
              <a:t>TITLE GOES HERE</a:t>
            </a:r>
          </a:p>
        </p:txBody>
      </p:sp>
      <p:sp>
        <p:nvSpPr>
          <p:cNvPr id="7" name="Slide Number Placeholder 6">
            <a:extLst>
              <a:ext uri="{FF2B5EF4-FFF2-40B4-BE49-F238E27FC236}">
                <a16:creationId xmlns:a16="http://schemas.microsoft.com/office/drawing/2014/main" id="{F3020AA8-1E03-0144-A325-F7E99DE2463A}"/>
              </a:ext>
            </a:extLst>
          </p:cNvPr>
          <p:cNvSpPr>
            <a:spLocks noGrp="1"/>
          </p:cNvSpPr>
          <p:nvPr>
            <p:ph type="sldNum" sz="quarter" idx="4"/>
          </p:nvPr>
        </p:nvSpPr>
        <p:spPr>
          <a:xfrm>
            <a:off x="267695" y="119864"/>
            <a:ext cx="504092" cy="204512"/>
          </a:xfrm>
          <a:prstGeom prst="rect">
            <a:avLst/>
          </a:prstGeom>
        </p:spPr>
        <p:txBody>
          <a:bodyPr vert="horz" lIns="0" tIns="0" rIns="0" bIns="0" rtlCol="0" anchor="ctr"/>
          <a:lstStyle>
            <a:lvl1pPr algn="l" rtl="0">
              <a:defRPr sz="1200" b="0" i="0" baseline="0">
                <a:solidFill>
                  <a:schemeClr val="accent1"/>
                </a:solidFill>
                <a:latin typeface="+mn-lt"/>
              </a:defRPr>
            </a:lvl1pPr>
          </a:lstStyle>
          <a:p>
            <a:fld id="{29CAE5FC-86E1-1448-8EC3-A22E1B31C8C0}" type="slidenum">
              <a:rPr lang="en-GB" smtClean="0"/>
              <a:pPr/>
              <a:t>‹N°›</a:t>
            </a:fld>
            <a:endParaRPr lang="en-GB"/>
          </a:p>
        </p:txBody>
      </p:sp>
      <p:sp>
        <p:nvSpPr>
          <p:cNvPr id="8" name="Text Placeholder 7">
            <a:extLst>
              <a:ext uri="{FF2B5EF4-FFF2-40B4-BE49-F238E27FC236}">
                <a16:creationId xmlns:a16="http://schemas.microsoft.com/office/drawing/2014/main" id="{42BC265E-D546-8846-A983-9A041AD6CDAE}"/>
              </a:ext>
            </a:extLst>
          </p:cNvPr>
          <p:cNvSpPr>
            <a:spLocks noGrp="1"/>
          </p:cNvSpPr>
          <p:nvPr>
            <p:ph type="body" idx="1"/>
          </p:nvPr>
        </p:nvSpPr>
        <p:spPr>
          <a:xfrm>
            <a:off x="771788" y="3007869"/>
            <a:ext cx="6364448" cy="1320851"/>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10" name="Picture 9" descr="A picture containing logo&#10;&#10;Description automatically generated">
            <a:extLst>
              <a:ext uri="{FF2B5EF4-FFF2-40B4-BE49-F238E27FC236}">
                <a16:creationId xmlns:a16="http://schemas.microsoft.com/office/drawing/2014/main" id="{2B67DF81-D1D2-A396-A04D-DB92ACF9010B}"/>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10532533" y="6146800"/>
            <a:ext cx="1659467" cy="711200"/>
          </a:xfrm>
          <a:prstGeom prst="rect">
            <a:avLst/>
          </a:prstGeom>
        </p:spPr>
      </p:pic>
    </p:spTree>
    <p:extLst>
      <p:ext uri="{BB962C8B-B14F-4D97-AF65-F5344CB8AC3E}">
        <p14:creationId xmlns:p14="http://schemas.microsoft.com/office/powerpoint/2010/main" val="3837389873"/>
      </p:ext>
    </p:extLst>
  </p:cSld>
  <p:clrMap bg1="lt1" tx1="dk1" bg2="lt2" tx2="dk2" accent1="accent1" accent2="accent2" accent3="accent3" accent4="accent4" accent5="accent5" accent6="accent6" hlink="hlink" folHlink="folHlink"/>
  <p:sldLayoutIdLst>
    <p:sldLayoutId id="2147484848" r:id="rId1"/>
    <p:sldLayoutId id="2147484849" r:id="rId2"/>
    <p:sldLayoutId id="2147484850" r:id="rId3"/>
    <p:sldLayoutId id="2147484851" r:id="rId4"/>
    <p:sldLayoutId id="2147484852" r:id="rId5"/>
    <p:sldLayoutId id="2147484853" r:id="rId6"/>
    <p:sldLayoutId id="2147484854" r:id="rId7"/>
    <p:sldLayoutId id="2147484855" r:id="rId8"/>
    <p:sldLayoutId id="2147484856" r:id="rId9"/>
    <p:sldLayoutId id="2147484857" r:id="rId10"/>
    <p:sldLayoutId id="2147484858" r:id="rId11"/>
  </p:sldLayoutIdLst>
  <p:hf hdr="0"/>
  <p:txStyles>
    <p:titleStyle>
      <a:lvl1pPr algn="l" defTabSz="521303" rtl="0" eaLnBrk="1" latinLnBrk="0" hangingPunct="1">
        <a:lnSpc>
          <a:spcPts val="2667"/>
        </a:lnSpc>
        <a:spcBef>
          <a:spcPct val="0"/>
        </a:spcBef>
        <a:buNone/>
        <a:defRPr sz="2667" b="1" i="0" kern="1200" cap="all" spc="67" baseline="0">
          <a:solidFill>
            <a:schemeClr val="accent1"/>
          </a:solidFill>
          <a:latin typeface="+mj-lt"/>
          <a:ea typeface="+mj-ea"/>
          <a:cs typeface="IvyMode SemiBold" panose="020B0404020101010102" pitchFamily="34" charset="0"/>
        </a:defRPr>
      </a:lvl1pPr>
    </p:titleStyle>
    <p:bodyStyle>
      <a:lvl1pPr marL="0" indent="0" algn="l" defTabSz="521303" rtl="0" eaLnBrk="1" latinLnBrk="0" hangingPunct="1">
        <a:lnSpc>
          <a:spcPts val="1467"/>
        </a:lnSpc>
        <a:spcBef>
          <a:spcPts val="0"/>
        </a:spcBef>
        <a:spcAft>
          <a:spcPts val="667"/>
        </a:spcAft>
        <a:buFont typeface="Arial"/>
        <a:buNone/>
        <a:defRPr sz="1333" b="0" i="0" kern="1200" baseline="0">
          <a:solidFill>
            <a:schemeClr val="accent4"/>
          </a:solidFill>
          <a:latin typeface="+mn-lt"/>
          <a:ea typeface="+mn-ea"/>
          <a:cs typeface="+mn-cs"/>
        </a:defRPr>
      </a:lvl1pPr>
      <a:lvl2pPr marL="521303" indent="0" algn="l" defTabSz="521303" rtl="0" eaLnBrk="1" latinLnBrk="0" hangingPunct="1">
        <a:lnSpc>
          <a:spcPts val="1467"/>
        </a:lnSpc>
        <a:spcBef>
          <a:spcPts val="0"/>
        </a:spcBef>
        <a:spcAft>
          <a:spcPts val="667"/>
        </a:spcAft>
        <a:buFont typeface="Arial"/>
        <a:buNone/>
        <a:defRPr sz="1333" b="0" i="0" kern="1200" baseline="0">
          <a:solidFill>
            <a:schemeClr val="accent4"/>
          </a:solidFill>
          <a:latin typeface="+mn-lt"/>
          <a:ea typeface="+mn-ea"/>
          <a:cs typeface="+mn-cs"/>
        </a:defRPr>
      </a:lvl2pPr>
      <a:lvl3pPr marL="1042609" indent="0" algn="l" defTabSz="521303" rtl="0" eaLnBrk="1" latinLnBrk="0" hangingPunct="1">
        <a:lnSpc>
          <a:spcPts val="1467"/>
        </a:lnSpc>
        <a:spcBef>
          <a:spcPts val="0"/>
        </a:spcBef>
        <a:spcAft>
          <a:spcPts val="667"/>
        </a:spcAft>
        <a:buFont typeface="Arial"/>
        <a:buNone/>
        <a:defRPr sz="1333" b="0" i="0" kern="1200" baseline="0">
          <a:solidFill>
            <a:schemeClr val="accent4"/>
          </a:solidFill>
          <a:latin typeface="+mn-lt"/>
          <a:ea typeface="+mn-ea"/>
          <a:cs typeface="+mn-cs"/>
        </a:defRPr>
      </a:lvl3pPr>
      <a:lvl4pPr marL="1563912" indent="0" algn="l" defTabSz="521303" rtl="0" eaLnBrk="1" latinLnBrk="0" hangingPunct="1">
        <a:lnSpc>
          <a:spcPts val="1467"/>
        </a:lnSpc>
        <a:spcBef>
          <a:spcPts val="0"/>
        </a:spcBef>
        <a:spcAft>
          <a:spcPts val="667"/>
        </a:spcAft>
        <a:buFont typeface="Arial"/>
        <a:buNone/>
        <a:defRPr sz="1333" b="0" i="0" kern="1200" baseline="0">
          <a:solidFill>
            <a:schemeClr val="accent4"/>
          </a:solidFill>
          <a:latin typeface="+mn-lt"/>
          <a:ea typeface="+mn-ea"/>
          <a:cs typeface="+mn-cs"/>
        </a:defRPr>
      </a:lvl4pPr>
      <a:lvl5pPr marL="2085216" indent="0" algn="l" defTabSz="521303" rtl="0" eaLnBrk="1" latinLnBrk="0" hangingPunct="1">
        <a:lnSpc>
          <a:spcPts val="1467"/>
        </a:lnSpc>
        <a:spcBef>
          <a:spcPts val="0"/>
        </a:spcBef>
        <a:spcAft>
          <a:spcPts val="667"/>
        </a:spcAft>
        <a:buFont typeface="Arial"/>
        <a:buNone/>
        <a:defRPr sz="1333" b="0" i="0" kern="1200" baseline="0">
          <a:solidFill>
            <a:schemeClr val="accent4"/>
          </a:solidFill>
          <a:latin typeface="+mn-lt"/>
          <a:ea typeface="+mn-ea"/>
          <a:cs typeface="+mn-cs"/>
        </a:defRPr>
      </a:lvl5pPr>
      <a:lvl6pPr marL="2867171" indent="-260652" algn="l" defTabSz="521303" rtl="0" eaLnBrk="1" latinLnBrk="0" hangingPunct="1">
        <a:spcBef>
          <a:spcPct val="20000"/>
        </a:spcBef>
        <a:buFont typeface="Arial"/>
        <a:buChar char="•"/>
        <a:defRPr sz="2280" kern="1200">
          <a:solidFill>
            <a:schemeClr val="tx1"/>
          </a:solidFill>
          <a:latin typeface="+mn-lt"/>
          <a:ea typeface="+mn-ea"/>
          <a:cs typeface="+mn-cs"/>
        </a:defRPr>
      </a:lvl6pPr>
      <a:lvl7pPr marL="3388474" indent="-260652" algn="l" defTabSz="521303" rtl="0" eaLnBrk="1" latinLnBrk="0" hangingPunct="1">
        <a:spcBef>
          <a:spcPct val="20000"/>
        </a:spcBef>
        <a:buFont typeface="Arial"/>
        <a:buChar char="•"/>
        <a:defRPr sz="2280" kern="1200">
          <a:solidFill>
            <a:schemeClr val="tx1"/>
          </a:solidFill>
          <a:latin typeface="+mn-lt"/>
          <a:ea typeface="+mn-ea"/>
          <a:cs typeface="+mn-cs"/>
        </a:defRPr>
      </a:lvl7pPr>
      <a:lvl8pPr marL="3909780" indent="-260652" algn="l" defTabSz="521303" rtl="0" eaLnBrk="1" latinLnBrk="0" hangingPunct="1">
        <a:spcBef>
          <a:spcPct val="20000"/>
        </a:spcBef>
        <a:buFont typeface="Arial"/>
        <a:buChar char="•"/>
        <a:defRPr sz="2280" kern="1200">
          <a:solidFill>
            <a:schemeClr val="tx1"/>
          </a:solidFill>
          <a:latin typeface="+mn-lt"/>
          <a:ea typeface="+mn-ea"/>
          <a:cs typeface="+mn-cs"/>
        </a:defRPr>
      </a:lvl8pPr>
      <a:lvl9pPr marL="4431083" indent="-260652" algn="l" defTabSz="521303" rtl="0" eaLnBrk="1" latinLnBrk="0" hangingPunct="1">
        <a:spcBef>
          <a:spcPct val="20000"/>
        </a:spcBef>
        <a:buFont typeface="Arial"/>
        <a:buChar char="•"/>
        <a:defRPr sz="2280" kern="1200">
          <a:solidFill>
            <a:schemeClr val="tx1"/>
          </a:solidFill>
          <a:latin typeface="+mn-lt"/>
          <a:ea typeface="+mn-ea"/>
          <a:cs typeface="+mn-cs"/>
        </a:defRPr>
      </a:lvl9pPr>
    </p:bodyStyle>
    <p:otherStyle>
      <a:defPPr>
        <a:defRPr lang="it-IT"/>
      </a:defPPr>
      <a:lvl1pPr marL="0" algn="l" defTabSz="521303" rtl="0" eaLnBrk="1" latinLnBrk="0" hangingPunct="1">
        <a:defRPr sz="2052" kern="1200">
          <a:solidFill>
            <a:schemeClr val="tx1"/>
          </a:solidFill>
          <a:latin typeface="+mn-lt"/>
          <a:ea typeface="+mn-ea"/>
          <a:cs typeface="+mn-cs"/>
        </a:defRPr>
      </a:lvl1pPr>
      <a:lvl2pPr marL="521303" algn="l" defTabSz="521303" rtl="0" eaLnBrk="1" latinLnBrk="0" hangingPunct="1">
        <a:defRPr sz="2052" kern="1200">
          <a:solidFill>
            <a:schemeClr val="tx1"/>
          </a:solidFill>
          <a:latin typeface="+mn-lt"/>
          <a:ea typeface="+mn-ea"/>
          <a:cs typeface="+mn-cs"/>
        </a:defRPr>
      </a:lvl2pPr>
      <a:lvl3pPr marL="1042609" algn="l" defTabSz="521303" rtl="0" eaLnBrk="1" latinLnBrk="0" hangingPunct="1">
        <a:defRPr sz="2052" kern="1200">
          <a:solidFill>
            <a:schemeClr val="tx1"/>
          </a:solidFill>
          <a:latin typeface="+mn-lt"/>
          <a:ea typeface="+mn-ea"/>
          <a:cs typeface="+mn-cs"/>
        </a:defRPr>
      </a:lvl3pPr>
      <a:lvl4pPr marL="1563912" algn="l" defTabSz="521303" rtl="0" eaLnBrk="1" latinLnBrk="0" hangingPunct="1">
        <a:defRPr sz="2052" kern="1200">
          <a:solidFill>
            <a:schemeClr val="tx1"/>
          </a:solidFill>
          <a:latin typeface="+mn-lt"/>
          <a:ea typeface="+mn-ea"/>
          <a:cs typeface="+mn-cs"/>
        </a:defRPr>
      </a:lvl4pPr>
      <a:lvl5pPr marL="2085216" algn="l" defTabSz="521303" rtl="0" eaLnBrk="1" latinLnBrk="0" hangingPunct="1">
        <a:defRPr sz="2052" kern="1200">
          <a:solidFill>
            <a:schemeClr val="tx1"/>
          </a:solidFill>
          <a:latin typeface="+mn-lt"/>
          <a:ea typeface="+mn-ea"/>
          <a:cs typeface="+mn-cs"/>
        </a:defRPr>
      </a:lvl5pPr>
      <a:lvl6pPr marL="2606519" algn="l" defTabSz="521303" rtl="0" eaLnBrk="1" latinLnBrk="0" hangingPunct="1">
        <a:defRPr sz="2052" kern="1200">
          <a:solidFill>
            <a:schemeClr val="tx1"/>
          </a:solidFill>
          <a:latin typeface="+mn-lt"/>
          <a:ea typeface="+mn-ea"/>
          <a:cs typeface="+mn-cs"/>
        </a:defRPr>
      </a:lvl6pPr>
      <a:lvl7pPr marL="3127824" algn="l" defTabSz="521303" rtl="0" eaLnBrk="1" latinLnBrk="0" hangingPunct="1">
        <a:defRPr sz="2052" kern="1200">
          <a:solidFill>
            <a:schemeClr val="tx1"/>
          </a:solidFill>
          <a:latin typeface="+mn-lt"/>
          <a:ea typeface="+mn-ea"/>
          <a:cs typeface="+mn-cs"/>
        </a:defRPr>
      </a:lvl7pPr>
      <a:lvl8pPr marL="3649127" algn="l" defTabSz="521303" rtl="0" eaLnBrk="1" latinLnBrk="0" hangingPunct="1">
        <a:defRPr sz="2052" kern="1200">
          <a:solidFill>
            <a:schemeClr val="tx1"/>
          </a:solidFill>
          <a:latin typeface="+mn-lt"/>
          <a:ea typeface="+mn-ea"/>
          <a:cs typeface="+mn-cs"/>
        </a:defRPr>
      </a:lvl8pPr>
      <a:lvl9pPr marL="4170432" algn="l" defTabSz="521303" rtl="0" eaLnBrk="1" latinLnBrk="0" hangingPunct="1">
        <a:defRPr sz="2052"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E30890F-E90F-4B28-94D9-90E2D29FA5E2}"/>
              </a:ext>
            </a:extLst>
          </p:cNvPr>
          <p:cNvGraphicFramePr>
            <a:graphicFrameLocks noChangeAspect="1"/>
          </p:cNvGraphicFramePr>
          <p:nvPr userDrawn="1">
            <p:custDataLst>
              <p:tags r:id="rId8"/>
            </p:custDataLst>
            <p:extLst>
              <p:ext uri="{D42A27DB-BD31-4B8C-83A1-F6EECF244321}">
                <p14:modId xmlns:p14="http://schemas.microsoft.com/office/powerpoint/2010/main" val="3052344283"/>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9" imgW="338" imgH="338" progId="TCLayout.ActiveDocument.1">
                  <p:embed/>
                </p:oleObj>
              </mc:Choice>
              <mc:Fallback>
                <p:oleObj name="Diapositive think-cell" r:id="rId9" imgW="338" imgH="338" progId="TCLayout.ActiveDocument.1">
                  <p:embed/>
                  <p:pic>
                    <p:nvPicPr>
                      <p:cNvPr id="4" name="Object 3" hidden="1">
                        <a:extLst>
                          <a:ext uri="{FF2B5EF4-FFF2-40B4-BE49-F238E27FC236}">
                            <a16:creationId xmlns:a16="http://schemas.microsoft.com/office/drawing/2014/main" id="{DE30890F-E90F-4B28-94D9-90E2D29FA5E2}"/>
                          </a:ext>
                        </a:extLst>
                      </p:cNvPr>
                      <p:cNvPicPr/>
                      <p:nvPr/>
                    </p:nvPicPr>
                    <p:blipFill>
                      <a:blip r:embed="rId10"/>
                      <a:stretch>
                        <a:fillRect/>
                      </a:stretch>
                    </p:blipFill>
                    <p:spPr>
                      <a:xfrm>
                        <a:off x="2118" y="2118"/>
                        <a:ext cx="2117" cy="2117"/>
                      </a:xfrm>
                      <a:prstGeom prst="rect">
                        <a:avLst/>
                      </a:prstGeom>
                    </p:spPr>
                  </p:pic>
                </p:oleObj>
              </mc:Fallback>
            </mc:AlternateContent>
          </a:graphicData>
        </a:graphic>
      </p:graphicFrame>
      <p:sp>
        <p:nvSpPr>
          <p:cNvPr id="2" name="Segnaposto titolo 1"/>
          <p:cNvSpPr>
            <a:spLocks noGrp="1"/>
          </p:cNvSpPr>
          <p:nvPr>
            <p:ph type="title"/>
          </p:nvPr>
        </p:nvSpPr>
        <p:spPr>
          <a:xfrm>
            <a:off x="747125" y="2998256"/>
            <a:ext cx="6839993" cy="430744"/>
          </a:xfrm>
          <a:prstGeom prst="rect">
            <a:avLst/>
          </a:prstGeom>
        </p:spPr>
        <p:txBody>
          <a:bodyPr vert="horz" wrap="none" lIns="0" tIns="0" rIns="0" bIns="0" rtlCol="0" anchor="t" anchorCtr="0">
            <a:noAutofit/>
          </a:bodyPr>
          <a:lstStyle/>
          <a:p>
            <a:r>
              <a:rPr lang="en-GB"/>
              <a:t>Presentation title</a:t>
            </a:r>
          </a:p>
        </p:txBody>
      </p:sp>
      <p:sp>
        <p:nvSpPr>
          <p:cNvPr id="3" name="Slide Number Placeholder 6">
            <a:extLst>
              <a:ext uri="{FF2B5EF4-FFF2-40B4-BE49-F238E27FC236}">
                <a16:creationId xmlns:a16="http://schemas.microsoft.com/office/drawing/2014/main" id="{EE462B25-4DB3-5538-5613-9B0B2D452511}"/>
              </a:ext>
            </a:extLst>
          </p:cNvPr>
          <p:cNvSpPr>
            <a:spLocks noGrp="1"/>
          </p:cNvSpPr>
          <p:nvPr>
            <p:ph type="sldNum" sz="quarter" idx="4"/>
          </p:nvPr>
        </p:nvSpPr>
        <p:spPr>
          <a:xfrm>
            <a:off x="267695" y="119864"/>
            <a:ext cx="504092" cy="204512"/>
          </a:xfrm>
          <a:prstGeom prst="rect">
            <a:avLst/>
          </a:prstGeom>
        </p:spPr>
        <p:txBody>
          <a:bodyPr vert="horz" lIns="0" tIns="0" rIns="0" bIns="0" rtlCol="0" anchor="ctr"/>
          <a:lstStyle>
            <a:lvl1pPr algn="l">
              <a:defRPr sz="1200" b="0" i="0" baseline="0">
                <a:solidFill>
                  <a:schemeClr val="bg2"/>
                </a:solidFill>
                <a:latin typeface="+mn-lt"/>
              </a:defRPr>
            </a:lvl1pPr>
          </a:lstStyle>
          <a:p>
            <a:fld id="{29CAE5FC-86E1-1448-8EC3-A22E1B31C8C0}" type="slidenum">
              <a:rPr lang="en-US" smtClean="0"/>
              <a:pPr/>
              <a:t>‹N°›</a:t>
            </a:fld>
            <a:endParaRPr lang="en-US"/>
          </a:p>
        </p:txBody>
      </p:sp>
    </p:spTree>
    <p:extLst>
      <p:ext uri="{BB962C8B-B14F-4D97-AF65-F5344CB8AC3E}">
        <p14:creationId xmlns:p14="http://schemas.microsoft.com/office/powerpoint/2010/main" val="3013980112"/>
      </p:ext>
    </p:extLst>
  </p:cSld>
  <p:clrMap bg1="lt1" tx1="dk1" bg2="lt2" tx2="dk2" accent1="accent1" accent2="accent2" accent3="accent3" accent4="accent4" accent5="accent5" accent6="accent6" hlink="hlink" folHlink="folHlink"/>
  <p:sldLayoutIdLst>
    <p:sldLayoutId id="2147484860" r:id="rId1"/>
    <p:sldLayoutId id="2147484861" r:id="rId2"/>
    <p:sldLayoutId id="2147484862" r:id="rId3"/>
    <p:sldLayoutId id="2147484863" r:id="rId4"/>
    <p:sldLayoutId id="2147484864" r:id="rId5"/>
    <p:sldLayoutId id="2147484865" r:id="rId6"/>
  </p:sldLayoutIdLst>
  <p:hf hdr="0"/>
  <p:txStyles>
    <p:titleStyle>
      <a:lvl1pPr algn="l" defTabSz="521316" rtl="0" eaLnBrk="1" latinLnBrk="0" hangingPunct="1">
        <a:lnSpc>
          <a:spcPts val="4000"/>
        </a:lnSpc>
        <a:spcBef>
          <a:spcPct val="0"/>
        </a:spcBef>
        <a:buNone/>
        <a:defRPr sz="3733" b="1" i="0" kern="0" cap="all" spc="53" baseline="0">
          <a:solidFill>
            <a:schemeClr val="bg2"/>
          </a:solidFill>
          <a:latin typeface="+mj-lt"/>
          <a:ea typeface="+mj-ea"/>
          <a:cs typeface="IvyMode SemiBold" panose="020B0404020101010102" pitchFamily="34" charset="0"/>
        </a:defRPr>
      </a:lvl1pPr>
    </p:titleStyle>
    <p:bodyStyle>
      <a:lvl1pPr marL="390988" indent="-390988" algn="l" defTabSz="521316" rtl="0" eaLnBrk="1" latinLnBrk="0" hangingPunct="1">
        <a:spcBef>
          <a:spcPct val="20000"/>
        </a:spcBef>
        <a:buFont typeface="Arial"/>
        <a:buChar char="•"/>
        <a:defRPr sz="3649" kern="1200">
          <a:solidFill>
            <a:schemeClr val="tx1"/>
          </a:solidFill>
          <a:latin typeface="+mn-lt"/>
          <a:ea typeface="+mn-ea"/>
          <a:cs typeface="+mn-cs"/>
        </a:defRPr>
      </a:lvl1pPr>
      <a:lvl2pPr marL="847140" indent="-325823" algn="l" defTabSz="521316" rtl="0" eaLnBrk="1" latinLnBrk="0" hangingPunct="1">
        <a:spcBef>
          <a:spcPct val="20000"/>
        </a:spcBef>
        <a:buFont typeface="Arial"/>
        <a:buChar char="–"/>
        <a:defRPr sz="3193" kern="1200">
          <a:solidFill>
            <a:schemeClr val="tx1"/>
          </a:solidFill>
          <a:latin typeface="+mn-lt"/>
          <a:ea typeface="+mn-ea"/>
          <a:cs typeface="+mn-cs"/>
        </a:defRPr>
      </a:lvl2pPr>
      <a:lvl3pPr marL="1303293" indent="-260659" algn="l" defTabSz="521316" rtl="0" eaLnBrk="1" latinLnBrk="0" hangingPunct="1">
        <a:spcBef>
          <a:spcPct val="20000"/>
        </a:spcBef>
        <a:buFont typeface="Arial"/>
        <a:buChar char="•"/>
        <a:defRPr sz="2736" kern="1200">
          <a:solidFill>
            <a:schemeClr val="tx1"/>
          </a:solidFill>
          <a:latin typeface="+mn-lt"/>
          <a:ea typeface="+mn-ea"/>
          <a:cs typeface="+mn-cs"/>
        </a:defRPr>
      </a:lvl3pPr>
      <a:lvl4pPr marL="1824609" indent="-260659" algn="l" defTabSz="521316" rtl="0" eaLnBrk="1" latinLnBrk="0" hangingPunct="1">
        <a:spcBef>
          <a:spcPct val="20000"/>
        </a:spcBef>
        <a:buFont typeface="Arial"/>
        <a:buChar char="–"/>
        <a:defRPr sz="2280" kern="1200">
          <a:solidFill>
            <a:schemeClr val="tx1"/>
          </a:solidFill>
          <a:latin typeface="+mn-lt"/>
          <a:ea typeface="+mn-ea"/>
          <a:cs typeface="+mn-cs"/>
        </a:defRPr>
      </a:lvl4pPr>
      <a:lvl5pPr marL="2345925" indent="-260659" algn="l" defTabSz="521316" rtl="0" eaLnBrk="1" latinLnBrk="0" hangingPunct="1">
        <a:spcBef>
          <a:spcPct val="20000"/>
        </a:spcBef>
        <a:buFont typeface="Arial"/>
        <a:buChar char="»"/>
        <a:defRPr sz="2280" kern="1200">
          <a:solidFill>
            <a:schemeClr val="tx1"/>
          </a:solidFill>
          <a:latin typeface="+mn-lt"/>
          <a:ea typeface="+mn-ea"/>
          <a:cs typeface="+mn-cs"/>
        </a:defRPr>
      </a:lvl5pPr>
      <a:lvl6pPr marL="2867243" indent="-260659" algn="l" defTabSz="521316" rtl="0" eaLnBrk="1" latinLnBrk="0" hangingPunct="1">
        <a:spcBef>
          <a:spcPct val="20000"/>
        </a:spcBef>
        <a:buFont typeface="Arial"/>
        <a:buChar char="•"/>
        <a:defRPr sz="2280" kern="1200">
          <a:solidFill>
            <a:schemeClr val="tx1"/>
          </a:solidFill>
          <a:latin typeface="+mn-lt"/>
          <a:ea typeface="+mn-ea"/>
          <a:cs typeface="+mn-cs"/>
        </a:defRPr>
      </a:lvl6pPr>
      <a:lvl7pPr marL="3388559" indent="-260659" algn="l" defTabSz="521316" rtl="0" eaLnBrk="1" latinLnBrk="0" hangingPunct="1">
        <a:spcBef>
          <a:spcPct val="20000"/>
        </a:spcBef>
        <a:buFont typeface="Arial"/>
        <a:buChar char="•"/>
        <a:defRPr sz="2280" kern="1200">
          <a:solidFill>
            <a:schemeClr val="tx1"/>
          </a:solidFill>
          <a:latin typeface="+mn-lt"/>
          <a:ea typeface="+mn-ea"/>
          <a:cs typeface="+mn-cs"/>
        </a:defRPr>
      </a:lvl7pPr>
      <a:lvl8pPr marL="3909877" indent="-260659" algn="l" defTabSz="521316" rtl="0" eaLnBrk="1" latinLnBrk="0" hangingPunct="1">
        <a:spcBef>
          <a:spcPct val="20000"/>
        </a:spcBef>
        <a:buFont typeface="Arial"/>
        <a:buChar char="•"/>
        <a:defRPr sz="2280" kern="1200">
          <a:solidFill>
            <a:schemeClr val="tx1"/>
          </a:solidFill>
          <a:latin typeface="+mn-lt"/>
          <a:ea typeface="+mn-ea"/>
          <a:cs typeface="+mn-cs"/>
        </a:defRPr>
      </a:lvl8pPr>
      <a:lvl9pPr marL="4431193" indent="-260659" algn="l" defTabSz="521316" rtl="0" eaLnBrk="1" latinLnBrk="0" hangingPunct="1">
        <a:spcBef>
          <a:spcPct val="20000"/>
        </a:spcBef>
        <a:buFont typeface="Arial"/>
        <a:buChar char="•"/>
        <a:defRPr sz="2280" kern="1200">
          <a:solidFill>
            <a:schemeClr val="tx1"/>
          </a:solidFill>
          <a:latin typeface="+mn-lt"/>
          <a:ea typeface="+mn-ea"/>
          <a:cs typeface="+mn-cs"/>
        </a:defRPr>
      </a:lvl9pPr>
    </p:bodyStyle>
    <p:otherStyle>
      <a:defPPr>
        <a:defRPr lang="it-IT"/>
      </a:defPPr>
      <a:lvl1pPr marL="0" algn="l" defTabSz="521316" rtl="0" eaLnBrk="1" latinLnBrk="0" hangingPunct="1">
        <a:defRPr sz="2052" kern="1200">
          <a:solidFill>
            <a:schemeClr val="tx1"/>
          </a:solidFill>
          <a:latin typeface="+mn-lt"/>
          <a:ea typeface="+mn-ea"/>
          <a:cs typeface="+mn-cs"/>
        </a:defRPr>
      </a:lvl1pPr>
      <a:lvl2pPr marL="521316" algn="l" defTabSz="521316" rtl="0" eaLnBrk="1" latinLnBrk="0" hangingPunct="1">
        <a:defRPr sz="2052" kern="1200">
          <a:solidFill>
            <a:schemeClr val="tx1"/>
          </a:solidFill>
          <a:latin typeface="+mn-lt"/>
          <a:ea typeface="+mn-ea"/>
          <a:cs typeface="+mn-cs"/>
        </a:defRPr>
      </a:lvl2pPr>
      <a:lvl3pPr marL="1042634" algn="l" defTabSz="521316" rtl="0" eaLnBrk="1" latinLnBrk="0" hangingPunct="1">
        <a:defRPr sz="2052" kern="1200">
          <a:solidFill>
            <a:schemeClr val="tx1"/>
          </a:solidFill>
          <a:latin typeface="+mn-lt"/>
          <a:ea typeface="+mn-ea"/>
          <a:cs typeface="+mn-cs"/>
        </a:defRPr>
      </a:lvl3pPr>
      <a:lvl4pPr marL="1563950" algn="l" defTabSz="521316" rtl="0" eaLnBrk="1" latinLnBrk="0" hangingPunct="1">
        <a:defRPr sz="2052" kern="1200">
          <a:solidFill>
            <a:schemeClr val="tx1"/>
          </a:solidFill>
          <a:latin typeface="+mn-lt"/>
          <a:ea typeface="+mn-ea"/>
          <a:cs typeface="+mn-cs"/>
        </a:defRPr>
      </a:lvl4pPr>
      <a:lvl5pPr marL="2085268" algn="l" defTabSz="521316" rtl="0" eaLnBrk="1" latinLnBrk="0" hangingPunct="1">
        <a:defRPr sz="2052" kern="1200">
          <a:solidFill>
            <a:schemeClr val="tx1"/>
          </a:solidFill>
          <a:latin typeface="+mn-lt"/>
          <a:ea typeface="+mn-ea"/>
          <a:cs typeface="+mn-cs"/>
        </a:defRPr>
      </a:lvl5pPr>
      <a:lvl6pPr marL="2606584" algn="l" defTabSz="521316" rtl="0" eaLnBrk="1" latinLnBrk="0" hangingPunct="1">
        <a:defRPr sz="2052" kern="1200">
          <a:solidFill>
            <a:schemeClr val="tx1"/>
          </a:solidFill>
          <a:latin typeface="+mn-lt"/>
          <a:ea typeface="+mn-ea"/>
          <a:cs typeface="+mn-cs"/>
        </a:defRPr>
      </a:lvl6pPr>
      <a:lvl7pPr marL="3127902" algn="l" defTabSz="521316" rtl="0" eaLnBrk="1" latinLnBrk="0" hangingPunct="1">
        <a:defRPr sz="2052" kern="1200">
          <a:solidFill>
            <a:schemeClr val="tx1"/>
          </a:solidFill>
          <a:latin typeface="+mn-lt"/>
          <a:ea typeface="+mn-ea"/>
          <a:cs typeface="+mn-cs"/>
        </a:defRPr>
      </a:lvl7pPr>
      <a:lvl8pPr marL="3649218" algn="l" defTabSz="521316" rtl="0" eaLnBrk="1" latinLnBrk="0" hangingPunct="1">
        <a:defRPr sz="2052" kern="1200">
          <a:solidFill>
            <a:schemeClr val="tx1"/>
          </a:solidFill>
          <a:latin typeface="+mn-lt"/>
          <a:ea typeface="+mn-ea"/>
          <a:cs typeface="+mn-cs"/>
        </a:defRPr>
      </a:lvl8pPr>
      <a:lvl9pPr marL="4170536" algn="l" defTabSz="521316" rtl="0" eaLnBrk="1" latinLnBrk="0" hangingPunct="1">
        <a:defRPr sz="20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48.xml"/><Relationship Id="rId1" Type="http://schemas.openxmlformats.org/officeDocument/2006/relationships/tags" Target="../tags/tag91.xml"/><Relationship Id="rId4" Type="http://schemas.openxmlformats.org/officeDocument/2006/relationships/image" Target="../media/image7.emf"/></Relationships>
</file>

<file path=ppt/slides/_rels/slide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6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537436C1-0B26-4BAF-B940-BBA0AF9B49ED}"/>
              </a:ext>
            </a:extLst>
          </p:cNvPr>
          <p:cNvGraphicFramePr>
            <a:graphicFrameLocks noChangeAspect="1"/>
          </p:cNvGraphicFramePr>
          <p:nvPr>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Diapositive think-cell" r:id="rId3" imgW="338" imgH="338" progId="TCLayout.ActiveDocument.1">
                  <p:embed/>
                </p:oleObj>
              </mc:Choice>
              <mc:Fallback>
                <p:oleObj name="Diapositive think-cell" r:id="rId3" imgW="338" imgH="338" progId="TCLayout.ActiveDocument.1">
                  <p:embed/>
                  <p:pic>
                    <p:nvPicPr>
                      <p:cNvPr id="7" name="Object 6" hidden="1">
                        <a:extLst>
                          <a:ext uri="{FF2B5EF4-FFF2-40B4-BE49-F238E27FC236}">
                            <a16:creationId xmlns:a16="http://schemas.microsoft.com/office/drawing/2014/main" id="{537436C1-0B26-4BAF-B940-BBA0AF9B49ED}"/>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E73E0B3E-325A-8847-9B6D-4C6FB8FC8BE2}"/>
              </a:ext>
            </a:extLst>
          </p:cNvPr>
          <p:cNvSpPr>
            <a:spLocks noGrp="1"/>
          </p:cNvSpPr>
          <p:nvPr>
            <p:ph type="title"/>
          </p:nvPr>
        </p:nvSpPr>
        <p:spPr>
          <a:xfrm>
            <a:off x="659835" y="2385943"/>
            <a:ext cx="10632076" cy="430744"/>
          </a:xfrm>
        </p:spPr>
        <p:txBody>
          <a:bodyPr vert="horz"/>
          <a:lstStyle/>
          <a:p>
            <a:r>
              <a:rPr lang="en-US"/>
              <a:t>Réunion de marché</a:t>
            </a:r>
          </a:p>
        </p:txBody>
      </p:sp>
      <p:sp>
        <p:nvSpPr>
          <p:cNvPr id="5" name="Text Placeholder 4">
            <a:extLst>
              <a:ext uri="{FF2B5EF4-FFF2-40B4-BE49-F238E27FC236}">
                <a16:creationId xmlns:a16="http://schemas.microsoft.com/office/drawing/2014/main" id="{4FA32DA6-86D9-A14B-88E6-2986B1229504}"/>
              </a:ext>
            </a:extLst>
          </p:cNvPr>
          <p:cNvSpPr>
            <a:spLocks noGrp="1"/>
          </p:cNvSpPr>
          <p:nvPr>
            <p:ph type="body" sz="quarter" idx="13"/>
          </p:nvPr>
        </p:nvSpPr>
        <p:spPr>
          <a:xfrm>
            <a:off x="659836" y="2940804"/>
            <a:ext cx="10632075" cy="250563"/>
          </a:xfrm>
        </p:spPr>
        <p:txBody>
          <a:bodyPr lIns="0" tIns="0" rIns="0" bIns="0" anchor="t"/>
          <a:lstStyle/>
          <a:p>
            <a:r>
              <a:rPr lang="fr-FR" sz="1850"/>
              <a:t>16/06/2026</a:t>
            </a:r>
            <a:endParaRPr lang="en-US"/>
          </a:p>
        </p:txBody>
      </p:sp>
      <p:sp>
        <p:nvSpPr>
          <p:cNvPr id="6" name="Espace réservé du texte 6">
            <a:extLst>
              <a:ext uri="{FF2B5EF4-FFF2-40B4-BE49-F238E27FC236}">
                <a16:creationId xmlns:a16="http://schemas.microsoft.com/office/drawing/2014/main" id="{DD99818F-9197-4FDE-846A-7938FB95B618}"/>
              </a:ext>
            </a:extLst>
          </p:cNvPr>
          <p:cNvSpPr txBox="1">
            <a:spLocks/>
          </p:cNvSpPr>
          <p:nvPr/>
        </p:nvSpPr>
        <p:spPr>
          <a:xfrm>
            <a:off x="583635" y="3315484"/>
            <a:ext cx="10416059" cy="1071581"/>
          </a:xfrm>
          <a:prstGeom prst="rect">
            <a:avLst/>
          </a:prstGeom>
        </p:spPr>
        <p:txBody>
          <a:bodyPr lIns="91440" tIns="45720" rIns="91440" bIns="45720" anchor="t"/>
          <a:lstStyle>
            <a:lvl1pPr algn="l" defTabSz="457200" rtl="0" eaLnBrk="1" fontAlgn="base" hangingPunct="1">
              <a:spcBef>
                <a:spcPct val="0"/>
              </a:spcBef>
              <a:spcAft>
                <a:spcPct val="0"/>
              </a:spcAft>
              <a:buClr>
                <a:srgbClr val="C00000"/>
              </a:buClr>
              <a:defRPr lang="en-GB" sz="1530" b="0" kern="1200" baseline="0">
                <a:solidFill>
                  <a:srgbClr val="8B8E8F"/>
                </a:solidFill>
                <a:latin typeface="Arial"/>
                <a:ea typeface="+mn-ea"/>
                <a:cs typeface="Arial"/>
                <a:sym typeface="Arial"/>
              </a:defRPr>
            </a:lvl1pPr>
            <a:lvl2pPr marL="180975" indent="-180975" algn="l" defTabSz="457200" rtl="0" eaLnBrk="1" fontAlgn="base" hangingPunct="1">
              <a:spcBef>
                <a:spcPct val="0"/>
              </a:spcBef>
              <a:spcAft>
                <a:spcPct val="0"/>
              </a:spcAft>
              <a:buClr>
                <a:srgbClr val="C00000"/>
              </a:buClr>
              <a:buFont typeface="Wingdings" pitchFamily="2" charset="2"/>
              <a:buChar char="§"/>
              <a:defRPr lang="en-GB" sz="1300" kern="1200" dirty="0" smtClean="0">
                <a:solidFill>
                  <a:schemeClr val="tx1"/>
                </a:solidFill>
                <a:latin typeface="Arial"/>
                <a:ea typeface="+mn-ea"/>
                <a:cs typeface="Arial"/>
                <a:sym typeface="Arial"/>
              </a:defRPr>
            </a:lvl2pPr>
            <a:lvl3pPr marL="361950" indent="-180975" algn="l" defTabSz="457200" rtl="0" eaLnBrk="1" fontAlgn="base" hangingPunct="1">
              <a:spcBef>
                <a:spcPct val="0"/>
              </a:spcBef>
              <a:spcAft>
                <a:spcPct val="0"/>
              </a:spcAft>
              <a:buClr>
                <a:srgbClr val="C00000"/>
              </a:buClr>
              <a:buFont typeface="Arial" pitchFamily="34" charset="0"/>
              <a:buChar char="•"/>
              <a:defRPr lang="en-GB" sz="1300" kern="1200" dirty="0" smtClean="0">
                <a:solidFill>
                  <a:schemeClr val="tx1"/>
                </a:solidFill>
                <a:latin typeface="Arial"/>
                <a:ea typeface="+mn-ea"/>
                <a:cs typeface="Arial"/>
                <a:sym typeface="Arial"/>
              </a:defRPr>
            </a:lvl3pPr>
            <a:lvl4pPr marL="542925" indent="-187325" algn="l" defTabSz="457200" rtl="0" eaLnBrk="1" fontAlgn="base" hangingPunct="1">
              <a:spcBef>
                <a:spcPct val="0"/>
              </a:spcBef>
              <a:spcAft>
                <a:spcPct val="0"/>
              </a:spcAft>
              <a:buClr>
                <a:srgbClr val="C00000"/>
              </a:buClr>
              <a:buFont typeface="Symbol" pitchFamily="18" charset="2"/>
              <a:buChar char="-"/>
              <a:defRPr lang="en-GB" sz="1300" kern="1200" dirty="0" smtClean="0">
                <a:solidFill>
                  <a:schemeClr val="tx1"/>
                </a:solidFill>
                <a:latin typeface="Arial"/>
                <a:ea typeface="+mn-ea"/>
                <a:cs typeface="Arial"/>
                <a:sym typeface="Arial"/>
              </a:defRPr>
            </a:lvl4pPr>
            <a:lvl5pPr marL="909638" indent="-179388" algn="l" defTabSz="457200" rtl="0" eaLnBrk="1" fontAlgn="base" hangingPunct="1">
              <a:lnSpc>
                <a:spcPts val="1200"/>
              </a:lnSpc>
              <a:spcBef>
                <a:spcPct val="0"/>
              </a:spcBef>
              <a:spcAft>
                <a:spcPct val="0"/>
              </a:spcAft>
              <a:buClr>
                <a:srgbClr val="C00000"/>
              </a:buClr>
              <a:buFont typeface="Wingdings" pitchFamily="2" charset="2"/>
              <a:buChar char="Ø"/>
              <a:defRPr lang="en-GB" sz="1000" kern="1200" dirty="0">
                <a:solidFill>
                  <a:schemeClr val="tx1"/>
                </a:solidFill>
                <a:latin typeface="+mn-lt"/>
                <a:ea typeface="+mn-ea"/>
                <a:cs typeface="Arial Regular"/>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defTabSz="609585"/>
            <a:r>
              <a:rPr lang="en-US" sz="1600" b="1" u="sng">
                <a:solidFill>
                  <a:srgbClr val="FFFFFF"/>
                </a:solidFill>
              </a:rPr>
              <a:t>Agenda: </a:t>
            </a:r>
          </a:p>
          <a:p>
            <a:pPr defTabSz="609585"/>
            <a:endParaRPr lang="en-US" sz="400" b="1" u="sng">
              <a:solidFill>
                <a:srgbClr val="FFFFFF"/>
              </a:solidFill>
            </a:endParaRPr>
          </a:p>
          <a:p>
            <a:pPr defTabSz="609585"/>
            <a:endParaRPr lang="en-US" sz="400">
              <a:solidFill>
                <a:srgbClr val="FFFFFF"/>
              </a:solidFill>
            </a:endParaRPr>
          </a:p>
          <a:p>
            <a:pPr defTabSz="609585"/>
            <a:r>
              <a:rPr lang="en-US" sz="1600">
                <a:solidFill>
                  <a:srgbClr val="FFFFFF"/>
                </a:solidFill>
              </a:rPr>
              <a:t>1. Weekly Macro &amp; Market Catch Up</a:t>
            </a:r>
            <a:endParaRPr lang="en-US" sz="400">
              <a:solidFill>
                <a:srgbClr val="FFFFFF"/>
              </a:solidFill>
            </a:endParaRPr>
          </a:p>
          <a:p>
            <a:pPr defTabSz="609585"/>
            <a:endParaRPr lang="en-US" sz="500">
              <a:solidFill>
                <a:srgbClr val="FFFFFF"/>
              </a:solidFill>
            </a:endParaRPr>
          </a:p>
          <a:p>
            <a:pPr defTabSz="609585"/>
            <a:r>
              <a:rPr lang="en-US" sz="1600">
                <a:solidFill>
                  <a:srgbClr val="FFFFFF"/>
                </a:solidFill>
              </a:rPr>
              <a:t>2. Introduction to </a:t>
            </a:r>
            <a:r>
              <a:rPr lang="fr-FR" sz="1600">
                <a:solidFill>
                  <a:srgbClr val="FFFFFF"/>
                </a:solidFill>
              </a:rPr>
              <a:t>Quantum Computing</a:t>
            </a:r>
            <a:endParaRPr lang="en-US" sz="1600" noProof="0">
              <a:solidFill>
                <a:srgbClr val="FFFFFF"/>
              </a:solidFill>
            </a:endParaRPr>
          </a:p>
        </p:txBody>
      </p:sp>
      <p:sp>
        <p:nvSpPr>
          <p:cNvPr id="8" name="Titolo 1">
            <a:extLst>
              <a:ext uri="{FF2B5EF4-FFF2-40B4-BE49-F238E27FC236}">
                <a16:creationId xmlns:a16="http://schemas.microsoft.com/office/drawing/2014/main" id="{B0C7D741-CCE9-4AEF-A75F-DFD7F2F440F6}"/>
              </a:ext>
            </a:extLst>
          </p:cNvPr>
          <p:cNvSpPr txBox="1">
            <a:spLocks/>
          </p:cNvSpPr>
          <p:nvPr/>
        </p:nvSpPr>
        <p:spPr>
          <a:xfrm>
            <a:off x="766174" y="5971249"/>
            <a:ext cx="8557034" cy="886751"/>
          </a:xfrm>
          <a:prstGeom prst="rect">
            <a:avLst/>
          </a:prstGeom>
        </p:spPr>
        <p:txBody>
          <a:bodyPr vert="horz" lIns="0" tIns="0" rIns="0" bIns="0" rtlCol="0" anchor="ctr" anchorCtr="0">
            <a:noAutofit/>
          </a:bodyPr>
          <a:lstStyle>
            <a:lvl1pPr algn="l" defTabSz="457200" rtl="0" eaLnBrk="1" latinLnBrk="0" hangingPunct="1">
              <a:lnSpc>
                <a:spcPts val="3500"/>
              </a:lnSpc>
              <a:spcBef>
                <a:spcPct val="0"/>
              </a:spcBef>
              <a:buNone/>
              <a:defRPr sz="3300" b="1" i="0" kern="1200" baseline="0">
                <a:solidFill>
                  <a:schemeClr val="tx2"/>
                </a:solidFill>
                <a:latin typeface="Arial"/>
                <a:ea typeface="+mj-ea"/>
                <a:cs typeface="+mj-cs"/>
              </a:defRPr>
            </a:lvl1pPr>
          </a:lstStyle>
          <a:p>
            <a:r>
              <a:rPr lang="en-US" sz="1428" i="1">
                <a:solidFill>
                  <a:schemeClr val="bg1"/>
                </a:solidFill>
              </a:rPr>
              <a:t>STRICTLY PRIVATE AND CONFIDENTIAL – NOT TO BE CIRCULATED</a:t>
            </a:r>
          </a:p>
        </p:txBody>
      </p:sp>
    </p:spTree>
    <p:extLst>
      <p:ext uri="{BB962C8B-B14F-4D97-AF65-F5344CB8AC3E}">
        <p14:creationId xmlns:p14="http://schemas.microsoft.com/office/powerpoint/2010/main" val="3026808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BB67C890-BBBF-46AC-A9F2-CBF2545294F9}"/>
              </a:ext>
            </a:extLst>
          </p:cNvPr>
          <p:cNvSpPr>
            <a:spLocks noGrp="1"/>
          </p:cNvSpPr>
          <p:nvPr>
            <p:ph type="title"/>
          </p:nvPr>
        </p:nvSpPr>
        <p:spPr>
          <a:xfrm>
            <a:off x="1719408" y="44616"/>
            <a:ext cx="10822455" cy="300679"/>
          </a:xfrm>
        </p:spPr>
        <p:txBody>
          <a:bodyPr/>
          <a:lstStyle/>
          <a:p>
            <a:r>
              <a:rPr lang="en-US" sz="1600" b="1"/>
              <a:t>Weekly macro </a:t>
            </a:r>
            <a:r>
              <a:rPr lang="en-US" sz="1600"/>
              <a:t>&amp; market </a:t>
            </a:r>
            <a:r>
              <a:rPr lang="en-US" sz="1600" b="1"/>
              <a:t>Catch Up</a:t>
            </a:r>
            <a:endParaRPr lang="en-US" sz="1600" noProof="0"/>
          </a:p>
        </p:txBody>
      </p:sp>
      <p:sp>
        <p:nvSpPr>
          <p:cNvPr id="6" name="Chevron 3">
            <a:extLst>
              <a:ext uri="{FF2B5EF4-FFF2-40B4-BE49-F238E27FC236}">
                <a16:creationId xmlns:a16="http://schemas.microsoft.com/office/drawing/2014/main" id="{150AE148-8EC5-DDE3-095C-B9AF08A8B78F}"/>
              </a:ext>
            </a:extLst>
          </p:cNvPr>
          <p:cNvSpPr/>
          <p:nvPr/>
        </p:nvSpPr>
        <p:spPr>
          <a:xfrm>
            <a:off x="1255471" y="468515"/>
            <a:ext cx="6827825" cy="6113443"/>
          </a:xfrm>
          <a:prstGeom prst="roundRect">
            <a:avLst>
              <a:gd name="adj" fmla="val 7375"/>
            </a:avLst>
          </a:prstGeom>
          <a:solidFill>
            <a:schemeClr val="bg1">
              <a:lumMod val="85000"/>
              <a:alpha val="25000"/>
            </a:schemeClr>
          </a:solidFill>
          <a:ln w="12700" cap="flat" cmpd="sng" algn="ctr">
            <a:noFill/>
            <a:prstDash val="dash"/>
          </a:ln>
          <a:effectLst/>
        </p:spPr>
        <p:txBody>
          <a:bodyPr spcFirstLastPara="0" vert="horz" wrap="square" lIns="12573" tIns="12573" rIns="12573" bIns="12573" numCol="1" spcCol="1270" anchor="t" anchorCtr="0">
            <a:noAutofit/>
          </a:bodyPr>
          <a:lstStyle/>
          <a:p>
            <a:pPr lvl="1" algn="just"/>
            <a:endParaRPr kumimoji="0" lang="en-US" sz="400" i="0" u="none" strike="noStrike" kern="0" cap="none" spc="0" normalizeH="0" baseline="0" noProof="0">
              <a:ln>
                <a:noFill/>
              </a:ln>
              <a:solidFill>
                <a:srgbClr val="C00000"/>
              </a:solidFill>
              <a:effectLst/>
              <a:uLnTx/>
              <a:uFillTx/>
              <a:latin typeface="Arial" panose="020B0604020202020204"/>
              <a:ea typeface="+mn-lt"/>
              <a:cs typeface="Arial" panose="020B0604020202020204"/>
            </a:endParaRPr>
          </a:p>
          <a:p>
            <a:pPr lvl="1" algn="just"/>
            <a:r>
              <a:rPr kumimoji="0" lang="en-US" sz="1400" b="1" i="0" u="none" strike="noStrike" kern="0" cap="none" spc="0" normalizeH="0" baseline="0" noProof="0">
                <a:ln>
                  <a:noFill/>
                </a:ln>
                <a:solidFill>
                  <a:srgbClr val="C00000"/>
                </a:solidFill>
                <a:effectLst/>
                <a:uLnTx/>
                <a:uFillTx/>
                <a:latin typeface="Arial" panose="020B0604020202020204"/>
                <a:ea typeface="+mn-lt"/>
                <a:cs typeface="Arial" panose="020B0604020202020204"/>
              </a:rPr>
              <a:t>Hot Topic: </a:t>
            </a:r>
            <a:r>
              <a:rPr lang="en-US" sz="1200" b="1" kern="0">
                <a:latin typeface="Arial" panose="020B0604020202020204"/>
                <a:ea typeface="+mn-lt"/>
                <a:cs typeface="Arial" panose="020B0604020202020204"/>
              </a:rPr>
              <a:t>US-Iran </a:t>
            </a:r>
            <a:r>
              <a:rPr kumimoji="0" lang="en-US" sz="1200" b="1" i="0" u="none" strike="noStrike" kern="0" cap="none" spc="0" normalizeH="0" baseline="0" noProof="0">
                <a:ln>
                  <a:noFill/>
                </a:ln>
                <a:effectLst/>
                <a:uLnTx/>
                <a:uFillTx/>
                <a:latin typeface="Arial" panose="020B0604020202020204"/>
                <a:ea typeface="+mn-lt"/>
                <a:cs typeface="Arial" panose="020B0604020202020204"/>
              </a:rPr>
              <a:t>war </a:t>
            </a:r>
            <a:r>
              <a:rPr kumimoji="0" lang="en-US" sz="1200" b="1" i="0" u="none" strike="noStrike" kern="0" cap="none" spc="0" normalizeH="0" baseline="0" noProof="0">
                <a:ln>
                  <a:noFill/>
                </a:ln>
                <a:effectLst/>
                <a:uLnTx/>
                <a:uFillTx/>
                <a:latin typeface="Arial" panose="020B0604020202020204"/>
                <a:ea typeface="+mn-lt"/>
                <a:cs typeface="Arial" panose="020B0604020202020204"/>
                <a:sym typeface="Wingdings" panose="05000000000000000000" pitchFamily="2" charset="2"/>
              </a:rPr>
              <a:t> </a:t>
            </a:r>
            <a:r>
              <a:rPr kumimoji="0" lang="en-US" sz="1200" b="1" i="0" u="none" strike="noStrike" kern="0" cap="none" spc="0" normalizeH="0" baseline="0" noProof="0">
                <a:ln>
                  <a:noFill/>
                </a:ln>
                <a:effectLst/>
                <a:uLnTx/>
                <a:uFillTx/>
                <a:latin typeface="Arial" panose="020B0604020202020204"/>
                <a:ea typeface="+mn-lt"/>
                <a:cs typeface="Arial" panose="020B0604020202020204"/>
              </a:rPr>
              <a:t>inflation pressures </a:t>
            </a:r>
            <a:r>
              <a:rPr kumimoji="0" lang="en-US" sz="1200" b="1" i="0" u="none" strike="noStrike" kern="0" cap="none" spc="0" normalizeH="0" baseline="0" noProof="0">
                <a:ln>
                  <a:noFill/>
                </a:ln>
                <a:effectLst/>
                <a:uLnTx/>
                <a:uFillTx/>
                <a:latin typeface="Arial" panose="020B0604020202020204"/>
                <a:ea typeface="+mn-lt"/>
                <a:cs typeface="Arial" panose="020B0604020202020204"/>
                <a:sym typeface="Wingdings" panose="05000000000000000000" pitchFamily="2" charset="2"/>
              </a:rPr>
              <a:t></a:t>
            </a:r>
            <a:r>
              <a:rPr kumimoji="0" lang="en-US" sz="1200" b="1" i="0" u="none" strike="noStrike" kern="0" cap="none" spc="0" normalizeH="0" baseline="0" noProof="0">
                <a:ln>
                  <a:noFill/>
                </a:ln>
                <a:effectLst/>
                <a:uLnTx/>
                <a:uFillTx/>
                <a:latin typeface="Arial" panose="020B0604020202020204"/>
                <a:ea typeface="+mn-lt"/>
                <a:cs typeface="Arial" panose="020B0604020202020204"/>
              </a:rPr>
              <a:t> major central banks reacting</a:t>
            </a:r>
            <a:endParaRPr lang="en-US" sz="300" b="1">
              <a:latin typeface="Arial" panose="020B0604020202020204" pitchFamily="34" charset="0"/>
              <a:ea typeface="+mn-lt"/>
              <a:cs typeface="Arial" panose="020B0604020202020204"/>
            </a:endParaRPr>
          </a:p>
          <a:p>
            <a:pPr marL="171450" indent="-171450" algn="just">
              <a:buFont typeface="Arial" panose="020B0604020202020204" pitchFamily="34" charset="0"/>
              <a:buChar char="•"/>
            </a:pPr>
            <a:r>
              <a:rPr lang="en-US" sz="1100">
                <a:solidFill>
                  <a:srgbClr val="000000"/>
                </a:solidFill>
                <a:latin typeface="Arial" panose="020B0604020202020204" pitchFamily="34" charset="0"/>
                <a:ea typeface="+mn-lt"/>
                <a:cs typeface="Arial" panose="020B0604020202020204"/>
              </a:rPr>
              <a:t>Iran and the US agreed on a deal to reopen the Strait of Hormuz and extend the ceasefire by 60 days, during which Iran will be allowed to sell oil. Iran committed not to develop nuclear weapons, and talks will begin on uranium disposal. The deal is set to be signed on Friday, but many details remain unknown.</a:t>
            </a:r>
          </a:p>
          <a:p>
            <a:pPr marL="171450" indent="-171450" algn="just">
              <a:buFont typeface="Arial" panose="020B0604020202020204" pitchFamily="34" charset="0"/>
              <a:buChar char="•"/>
            </a:pPr>
            <a:r>
              <a:rPr lang="en-US" sz="1100"/>
              <a:t>The deal also calls for an end to hostilities in Lebanon, but Israel is not expected to sign it.</a:t>
            </a:r>
          </a:p>
          <a:p>
            <a:pPr marL="171450" indent="-171450" algn="just">
              <a:buFont typeface="Arial" panose="020B0604020202020204" pitchFamily="34" charset="0"/>
              <a:buChar char="•"/>
            </a:pPr>
            <a:r>
              <a:rPr lang="en-US" sz="1100"/>
              <a:t>Brent fell to $83/bbl on the news, though it may take months before oil tanker traffic normalizes.</a:t>
            </a:r>
          </a:p>
          <a:p>
            <a:pPr algn="just"/>
            <a:endParaRPr lang="en-US" sz="400">
              <a:solidFill>
                <a:srgbClr val="000000"/>
              </a:solidFill>
              <a:latin typeface="Arial" panose="020B0604020202020204" pitchFamily="34" charset="0"/>
              <a:ea typeface="+mn-lt"/>
              <a:cs typeface="Arial" panose="020B0604020202020204"/>
            </a:endParaRPr>
          </a:p>
          <a:p>
            <a:pPr algn="just"/>
            <a:endParaRPr lang="en-US" sz="400">
              <a:solidFill>
                <a:srgbClr val="000000"/>
              </a:solidFill>
              <a:latin typeface="Arial" panose="020B0604020202020204" pitchFamily="34" charset="0"/>
              <a:ea typeface="+mn-lt"/>
              <a:cs typeface="Arial" panose="020B0604020202020204"/>
            </a:endParaRPr>
          </a:p>
          <a:p>
            <a:pPr algn="just"/>
            <a:endParaRPr lang="en-US" sz="400">
              <a:solidFill>
                <a:srgbClr val="000000"/>
              </a:solidFill>
              <a:latin typeface="Arial" panose="020B0604020202020204" pitchFamily="34" charset="0"/>
              <a:ea typeface="+mn-lt"/>
              <a:cs typeface="Arial" panose="020B0604020202020204"/>
            </a:endParaRPr>
          </a:p>
          <a:p>
            <a:pPr lvl="1" algn="just"/>
            <a:r>
              <a:rPr kumimoji="0" lang="en-US" sz="1400" b="1" i="0" u="none" strike="noStrike" kern="0" cap="none" spc="0" normalizeH="0" baseline="0" noProof="0">
                <a:ln>
                  <a:noFill/>
                </a:ln>
                <a:solidFill>
                  <a:srgbClr val="C00000"/>
                </a:solidFill>
                <a:effectLst/>
                <a:uLnTx/>
                <a:uFillTx/>
                <a:latin typeface="Arial" panose="020B0604020202020204"/>
                <a:ea typeface="+mn-lt"/>
                <a:cs typeface="Arial" panose="020B0604020202020204"/>
              </a:rPr>
              <a:t>United States (US)</a:t>
            </a:r>
          </a:p>
          <a:p>
            <a:pPr marL="171450" indent="-171450" algn="just">
              <a:buFont typeface="Arial" panose="020B0604020202020204" pitchFamily="34" charset="0"/>
              <a:buChar char="•"/>
            </a:pPr>
            <a:r>
              <a:rPr lang="en-US" sz="1100" b="1"/>
              <a:t>Mixed inflation data</a:t>
            </a:r>
            <a:r>
              <a:rPr lang="en-US" sz="1100"/>
              <a:t>: core CPI eased slightly, but a strong PPI reading points (6.5%) to firmer core PCE inflation. Headline CPI at 4.2%. Inflation weighed on small-business sentiment.</a:t>
            </a:r>
          </a:p>
          <a:p>
            <a:pPr marL="171450" indent="-171450" algn="just">
              <a:buFont typeface="Arial" panose="020B0604020202020204" pitchFamily="34" charset="0"/>
              <a:buChar char="•"/>
            </a:pPr>
            <a:r>
              <a:rPr lang="en-US" sz="1100" b="1"/>
              <a:t>SpaceX raised $75bn in a record-breaking IPO </a:t>
            </a:r>
            <a:r>
              <a:rPr lang="en-US" sz="1100"/>
              <a:t>while the demand was $250bn. Since, shares soared by +8%, making it the 6</a:t>
            </a:r>
            <a:r>
              <a:rPr lang="en-US" sz="1100" baseline="30000"/>
              <a:t>th</a:t>
            </a:r>
            <a:r>
              <a:rPr lang="en-US" sz="1100"/>
              <a:t> most valuable company in the world and E. Musk the 1</a:t>
            </a:r>
            <a:r>
              <a:rPr lang="en-US" sz="1100" baseline="30000"/>
              <a:t>st</a:t>
            </a:r>
            <a:r>
              <a:rPr lang="en-US" sz="1100"/>
              <a:t> trillionaire.</a:t>
            </a:r>
          </a:p>
          <a:p>
            <a:pPr algn="just"/>
            <a:r>
              <a:rPr lang="en-US" sz="1100" b="1" kern="0">
                <a:solidFill>
                  <a:srgbClr val="C00000"/>
                </a:solidFill>
              </a:rPr>
              <a:t>Markets: </a:t>
            </a:r>
            <a:r>
              <a:rPr lang="en-US" sz="1100"/>
              <a:t>0.8 hike now priced in for year-end. Nasdaq recovering from a sharp prior-week drop.</a:t>
            </a:r>
          </a:p>
          <a:p>
            <a:pPr algn="just"/>
            <a:r>
              <a:rPr kumimoji="0" lang="en-US" sz="1100" b="1" i="1" u="none" strike="noStrike" kern="0" cap="none" spc="0" normalizeH="0" baseline="0" noProof="0">
                <a:ln>
                  <a:noFill/>
                </a:ln>
                <a:solidFill>
                  <a:srgbClr val="C00000"/>
                </a:solidFill>
                <a:effectLst/>
                <a:uLnTx/>
                <a:uFillTx/>
                <a:latin typeface="Arial" panose="020B0604020202020204"/>
                <a:ea typeface="+mn-ea"/>
                <a:cs typeface="+mn-cs"/>
              </a:rPr>
              <a:t>Next:</a:t>
            </a:r>
            <a:r>
              <a:rPr lang="en-US" sz="1100" i="1"/>
              <a:t> </a:t>
            </a:r>
            <a:r>
              <a:rPr lang="en-US" sz="1100" b="1" i="1"/>
              <a:t>Fed decision </a:t>
            </a:r>
            <a:r>
              <a:rPr lang="en-US" sz="1100" i="1"/>
              <a:t>(to stay on hold with a hawkish tone due to inflation on 17/06), core PCE inflation (3.4% YoY expected for May). Both industrial production and retail sales are expected to decelerate.</a:t>
            </a:r>
            <a:endParaRPr lang="en-US" sz="400" kern="0">
              <a:solidFill>
                <a:srgbClr val="C00000"/>
              </a:solidFill>
              <a:highlight>
                <a:srgbClr val="FFFF00"/>
              </a:highlight>
              <a:latin typeface="Arial" panose="020B0604020202020204"/>
              <a:ea typeface="+mn-lt"/>
              <a:cs typeface="Arial" panose="020B0604020202020204"/>
            </a:endParaRPr>
          </a:p>
          <a:p>
            <a:pPr algn="just"/>
            <a:endParaRPr lang="en-US" sz="400" b="1" kern="0">
              <a:solidFill>
                <a:srgbClr val="C00000"/>
              </a:solidFill>
              <a:highlight>
                <a:srgbClr val="FFFF00"/>
              </a:highlight>
              <a:latin typeface="Arial" panose="020B0604020202020204"/>
              <a:ea typeface="+mn-lt"/>
              <a:cs typeface="Arial" panose="020B0604020202020204"/>
            </a:endParaRPr>
          </a:p>
          <a:p>
            <a:pPr algn="just"/>
            <a:endParaRPr lang="en-US" sz="400" b="1" kern="0">
              <a:solidFill>
                <a:srgbClr val="C00000"/>
              </a:solidFill>
              <a:highlight>
                <a:srgbClr val="FFFF00"/>
              </a:highlight>
              <a:latin typeface="Arial" panose="020B0604020202020204"/>
              <a:ea typeface="+mn-lt"/>
              <a:cs typeface="Arial" panose="020B0604020202020204"/>
            </a:endParaRPr>
          </a:p>
          <a:p>
            <a:pPr algn="just"/>
            <a:endParaRPr lang="en-US" sz="400" b="1" kern="0">
              <a:solidFill>
                <a:srgbClr val="C00000"/>
              </a:solidFill>
              <a:highlight>
                <a:srgbClr val="FFFF00"/>
              </a:highlight>
              <a:latin typeface="Arial" panose="020B0604020202020204"/>
              <a:ea typeface="+mn-lt"/>
              <a:cs typeface="Arial" panose="020B0604020202020204"/>
            </a:endParaRPr>
          </a:p>
          <a:p>
            <a:pPr lvl="1" algn="just">
              <a:defRPr/>
            </a:pPr>
            <a:r>
              <a:rPr lang="en-US" sz="1400" b="1" kern="0">
                <a:solidFill>
                  <a:srgbClr val="C00000"/>
                </a:solidFill>
                <a:latin typeface="Arial" panose="020B0604020202020204"/>
                <a:ea typeface="+mn-lt"/>
                <a:cs typeface="Arial" panose="020B0604020202020204"/>
              </a:rPr>
              <a:t>Euro </a:t>
            </a:r>
            <a:r>
              <a:rPr lang="en-US" sz="1400" b="1" kern="0">
                <a:solidFill>
                  <a:srgbClr val="C00000"/>
                </a:solidFill>
                <a:ea typeface="+mn-lt"/>
                <a:cs typeface="Arial" panose="020B0604020202020204"/>
              </a:rPr>
              <a:t>Area (EA) </a:t>
            </a:r>
            <a:r>
              <a:rPr lang="en-US" sz="1400" b="1" kern="0">
                <a:solidFill>
                  <a:srgbClr val="C00000"/>
                </a:solidFill>
                <a:latin typeface="Arial" panose="020B0604020202020204"/>
                <a:ea typeface="+mn-lt"/>
                <a:cs typeface="Arial" panose="020B0604020202020204"/>
              </a:rPr>
              <a:t>&amp; Europe</a:t>
            </a:r>
            <a:endParaRPr lang="en-US" sz="1100"/>
          </a:p>
          <a:p>
            <a:pPr marL="171450" indent="-171450" algn="just">
              <a:buFont typeface="Arial" panose="020B0604020202020204" pitchFamily="34" charset="0"/>
              <a:buChar char="•"/>
            </a:pPr>
            <a:r>
              <a:rPr lang="en-US" sz="1100">
                <a:solidFill>
                  <a:srgbClr val="000000"/>
                </a:solidFill>
                <a:latin typeface="Arial" panose="020B0604020202020204" pitchFamily="34" charset="0"/>
                <a:ea typeface="+mn-lt"/>
                <a:cs typeface="Arial" panose="020B0604020202020204"/>
              </a:rPr>
              <a:t>The </a:t>
            </a:r>
            <a:r>
              <a:rPr lang="en-US" sz="1100" b="1">
                <a:solidFill>
                  <a:srgbClr val="000000"/>
                </a:solidFill>
                <a:latin typeface="Arial" panose="020B0604020202020204" pitchFamily="34" charset="0"/>
                <a:ea typeface="+mn-lt"/>
                <a:cs typeface="Arial" panose="020B0604020202020204"/>
              </a:rPr>
              <a:t>ECB lifted its deposit and main refinancing rates by 25bps</a:t>
            </a:r>
            <a:r>
              <a:rPr lang="en-US" sz="1100">
                <a:solidFill>
                  <a:srgbClr val="000000"/>
                </a:solidFill>
                <a:latin typeface="Arial" panose="020B0604020202020204" pitchFamily="34" charset="0"/>
                <a:ea typeface="+mn-lt"/>
                <a:cs typeface="Arial" panose="020B0604020202020204"/>
              </a:rPr>
              <a:t> in June, to 2.25% and 2.40% respectively, matching the consensus. They now expects </a:t>
            </a:r>
            <a:r>
              <a:rPr lang="en-US" sz="1100" b="1">
                <a:solidFill>
                  <a:srgbClr val="000000"/>
                </a:solidFill>
                <a:latin typeface="Arial" panose="020B0604020202020204" pitchFamily="34" charset="0"/>
                <a:ea typeface="+mn-lt"/>
                <a:cs typeface="Arial" panose="020B0604020202020204"/>
              </a:rPr>
              <a:t>inflation to remain significantly above target </a:t>
            </a:r>
            <a:r>
              <a:rPr lang="en-US" sz="1100">
                <a:solidFill>
                  <a:srgbClr val="000000"/>
                </a:solidFill>
                <a:latin typeface="Arial" panose="020B0604020202020204" pitchFamily="34" charset="0"/>
                <a:ea typeface="+mn-lt"/>
                <a:cs typeface="Arial" panose="020B0604020202020204"/>
              </a:rPr>
              <a:t>through this year and next, underpinning the need to tighten policy. Headline inflation increased to 3% for 2026. Marginal increase for core inflation.</a:t>
            </a:r>
            <a:endParaRPr lang="en-US" sz="1100"/>
          </a:p>
          <a:p>
            <a:pPr algn="just"/>
            <a:r>
              <a:rPr lang="en-US" sz="1100" b="1" kern="0">
                <a:solidFill>
                  <a:srgbClr val="C00000"/>
                </a:solidFill>
              </a:rPr>
              <a:t>Markets: </a:t>
            </a:r>
            <a:r>
              <a:rPr lang="en-US" sz="1100"/>
              <a:t>1.3 hike priced in, GenAM expects a hike in September.</a:t>
            </a:r>
          </a:p>
          <a:p>
            <a:pPr algn="just"/>
            <a:r>
              <a:rPr lang="en-US" sz="1100" b="1" i="1" kern="0">
                <a:solidFill>
                  <a:srgbClr val="C00000"/>
                </a:solidFill>
              </a:rPr>
              <a:t>Next: </a:t>
            </a:r>
            <a:r>
              <a:rPr lang="en-US" sz="1100" b="1" i="1"/>
              <a:t>BoE decision </a:t>
            </a:r>
            <a:r>
              <a:rPr lang="en-US" sz="1100" i="1"/>
              <a:t>(to keep rates on hold). ZEW expected to stabilize at low levels. Industrial growth should see some tentative growth.</a:t>
            </a:r>
            <a:endParaRPr lang="en-US" sz="400" i="1" kern="0">
              <a:highlight>
                <a:srgbClr val="FFFF00"/>
              </a:highlight>
              <a:latin typeface="Arial" panose="020B0604020202020204"/>
            </a:endParaRPr>
          </a:p>
          <a:p>
            <a:pPr algn="just">
              <a:defRPr/>
            </a:pPr>
            <a:endParaRPr lang="en-US" sz="400" i="1" kern="0">
              <a:highlight>
                <a:srgbClr val="FFFF00"/>
              </a:highlight>
              <a:latin typeface="Arial" panose="020B0604020202020204"/>
            </a:endParaRPr>
          </a:p>
          <a:p>
            <a:pPr algn="just">
              <a:defRPr/>
            </a:pPr>
            <a:endParaRPr lang="en-US" sz="400" i="1" kern="0">
              <a:highlight>
                <a:srgbClr val="FFFF00"/>
              </a:highlight>
              <a:latin typeface="Arial" panose="020B0604020202020204"/>
            </a:endParaRPr>
          </a:p>
          <a:p>
            <a:pPr algn="just">
              <a:defRPr/>
            </a:pPr>
            <a:endParaRPr lang="en-US" sz="400" i="1" kern="0">
              <a:highlight>
                <a:srgbClr val="FFFF00"/>
              </a:highlight>
              <a:latin typeface="Arial" panose="020B0604020202020204"/>
            </a:endParaRPr>
          </a:p>
          <a:p>
            <a:pPr lvl="1" algn="just">
              <a:defRPr/>
            </a:pPr>
            <a:r>
              <a:rPr lang="en-US" sz="1400" b="1" kern="0">
                <a:solidFill>
                  <a:srgbClr val="C00000"/>
                </a:solidFill>
                <a:ea typeface="+mn-lt"/>
                <a:cs typeface="Arial" panose="020B0604020202020204"/>
              </a:rPr>
              <a:t>Rest of the World</a:t>
            </a:r>
          </a:p>
          <a:p>
            <a:pPr marL="171450" indent="-171450" algn="just">
              <a:buFont typeface="Arial" panose="020B0604020202020204" pitchFamily="34" charset="0"/>
              <a:buChar char="•"/>
            </a:pPr>
            <a:r>
              <a:rPr lang="en-US" sz="1100"/>
              <a:t>China CPI stayed subdued at 1.2%, reflecting weak domestic demand and lingering deflation pressures.</a:t>
            </a:r>
          </a:p>
          <a:p>
            <a:pPr marL="171450" indent="-171450" algn="just">
              <a:buFont typeface="Arial" panose="020B0604020202020204" pitchFamily="34" charset="0"/>
              <a:buChar char="•"/>
            </a:pPr>
            <a:r>
              <a:rPr lang="en-US" sz="1100" b="1"/>
              <a:t>BoJ decision </a:t>
            </a:r>
            <a:r>
              <a:rPr lang="en-US" sz="1100"/>
              <a:t>was to raise rates to 1% (highest since 1995) as inflation has been approaching 2% and financial conditions have been accommodative. They also announced a gradual reduction in their monthly JGB purchases by 200bn each quartier until 1Q27 (from 2.7tr to 2tr yen per month).</a:t>
            </a:r>
          </a:p>
          <a:p>
            <a:pPr algn="just"/>
            <a:r>
              <a:rPr lang="en-US" sz="1100" b="1" i="1" kern="0">
                <a:solidFill>
                  <a:srgbClr val="C00000"/>
                </a:solidFill>
              </a:rPr>
              <a:t>Next:</a:t>
            </a:r>
            <a:r>
              <a:rPr lang="en-US" sz="1100" i="1"/>
              <a:t> Chinese retail sales and industrial production may disappoint.</a:t>
            </a:r>
          </a:p>
          <a:p>
            <a:pPr algn="just"/>
            <a:endParaRPr lang="en-US" sz="1100" i="1"/>
          </a:p>
          <a:p>
            <a:pPr algn="just">
              <a:defRPr/>
            </a:pPr>
            <a:endParaRPr lang="en-US" sz="400" i="1" kern="0">
              <a:highlight>
                <a:srgbClr val="FFFF00"/>
              </a:highlight>
              <a:latin typeface="Arial" panose="020B0604020202020204"/>
            </a:endParaRPr>
          </a:p>
        </p:txBody>
      </p:sp>
      <p:sp>
        <p:nvSpPr>
          <p:cNvPr id="2" name="ZoneTexte 1">
            <a:extLst>
              <a:ext uri="{FF2B5EF4-FFF2-40B4-BE49-F238E27FC236}">
                <a16:creationId xmlns:a16="http://schemas.microsoft.com/office/drawing/2014/main" id="{877B8741-AC5D-E03C-1532-C44808B3C746}"/>
              </a:ext>
            </a:extLst>
          </p:cNvPr>
          <p:cNvSpPr txBox="1"/>
          <p:nvPr/>
        </p:nvSpPr>
        <p:spPr>
          <a:xfrm>
            <a:off x="166074" y="156410"/>
            <a:ext cx="374968" cy="253916"/>
          </a:xfrm>
          <a:prstGeom prst="rect">
            <a:avLst/>
          </a:prstGeom>
          <a:noFill/>
        </p:spPr>
        <p:txBody>
          <a:bodyPr wrap="square" lIns="91440" tIns="45720" rIns="9144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000000"/>
                </a:solidFill>
                <a:effectLst/>
                <a:uLnTx/>
                <a:uFillTx/>
                <a:latin typeface="Arial" panose="020B0604020202020204"/>
                <a:ea typeface="+mn-ea"/>
                <a:cs typeface="+mn-cs"/>
              </a:rPr>
              <a:t>1</a:t>
            </a:r>
            <a:endParaRPr kumimoji="0" lang="fr-FR" sz="1200" b="1" i="0" u="none" strike="noStrike" kern="1200" cap="none" spc="0" normalizeH="0" baseline="0" noProof="0">
              <a:ln>
                <a:noFill/>
              </a:ln>
              <a:solidFill>
                <a:srgbClr val="FFFFFF">
                  <a:lumMod val="50000"/>
                </a:srgbClr>
              </a:solidFill>
              <a:effectLst/>
              <a:uLnTx/>
              <a:uFillTx/>
              <a:latin typeface="Arial" panose="020B0604020202020204"/>
              <a:ea typeface="+mn-ea"/>
              <a:cs typeface="+mn-cs"/>
            </a:endParaRPr>
          </a:p>
        </p:txBody>
      </p:sp>
      <p:grpSp>
        <p:nvGrpSpPr>
          <p:cNvPr id="7" name="Group 24">
            <a:extLst>
              <a:ext uri="{FF2B5EF4-FFF2-40B4-BE49-F238E27FC236}">
                <a16:creationId xmlns:a16="http://schemas.microsoft.com/office/drawing/2014/main" id="{49D4FE1E-B84F-CE90-25E3-BBF12FC5B54E}"/>
              </a:ext>
            </a:extLst>
          </p:cNvPr>
          <p:cNvGrpSpPr>
            <a:grpSpLocks noChangeAspect="1"/>
          </p:cNvGrpSpPr>
          <p:nvPr/>
        </p:nvGrpSpPr>
        <p:grpSpPr>
          <a:xfrm>
            <a:off x="510450" y="965028"/>
            <a:ext cx="544149" cy="544396"/>
            <a:chOff x="2026525" y="5295343"/>
            <a:chExt cx="576000" cy="576261"/>
          </a:xfrm>
        </p:grpSpPr>
        <p:sp>
          <p:nvSpPr>
            <p:cNvPr id="12" name="Oval 2">
              <a:extLst>
                <a:ext uri="{FF2B5EF4-FFF2-40B4-BE49-F238E27FC236}">
                  <a16:creationId xmlns:a16="http://schemas.microsoft.com/office/drawing/2014/main" id="{6EA1E6A1-C820-3B41-BC69-C420ACF25C19}"/>
                </a:ext>
              </a:extLst>
            </p:cNvPr>
            <p:cNvSpPr/>
            <p:nvPr/>
          </p:nvSpPr>
          <p:spPr>
            <a:xfrm>
              <a:off x="2026525" y="5295343"/>
              <a:ext cx="576000" cy="57626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13" name="Picture 1">
              <a:extLst>
                <a:ext uri="{FF2B5EF4-FFF2-40B4-BE49-F238E27FC236}">
                  <a16:creationId xmlns:a16="http://schemas.microsoft.com/office/drawing/2014/main" id="{5370D1DA-602A-4E35-AAA8-878A4086E35F}"/>
                </a:ext>
              </a:extLst>
            </p:cNvPr>
            <p:cNvPicPr>
              <a:picLocks noChangeAspect="1"/>
            </p:cNvPicPr>
            <p:nvPr/>
          </p:nvPicPr>
          <p:blipFill>
            <a:blip r:embed="rId3"/>
            <a:stretch>
              <a:fillRect/>
            </a:stretch>
          </p:blipFill>
          <p:spPr>
            <a:xfrm>
              <a:off x="2066691" y="5324064"/>
              <a:ext cx="495669" cy="495669"/>
            </a:xfrm>
            <a:prstGeom prst="rect">
              <a:avLst/>
            </a:prstGeom>
          </p:spPr>
        </p:pic>
      </p:grpSp>
      <p:pic>
        <p:nvPicPr>
          <p:cNvPr id="14" name="Picture 4">
            <a:extLst>
              <a:ext uri="{FF2B5EF4-FFF2-40B4-BE49-F238E27FC236}">
                <a16:creationId xmlns:a16="http://schemas.microsoft.com/office/drawing/2014/main" id="{6E439650-76CC-70D9-1921-1DF2D523BB37}"/>
              </a:ext>
            </a:extLst>
          </p:cNvPr>
          <p:cNvPicPr>
            <a:picLocks noChangeArrowheads="1"/>
          </p:cNvPicPr>
          <p:nvPr/>
        </p:nvPicPr>
        <p:blipFill>
          <a:blip r:embed="rId4" cstate="print">
            <a:extLst>
              <a:ext uri="{28A0092B-C50C-407E-A947-70E740481C1C}">
                <a14:useLocalDpi xmlns:a14="http://schemas.microsoft.com/office/drawing/2010/main" val="0"/>
              </a:ext>
            </a:extLst>
          </a:blip>
          <a:srcRect/>
          <a:stretch/>
        </p:blipFill>
        <p:spPr bwMode="auto">
          <a:xfrm>
            <a:off x="510450" y="2338816"/>
            <a:ext cx="544149" cy="544395"/>
          </a:xfrm>
          <a:prstGeom prst="ellipse">
            <a:avLst/>
          </a:prstGeom>
          <a:noFill/>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9689E683-E758-BD7D-A37F-E9D997EE1E91}"/>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6655" r="16655"/>
          <a:stretch>
            <a:fillRect/>
          </a:stretch>
        </p:blipFill>
        <p:spPr bwMode="auto">
          <a:xfrm>
            <a:off x="510451" y="3760524"/>
            <a:ext cx="544148" cy="544148"/>
          </a:xfrm>
          <a:prstGeom prst="ellipse">
            <a:avLst/>
          </a:prstGeom>
          <a:noFill/>
          <a:extLst>
            <a:ext uri="{909E8E84-426E-40DD-AFC4-6F175D3DCCD1}">
              <a14:hiddenFill xmlns:a14="http://schemas.microsoft.com/office/drawing/2010/main">
                <a:solidFill>
                  <a:srgbClr val="FFFFFF"/>
                </a:solidFill>
              </a14:hiddenFill>
            </a:ext>
          </a:extLst>
        </p:spPr>
      </p:pic>
      <p:sp>
        <p:nvSpPr>
          <p:cNvPr id="19" name="ZoneTexte 18">
            <a:extLst>
              <a:ext uri="{FF2B5EF4-FFF2-40B4-BE49-F238E27FC236}">
                <a16:creationId xmlns:a16="http://schemas.microsoft.com/office/drawing/2014/main" id="{7B7D20DD-AC1C-CDCB-AC49-DB466922D20E}"/>
              </a:ext>
            </a:extLst>
          </p:cNvPr>
          <p:cNvSpPr txBox="1"/>
          <p:nvPr/>
        </p:nvSpPr>
        <p:spPr>
          <a:xfrm>
            <a:off x="8083296" y="313246"/>
            <a:ext cx="3735170" cy="261610"/>
          </a:xfrm>
          <a:prstGeom prst="rect">
            <a:avLst/>
          </a:prstGeom>
          <a:noFill/>
        </p:spPr>
        <p:txBody>
          <a:bodyPr wrap="square" rtlCol="0">
            <a:spAutoFit/>
          </a:bodyPr>
          <a:lstStyle/>
          <a:p>
            <a:pPr lvl="0" algn="just">
              <a:defRPr/>
            </a:pPr>
            <a:r>
              <a:rPr kumimoji="0" lang="en-US" sz="1100" b="1" i="0" u="none" strike="noStrike" kern="1200" cap="none" spc="0" normalizeH="0" baseline="0" noProof="0">
                <a:ln>
                  <a:noFill/>
                </a:ln>
                <a:solidFill>
                  <a:srgbClr val="AA1B17"/>
                </a:solidFill>
                <a:effectLst/>
                <a:uLnTx/>
                <a:uFillTx/>
                <a:latin typeface="Arial" panose="020B0604020202020204"/>
              </a:rPr>
              <a:t>Figure 1</a:t>
            </a:r>
            <a:r>
              <a:rPr kumimoji="0" lang="en-US" sz="1100" b="1" i="0" u="none" strike="noStrike" kern="1200" cap="none" spc="0" normalizeH="0" baseline="0" noProof="0">
                <a:ln>
                  <a:noFill/>
                </a:ln>
                <a:solidFill>
                  <a:srgbClr val="000000"/>
                </a:solidFill>
                <a:effectLst/>
                <a:uLnTx/>
                <a:uFillTx/>
                <a:latin typeface="Arial" panose="020B0604020202020204"/>
              </a:rPr>
              <a:t>: </a:t>
            </a:r>
            <a:r>
              <a:rPr lang="en-US" sz="1100" b="1">
                <a:solidFill>
                  <a:srgbClr val="000000"/>
                </a:solidFill>
              </a:rPr>
              <a:t>Market moves</a:t>
            </a:r>
          </a:p>
        </p:txBody>
      </p:sp>
      <p:grpSp>
        <p:nvGrpSpPr>
          <p:cNvPr id="4" name="Group 49">
            <a:extLst>
              <a:ext uri="{FF2B5EF4-FFF2-40B4-BE49-F238E27FC236}">
                <a16:creationId xmlns:a16="http://schemas.microsoft.com/office/drawing/2014/main" id="{1398D56D-5B7B-C211-1449-DB14DB072252}"/>
              </a:ext>
            </a:extLst>
          </p:cNvPr>
          <p:cNvGrpSpPr/>
          <p:nvPr/>
        </p:nvGrpSpPr>
        <p:grpSpPr>
          <a:xfrm>
            <a:off x="360550" y="5398003"/>
            <a:ext cx="794485" cy="544148"/>
            <a:chOff x="4585719" y="6402029"/>
            <a:chExt cx="652512" cy="445464"/>
          </a:xfrm>
        </p:grpSpPr>
        <p:sp>
          <p:nvSpPr>
            <p:cNvPr id="5" name="Oval 28">
              <a:extLst>
                <a:ext uri="{FF2B5EF4-FFF2-40B4-BE49-F238E27FC236}">
                  <a16:creationId xmlns:a16="http://schemas.microsoft.com/office/drawing/2014/main" id="{205CEB51-8609-668E-D703-E2CE3E4979DC}"/>
                </a:ext>
              </a:extLst>
            </p:cNvPr>
            <p:cNvSpPr/>
            <p:nvPr/>
          </p:nvSpPr>
          <p:spPr>
            <a:xfrm>
              <a:off x="4689344" y="6402029"/>
              <a:ext cx="445262" cy="44546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p>
          </p:txBody>
        </p:sp>
        <p:pic>
          <p:nvPicPr>
            <p:cNvPr id="9" name="Picture 10" descr="Vector Maps of the World | Free Vector Maps">
              <a:extLst>
                <a:ext uri="{FF2B5EF4-FFF2-40B4-BE49-F238E27FC236}">
                  <a16:creationId xmlns:a16="http://schemas.microsoft.com/office/drawing/2014/main" id="{825FBB4B-7208-EBA5-05F9-1021F7029286}"/>
                </a:ext>
              </a:extLst>
            </p:cNvPr>
            <p:cNvPicPr>
              <a:picLocks noChangeAspect="1" noChangeArrowheads="1"/>
            </p:cNvPicPr>
            <p:nvPr/>
          </p:nvPicPr>
          <p:blipFill rotWithShape="1">
            <a:blip r:embed="rId6" cstate="print">
              <a:biLevel thresh="25000"/>
              <a:extLst>
                <a:ext uri="{28A0092B-C50C-407E-A947-70E740481C1C}">
                  <a14:useLocalDpi xmlns:a14="http://schemas.microsoft.com/office/drawing/2010/main" val="0"/>
                </a:ext>
              </a:extLst>
            </a:blip>
            <a:srcRect t="20088" b="21176"/>
            <a:stretch>
              <a:fillRect/>
            </a:stretch>
          </p:blipFill>
          <p:spPr bwMode="auto">
            <a:xfrm>
              <a:off x="4585719" y="6481038"/>
              <a:ext cx="652512" cy="287446"/>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ZoneTexte 9">
            <a:extLst>
              <a:ext uri="{FF2B5EF4-FFF2-40B4-BE49-F238E27FC236}">
                <a16:creationId xmlns:a16="http://schemas.microsoft.com/office/drawing/2014/main" id="{DA22DD93-AC91-7A01-36A9-3DBCECBA8C55}"/>
              </a:ext>
            </a:extLst>
          </p:cNvPr>
          <p:cNvSpPr txBox="1"/>
          <p:nvPr/>
        </p:nvSpPr>
        <p:spPr>
          <a:xfrm>
            <a:off x="8083296" y="3404746"/>
            <a:ext cx="3991221" cy="261610"/>
          </a:xfrm>
          <a:prstGeom prst="rect">
            <a:avLst/>
          </a:prstGeom>
          <a:noFill/>
        </p:spPr>
        <p:txBody>
          <a:bodyPr wrap="square" lIns="91440" tIns="45720" rIns="91440" bIns="45720" rtlCol="0" anchor="t">
            <a:spAutoFit/>
          </a:bodyPr>
          <a:lstStyle/>
          <a:p>
            <a:pPr lvl="0" algn="just">
              <a:defRPr/>
            </a:pPr>
            <a:r>
              <a:rPr kumimoji="0" lang="en-US" sz="1100" b="1" i="0" u="none" strike="noStrike" kern="1200" cap="none" spc="0" normalizeH="0" baseline="0" noProof="0">
                <a:ln>
                  <a:noFill/>
                </a:ln>
                <a:solidFill>
                  <a:srgbClr val="AA1B17"/>
                </a:solidFill>
                <a:effectLst/>
                <a:uLnTx/>
                <a:uFillTx/>
                <a:latin typeface="Arial" panose="020B0604020202020204"/>
              </a:rPr>
              <a:t>Figure </a:t>
            </a:r>
            <a:r>
              <a:rPr lang="en-US" sz="1100" b="1">
                <a:solidFill>
                  <a:srgbClr val="AA1B17"/>
                </a:solidFill>
                <a:latin typeface="Arial" panose="020B0604020202020204"/>
              </a:rPr>
              <a:t>2</a:t>
            </a:r>
            <a:r>
              <a:rPr kumimoji="0" lang="en-US" sz="1100" b="1" i="0" u="none" strike="noStrike" kern="1200" cap="none" spc="0" normalizeH="0" baseline="0" noProof="0">
                <a:ln>
                  <a:noFill/>
                </a:ln>
                <a:solidFill>
                  <a:srgbClr val="000000"/>
                </a:solidFill>
                <a:effectLst/>
                <a:uLnTx/>
                <a:uFillTx/>
                <a:latin typeface="Arial" panose="020B0604020202020204"/>
              </a:rPr>
              <a:t>: </a:t>
            </a:r>
            <a:r>
              <a:rPr lang="en-US" sz="1100" b="1" noProof="0">
                <a:solidFill>
                  <a:srgbClr val="000000"/>
                </a:solidFill>
              </a:rPr>
              <a:t>More hawkish tone / more stagflationary picture</a:t>
            </a:r>
            <a:endParaRPr lang="en-US" sz="1100" b="1">
              <a:solidFill>
                <a:srgbClr val="000000"/>
              </a:solidFill>
            </a:endParaRPr>
          </a:p>
        </p:txBody>
      </p:sp>
      <p:grpSp>
        <p:nvGrpSpPr>
          <p:cNvPr id="22" name="Groupe 21">
            <a:extLst>
              <a:ext uri="{FF2B5EF4-FFF2-40B4-BE49-F238E27FC236}">
                <a16:creationId xmlns:a16="http://schemas.microsoft.com/office/drawing/2014/main" id="{83E0A2B5-75B4-6795-DD21-92D6356C852E}"/>
              </a:ext>
            </a:extLst>
          </p:cNvPr>
          <p:cNvGrpSpPr/>
          <p:nvPr/>
        </p:nvGrpSpPr>
        <p:grpSpPr>
          <a:xfrm>
            <a:off x="8284168" y="3616816"/>
            <a:ext cx="2527516" cy="3241184"/>
            <a:chOff x="8272756" y="2176934"/>
            <a:chExt cx="2740503" cy="3635974"/>
          </a:xfrm>
        </p:grpSpPr>
        <p:pic>
          <p:nvPicPr>
            <p:cNvPr id="16" name="Image 15">
              <a:extLst>
                <a:ext uri="{FF2B5EF4-FFF2-40B4-BE49-F238E27FC236}">
                  <a16:creationId xmlns:a16="http://schemas.microsoft.com/office/drawing/2014/main" id="{C813EA1D-E9A9-337C-45C7-969E4E7AA873}"/>
                </a:ext>
              </a:extLst>
            </p:cNvPr>
            <p:cNvPicPr>
              <a:picLocks noChangeAspect="1"/>
            </p:cNvPicPr>
            <p:nvPr/>
          </p:nvPicPr>
          <p:blipFill>
            <a:blip r:embed="rId7"/>
            <a:stretch>
              <a:fillRect/>
            </a:stretch>
          </p:blipFill>
          <p:spPr>
            <a:xfrm>
              <a:off x="8272756" y="2176934"/>
              <a:ext cx="2740503" cy="1878367"/>
            </a:xfrm>
            <a:prstGeom prst="rect">
              <a:avLst/>
            </a:prstGeom>
          </p:spPr>
        </p:pic>
        <p:pic>
          <p:nvPicPr>
            <p:cNvPr id="21" name="Image 20">
              <a:extLst>
                <a:ext uri="{FF2B5EF4-FFF2-40B4-BE49-F238E27FC236}">
                  <a16:creationId xmlns:a16="http://schemas.microsoft.com/office/drawing/2014/main" id="{B28D07D9-E099-FF0A-80CE-A4BCD5E6301F}"/>
                </a:ext>
              </a:extLst>
            </p:cNvPr>
            <p:cNvPicPr>
              <a:picLocks noChangeAspect="1"/>
            </p:cNvPicPr>
            <p:nvPr/>
          </p:nvPicPr>
          <p:blipFill>
            <a:blip r:embed="rId8"/>
            <a:stretch>
              <a:fillRect/>
            </a:stretch>
          </p:blipFill>
          <p:spPr>
            <a:xfrm>
              <a:off x="8309903" y="3934539"/>
              <a:ext cx="2681619" cy="1878369"/>
            </a:xfrm>
            <a:prstGeom prst="rect">
              <a:avLst/>
            </a:prstGeom>
          </p:spPr>
        </p:pic>
      </p:grpSp>
      <p:pic>
        <p:nvPicPr>
          <p:cNvPr id="23" name="Image 22">
            <a:extLst>
              <a:ext uri="{FF2B5EF4-FFF2-40B4-BE49-F238E27FC236}">
                <a16:creationId xmlns:a16="http://schemas.microsoft.com/office/drawing/2014/main" id="{DF00631B-AD6B-8E9A-B143-79172390628B}"/>
              </a:ext>
            </a:extLst>
          </p:cNvPr>
          <p:cNvPicPr>
            <a:picLocks noChangeAspect="1"/>
          </p:cNvPicPr>
          <p:nvPr/>
        </p:nvPicPr>
        <p:blipFill>
          <a:blip r:embed="rId9"/>
          <a:stretch>
            <a:fillRect/>
          </a:stretch>
        </p:blipFill>
        <p:spPr>
          <a:xfrm>
            <a:off x="8318428" y="535458"/>
            <a:ext cx="2711063" cy="2880504"/>
          </a:xfrm>
          <a:prstGeom prst="rect">
            <a:avLst/>
          </a:prstGeom>
        </p:spPr>
      </p:pic>
    </p:spTree>
    <p:extLst>
      <p:ext uri="{BB962C8B-B14F-4D97-AF65-F5344CB8AC3E}">
        <p14:creationId xmlns:p14="http://schemas.microsoft.com/office/powerpoint/2010/main" val="2283618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A7A6E0-8E6D-263C-ADF3-08F4BAE5E347}"/>
              </a:ext>
            </a:extLst>
          </p:cNvPr>
          <p:cNvSpPr>
            <a:spLocks noGrp="1"/>
          </p:cNvSpPr>
          <p:nvPr>
            <p:ph type="title"/>
          </p:nvPr>
        </p:nvSpPr>
        <p:spPr>
          <a:xfrm>
            <a:off x="747124" y="2998256"/>
            <a:ext cx="7985395" cy="430744"/>
          </a:xfrm>
        </p:spPr>
        <p:txBody>
          <a:bodyPr/>
          <a:lstStyle/>
          <a:p>
            <a:r>
              <a:rPr kumimoji="0" lang="fr-FR" altLang="de-DE" sz="2800" b="1" i="0" u="none" strike="noStrike" kern="1200" cap="none" spc="0" normalizeH="0" baseline="0" noProof="0">
                <a:ln>
                  <a:noFill/>
                </a:ln>
                <a:solidFill>
                  <a:srgbClr val="FFFFFF"/>
                </a:solidFill>
                <a:effectLst/>
                <a:uLnTx/>
                <a:uFillTx/>
                <a:latin typeface="Segoe UI"/>
                <a:ea typeface="+mj-ea"/>
                <a:cs typeface="Segoe UI"/>
                <a:sym typeface="Arial"/>
              </a:rPr>
              <a:t>Quantum </a:t>
            </a:r>
            <a:r>
              <a:rPr kumimoji="0" lang="fr-FR" altLang="de-DE" sz="2800" b="1" i="0" u="none" strike="noStrike" kern="1200" cap="none" spc="0" normalizeH="0" baseline="0" noProof="0" err="1">
                <a:ln>
                  <a:noFill/>
                </a:ln>
                <a:solidFill>
                  <a:srgbClr val="FFFFFF"/>
                </a:solidFill>
                <a:effectLst/>
                <a:uLnTx/>
                <a:uFillTx/>
                <a:latin typeface="Segoe UI"/>
                <a:ea typeface="+mj-ea"/>
                <a:cs typeface="Segoe UI"/>
                <a:sym typeface="Arial"/>
              </a:rPr>
              <a:t>Computing</a:t>
            </a:r>
            <a:r>
              <a:rPr kumimoji="0" lang="fr-FR" altLang="de-DE" sz="2800" b="1" i="0" u="none" strike="noStrike" kern="1200" cap="none" spc="0" normalizeH="0" baseline="0" noProof="0">
                <a:ln>
                  <a:noFill/>
                </a:ln>
                <a:solidFill>
                  <a:srgbClr val="FFFFFF"/>
                </a:solidFill>
                <a:effectLst/>
                <a:uLnTx/>
                <a:uFillTx/>
                <a:latin typeface="Segoe UI"/>
                <a:ea typeface="+mj-ea"/>
                <a:cs typeface="Segoe UI"/>
                <a:sym typeface="Arial"/>
              </a:rPr>
              <a:t> - An Introduction</a:t>
            </a:r>
            <a:endParaRPr lang="fr-FR"/>
          </a:p>
        </p:txBody>
      </p:sp>
      <p:sp>
        <p:nvSpPr>
          <p:cNvPr id="5" name="Espace réservé du numéro de diapositive 4">
            <a:extLst>
              <a:ext uri="{FF2B5EF4-FFF2-40B4-BE49-F238E27FC236}">
                <a16:creationId xmlns:a16="http://schemas.microsoft.com/office/drawing/2014/main" id="{2067A9A6-5EBD-E7E9-86B8-FB2E6A124DAF}"/>
              </a:ext>
            </a:extLst>
          </p:cNvPr>
          <p:cNvSpPr>
            <a:spLocks noGrp="1"/>
          </p:cNvSpPr>
          <p:nvPr>
            <p:ph type="sldNum" sz="quarter" idx="15"/>
          </p:nvPr>
        </p:nvSpPr>
        <p:spPr/>
        <p:txBody>
          <a:bodyPr/>
          <a:lstStyle/>
          <a:p>
            <a:r>
              <a:rPr lang="en-US"/>
              <a:t>2</a:t>
            </a:r>
          </a:p>
        </p:txBody>
      </p:sp>
    </p:spTree>
    <p:extLst>
      <p:ext uri="{BB962C8B-B14F-4D97-AF65-F5344CB8AC3E}">
        <p14:creationId xmlns:p14="http://schemas.microsoft.com/office/powerpoint/2010/main" val="3978213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7F23F5-FA38-4430-74EC-F65BBE422A74}"/>
              </a:ext>
            </a:extLst>
          </p:cNvPr>
          <p:cNvSpPr>
            <a:spLocks noGrp="1"/>
          </p:cNvSpPr>
          <p:nvPr>
            <p:ph type="title"/>
          </p:nvPr>
        </p:nvSpPr>
        <p:spPr>
          <a:xfrm>
            <a:off x="1667898" y="87289"/>
            <a:ext cx="9893005" cy="388834"/>
          </a:xfrm>
        </p:spPr>
        <p:txBody>
          <a:bodyPr/>
          <a:lstStyle/>
          <a:p>
            <a:r>
              <a:rPr lang="fr-FR" sz="1600"/>
              <a:t>I. La crise de la physique classique </a:t>
            </a:r>
          </a:p>
        </p:txBody>
      </p:sp>
      <p:sp>
        <p:nvSpPr>
          <p:cNvPr id="3" name="Espace réservé du contenu 2">
            <a:extLst>
              <a:ext uri="{FF2B5EF4-FFF2-40B4-BE49-F238E27FC236}">
                <a16:creationId xmlns:a16="http://schemas.microsoft.com/office/drawing/2014/main" id="{9B9E2070-3E45-C64E-5295-BCB6C2D4B078}"/>
              </a:ext>
            </a:extLst>
          </p:cNvPr>
          <p:cNvSpPr>
            <a:spLocks noGrp="1"/>
          </p:cNvSpPr>
          <p:nvPr>
            <p:ph idx="11"/>
          </p:nvPr>
        </p:nvSpPr>
        <p:spPr>
          <a:xfrm>
            <a:off x="457200" y="1019770"/>
            <a:ext cx="11277600" cy="4658653"/>
          </a:xfrm>
        </p:spPr>
        <p:txBody>
          <a:bodyPr vert="horz" lIns="0" tIns="0" rIns="0" bIns="0" rtlCol="0" anchor="t">
            <a:noAutofit/>
          </a:bodyPr>
          <a:lstStyle/>
          <a:p>
            <a:pPr algn="just">
              <a:lnSpc>
                <a:spcPct val="100000"/>
              </a:lnSpc>
            </a:pPr>
            <a:r>
              <a:rPr lang="fr-FR" sz="1100">
                <a:solidFill>
                  <a:schemeClr val="tx1"/>
                </a:solidFill>
                <a:latin typeface="Arial"/>
                <a:cs typeface="Arial"/>
              </a:rPr>
              <a:t>À la fin du XIXe siècle, la physique semblait presque achevée. Deux théories majestueuses expliquaient la quasi-totalité des phénomènes connus :</a:t>
            </a:r>
          </a:p>
          <a:p>
            <a:pPr marL="285750" indent="-285750" algn="just">
              <a:lnSpc>
                <a:spcPct val="100000"/>
              </a:lnSpc>
              <a:buChar char="•"/>
            </a:pPr>
            <a:r>
              <a:rPr lang="fr-FR" sz="1100" b="1">
                <a:solidFill>
                  <a:schemeClr val="tx1"/>
                </a:solidFill>
                <a:ea typeface="+mn-lt"/>
                <a:cs typeface="+mn-lt"/>
              </a:rPr>
              <a:t>La mécanique de Newton (1687) : </a:t>
            </a:r>
            <a:r>
              <a:rPr lang="fr-FR" sz="1100">
                <a:solidFill>
                  <a:schemeClr val="tx1"/>
                </a:solidFill>
                <a:ea typeface="+mn-lt"/>
                <a:cs typeface="+mn-lt"/>
              </a:rPr>
              <a:t>décrit le mouvement de tous les objets, de la pomme qui tombe aux planètes en orbite. L'équation fondamentale F = ma donne une trajectoire parfaitement déterministe pour tout objet dont on connaît la position et la vitesse initiales.</a:t>
            </a:r>
          </a:p>
          <a:p>
            <a:pPr marL="285750" indent="-285750" algn="just">
              <a:lnSpc>
                <a:spcPct val="100000"/>
              </a:lnSpc>
              <a:buChar char="•"/>
            </a:pPr>
            <a:r>
              <a:rPr lang="fr-FR" sz="1100" b="1">
                <a:solidFill>
                  <a:schemeClr val="tx1"/>
                </a:solidFill>
                <a:ea typeface="+mn-lt"/>
                <a:cs typeface="+mn-lt"/>
              </a:rPr>
              <a:t>L'électromagnétisme de Maxwell (1865) : </a:t>
            </a:r>
            <a:r>
              <a:rPr lang="fr-FR" sz="1100">
                <a:solidFill>
                  <a:schemeClr val="tx1"/>
                </a:solidFill>
                <a:ea typeface="+mn-lt"/>
                <a:cs typeface="+mn-lt"/>
              </a:rPr>
              <a:t>unifie l'électricité, le magnétisme et la lumière en un ensemble de quatre équations. La lumière est une onde électromagnétique se propageant à la vitesse c.</a:t>
            </a:r>
          </a:p>
          <a:p>
            <a:pPr marL="285750" indent="-285750" algn="just">
              <a:lnSpc>
                <a:spcPct val="100000"/>
              </a:lnSpc>
              <a:buChar char="•"/>
            </a:pPr>
            <a:endParaRPr lang="fr-FR" sz="1100">
              <a:solidFill>
                <a:schemeClr val="tx1"/>
              </a:solidFill>
              <a:ea typeface="+mn-lt"/>
              <a:cs typeface="+mn-lt"/>
            </a:endParaRPr>
          </a:p>
          <a:p>
            <a:pPr algn="just">
              <a:lnSpc>
                <a:spcPct val="100000"/>
              </a:lnSpc>
            </a:pPr>
            <a:r>
              <a:rPr lang="fr-FR" sz="1100" b="1">
                <a:solidFill>
                  <a:srgbClr val="C00000"/>
                </a:solidFill>
                <a:cs typeface="Arial"/>
              </a:rPr>
              <a:t>Le problème:</a:t>
            </a:r>
          </a:p>
          <a:p>
            <a:pPr algn="just">
              <a:lnSpc>
                <a:spcPct val="100000"/>
              </a:lnSpc>
            </a:pPr>
            <a:r>
              <a:rPr lang="fr-FR" sz="1100">
                <a:solidFill>
                  <a:schemeClr val="tx1"/>
                </a:solidFill>
                <a:cs typeface="Arial"/>
              </a:rPr>
              <a:t>Un corps noir est un objet idéal qui absorbe toute la lumière qu'il reçoit et la réémet sous forme de rayonnement thermique. </a:t>
            </a:r>
          </a:p>
          <a:p>
            <a:pPr algn="just">
              <a:lnSpc>
                <a:spcPct val="100000"/>
              </a:lnSpc>
            </a:pPr>
            <a:r>
              <a:rPr lang="fr-FR" sz="1100">
                <a:solidFill>
                  <a:schemeClr val="tx1"/>
                </a:solidFill>
                <a:cs typeface="Arial"/>
              </a:rPr>
              <a:t>La question centrale : comment l'énergie émise se répartit-elle entre les différentes longueurs d'onde (couleurs) à une température donnée ?</a:t>
            </a:r>
          </a:p>
          <a:p>
            <a:pPr algn="just">
              <a:lnSpc>
                <a:spcPct val="100000"/>
              </a:lnSpc>
            </a:pPr>
            <a:r>
              <a:rPr lang="fr-FR" sz="1100">
                <a:solidFill>
                  <a:schemeClr val="tx1"/>
                </a:solidFill>
                <a:cs typeface="Arial"/>
              </a:rPr>
              <a:t>À la fin du XIXe siècle, la physique classique prédit qu'un objet chaud devrait émettre une énergie infinie puisque l’énergie est continue.</a:t>
            </a:r>
          </a:p>
          <a:p>
            <a:pPr algn="just">
              <a:lnSpc>
                <a:spcPct val="100000"/>
              </a:lnSpc>
            </a:pPr>
            <a:r>
              <a:rPr lang="fr-FR" sz="1100">
                <a:solidFill>
                  <a:schemeClr val="tx1"/>
                </a:solidFill>
                <a:cs typeface="Arial"/>
              </a:rPr>
              <a:t>Planck résout le problème en 1900 en introduisant une hypothèse radicale : l'énergie des oscillateurs du corps noir n'est pas continue, elle ne peut être émise ou absorbée que par paquets discrets (quanta) de taille : E = h v (h constante de Planck et v la fréquence)</a:t>
            </a:r>
          </a:p>
          <a:p>
            <a:pPr algn="just">
              <a:lnSpc>
                <a:spcPct val="100000"/>
              </a:lnSpc>
            </a:pPr>
            <a:r>
              <a:rPr lang="fr-FR" sz="1100">
                <a:solidFill>
                  <a:schemeClr val="tx1"/>
                </a:solidFill>
                <a:cs typeface="Arial"/>
              </a:rPr>
              <a:t> L'intuition : à haute fréquence, chaque quantum </a:t>
            </a:r>
            <a:r>
              <a:rPr lang="fr-FR" sz="1100" err="1">
                <a:solidFill>
                  <a:schemeClr val="tx1"/>
                </a:solidFill>
                <a:cs typeface="Arial"/>
              </a:rPr>
              <a:t>hν</a:t>
            </a:r>
            <a:r>
              <a:rPr lang="fr-FR" sz="1100">
                <a:solidFill>
                  <a:schemeClr val="tx1"/>
                </a:solidFill>
                <a:cs typeface="Arial"/>
              </a:rPr>
              <a:t> est si énergétique que très peu d'oscillateurs ont assez d'énergie pour l'émettre → l'émission décroît au lieu de diverger. La quantification agit comme un coupe-circuit naturel contre la catastrophe ultraviolette.</a:t>
            </a:r>
          </a:p>
          <a:p>
            <a:pPr algn="just">
              <a:lnSpc>
                <a:spcPct val="100000"/>
              </a:lnSpc>
            </a:pPr>
            <a:r>
              <a:rPr lang="fr-FR" sz="1100">
                <a:solidFill>
                  <a:schemeClr val="tx1"/>
                </a:solidFill>
                <a:cs typeface="Arial"/>
              </a:rPr>
              <a:t>Mais Planck lui-même considérait la quantification comme un simple artifice mathématique — il ne pensait pas que l'énergie était réellement discrète.</a:t>
            </a:r>
          </a:p>
          <a:p>
            <a:pPr algn="just">
              <a:lnSpc>
                <a:spcPct val="100000"/>
              </a:lnSpc>
            </a:pPr>
            <a:r>
              <a:rPr lang="fr-FR" sz="1100">
                <a:solidFill>
                  <a:schemeClr val="tx1"/>
                </a:solidFill>
                <a:cs typeface="Arial"/>
              </a:rPr>
              <a:t>Einstein prend cette idée au sérieux en 1905 et montre que la lumière elle-même est faite de ces paquets d'énergie (les photons), ce qui explique l'effet photoélectrique et lui vaut le Nobel. </a:t>
            </a:r>
          </a:p>
          <a:p>
            <a:pPr algn="just">
              <a:lnSpc>
                <a:spcPct val="100000"/>
              </a:lnSpc>
            </a:pPr>
            <a:r>
              <a:rPr lang="fr-FR" sz="1100">
                <a:solidFill>
                  <a:schemeClr val="tx1"/>
                </a:solidFill>
                <a:cs typeface="Arial"/>
              </a:rPr>
              <a:t>Bohr (1913) applique la même logique à l'atome : il postule que l'électron ne peut tourner autour du noyau que sur certaines orbites bien précises (la 1ère, la 2ème, la 3ème… jamais la 1,5ème), ce qui explique pourquoi les atomes n'émettent que certaines couleurs de lumière. Ça marche, mais c'est une règle tombée du ciel; pourquoi des nombres entiers ? </a:t>
            </a:r>
          </a:p>
          <a:p>
            <a:pPr algn="just">
              <a:lnSpc>
                <a:spcPct val="100000"/>
              </a:lnSpc>
            </a:pPr>
            <a:r>
              <a:rPr lang="fr-FR" sz="1100">
                <a:solidFill>
                  <a:schemeClr val="tx1"/>
                </a:solidFill>
                <a:cs typeface="Arial"/>
              </a:rPr>
              <a:t>C'est de Broglie qui donnera la réponse en 1924 : l'électron se comporte aussi comme une onde, et seules les orbites où cette onde « se referme » proprement sur elle-même sont stables, exactement comme une corde de guitare ne vibre qu'à certaines notes. Cette idée d'onde de matière mènera Schrödinger à écrire son équation fondamentale.</a:t>
            </a:r>
            <a:endParaRPr lang="fr-FR" sz="1100">
              <a:solidFill>
                <a:schemeClr val="tx1"/>
              </a:solidFill>
              <a:ea typeface="+mn-lt"/>
              <a:cs typeface="+mn-lt"/>
            </a:endParaRPr>
          </a:p>
        </p:txBody>
      </p:sp>
      <p:sp>
        <p:nvSpPr>
          <p:cNvPr id="17" name="Espace réservé du numéro de diapositive 4">
            <a:extLst>
              <a:ext uri="{FF2B5EF4-FFF2-40B4-BE49-F238E27FC236}">
                <a16:creationId xmlns:a16="http://schemas.microsoft.com/office/drawing/2014/main" id="{06122D6D-18B5-48F9-DDD9-64D5A5C4438E}"/>
              </a:ext>
            </a:extLst>
          </p:cNvPr>
          <p:cNvSpPr txBox="1">
            <a:spLocks/>
          </p:cNvSpPr>
          <p:nvPr/>
        </p:nvSpPr>
        <p:spPr>
          <a:xfrm>
            <a:off x="205154" y="87289"/>
            <a:ext cx="504092" cy="20451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3</a:t>
            </a:r>
          </a:p>
        </p:txBody>
      </p:sp>
    </p:spTree>
    <p:extLst>
      <p:ext uri="{BB962C8B-B14F-4D97-AF65-F5344CB8AC3E}">
        <p14:creationId xmlns:p14="http://schemas.microsoft.com/office/powerpoint/2010/main" val="590279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95409-599D-B01C-188D-3AC6BB5E8D1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96C06E7-D87A-A8EF-E4DD-023F1DD4C129}"/>
              </a:ext>
            </a:extLst>
          </p:cNvPr>
          <p:cNvSpPr>
            <a:spLocks noGrp="1"/>
          </p:cNvSpPr>
          <p:nvPr>
            <p:ph type="title"/>
          </p:nvPr>
        </p:nvSpPr>
        <p:spPr>
          <a:xfrm>
            <a:off x="1667898" y="87289"/>
            <a:ext cx="9893005" cy="388834"/>
          </a:xfrm>
        </p:spPr>
        <p:txBody>
          <a:bodyPr/>
          <a:lstStyle/>
          <a:p>
            <a:r>
              <a:rPr lang="fr-FR" sz="1600"/>
              <a:t>I. La crise de la physique classique </a:t>
            </a:r>
          </a:p>
        </p:txBody>
      </p:sp>
      <p:sp>
        <p:nvSpPr>
          <p:cNvPr id="3" name="Espace réservé du contenu 2">
            <a:extLst>
              <a:ext uri="{FF2B5EF4-FFF2-40B4-BE49-F238E27FC236}">
                <a16:creationId xmlns:a16="http://schemas.microsoft.com/office/drawing/2014/main" id="{082016F7-FBD7-1809-A62D-D1F481FE4C74}"/>
              </a:ext>
            </a:extLst>
          </p:cNvPr>
          <p:cNvSpPr>
            <a:spLocks noGrp="1"/>
          </p:cNvSpPr>
          <p:nvPr>
            <p:ph idx="11"/>
          </p:nvPr>
        </p:nvSpPr>
        <p:spPr>
          <a:xfrm>
            <a:off x="457200" y="626577"/>
            <a:ext cx="11277600" cy="6144133"/>
          </a:xfrm>
        </p:spPr>
        <p:txBody>
          <a:bodyPr vert="horz" lIns="0" tIns="0" rIns="0" bIns="0" rtlCol="0" anchor="t">
            <a:noAutofit/>
          </a:bodyPr>
          <a:lstStyle/>
          <a:p>
            <a:pPr algn="just">
              <a:lnSpc>
                <a:spcPct val="100000"/>
              </a:lnSpc>
            </a:pPr>
            <a:r>
              <a:rPr lang="fr-FR" sz="1100" b="1" u="sng">
                <a:solidFill>
                  <a:schemeClr val="tx1"/>
                </a:solidFill>
                <a:cs typeface="Arial"/>
              </a:rPr>
              <a:t>➤ </a:t>
            </a:r>
            <a:r>
              <a:rPr lang="fr-FR" sz="1100" b="1" u="sng">
                <a:solidFill>
                  <a:schemeClr val="tx1"/>
                </a:solidFill>
                <a:ea typeface="+mn-lt"/>
                <a:cs typeface="+mn-lt"/>
              </a:rPr>
              <a:t>Le point de départ : une physique </a:t>
            </a:r>
            <a:r>
              <a:rPr lang="fr-FR" sz="1100" b="1" u="sng" err="1">
                <a:solidFill>
                  <a:schemeClr val="tx1"/>
                </a:solidFill>
                <a:ea typeface="+mn-lt"/>
                <a:cs typeface="+mn-lt"/>
              </a:rPr>
              <a:t>apparement</a:t>
            </a:r>
            <a:r>
              <a:rPr lang="fr-FR" sz="1100" b="1" u="sng">
                <a:solidFill>
                  <a:schemeClr val="tx1"/>
                </a:solidFill>
                <a:ea typeface="+mn-lt"/>
                <a:cs typeface="+mn-lt"/>
              </a:rPr>
              <a:t> achevée</a:t>
            </a:r>
          </a:p>
          <a:p>
            <a:pPr algn="just">
              <a:lnSpc>
                <a:spcPct val="100000"/>
              </a:lnSpc>
            </a:pPr>
            <a:r>
              <a:rPr lang="fr-FR" sz="1100">
                <a:solidFill>
                  <a:schemeClr val="tx1"/>
                </a:solidFill>
                <a:ea typeface="+mn-lt"/>
                <a:cs typeface="+mn-lt"/>
              </a:rPr>
              <a:t>À la fin du XIXe siècle, les physiciens pensent avoir presque tout compris. Newton explique le mouvement de tout, des pommes aux planètes. Maxwell explique la lumière, l'électricité et le magnétisme. Le monde physique apparaît prévisible, continu, déterministe.</a:t>
            </a:r>
          </a:p>
          <a:p>
            <a:pPr algn="just">
              <a:lnSpc>
                <a:spcPct val="100000"/>
              </a:lnSpc>
            </a:pPr>
            <a:endParaRPr lang="fr-FR" sz="1100">
              <a:solidFill>
                <a:schemeClr val="tx1"/>
              </a:solidFill>
              <a:ea typeface="+mn-lt"/>
              <a:cs typeface="+mn-lt"/>
            </a:endParaRPr>
          </a:p>
          <a:p>
            <a:pPr algn="just">
              <a:lnSpc>
                <a:spcPct val="100000"/>
              </a:lnSpc>
            </a:pPr>
            <a:r>
              <a:rPr lang="fr-FR" sz="1100" b="1" u="sng">
                <a:solidFill>
                  <a:schemeClr val="tx1"/>
                </a:solidFill>
                <a:cs typeface="Arial"/>
              </a:rPr>
              <a:t>➤ </a:t>
            </a:r>
            <a:r>
              <a:rPr lang="fr-FR" sz="1100" b="1" u="sng">
                <a:solidFill>
                  <a:schemeClr val="tx1"/>
                </a:solidFill>
                <a:ea typeface="+mn-lt"/>
                <a:cs typeface="+mn-lt"/>
              </a:rPr>
              <a:t>Une question en apparence simple, mais sans réponse</a:t>
            </a:r>
          </a:p>
          <a:p>
            <a:pPr algn="just">
              <a:lnSpc>
                <a:spcPct val="100000"/>
              </a:lnSpc>
            </a:pPr>
            <a:r>
              <a:rPr lang="fr-FR" sz="1100">
                <a:solidFill>
                  <a:schemeClr val="tx1"/>
                </a:solidFill>
                <a:ea typeface="+mn-lt"/>
                <a:cs typeface="+mn-lt"/>
              </a:rPr>
              <a:t>Tout objet chaud émet de la lumière : un métal chauffé devient rouge, puis blanc ; le Soleil brille ; notre propre corps émet de l'infrarouge, visible par les caméras thermiques. La question fondamentale : comment cette lumière se répartit-elle entre les différentes fréquences ?</a:t>
            </a:r>
          </a:p>
          <a:p>
            <a:pPr algn="just">
              <a:lnSpc>
                <a:spcPct val="100000"/>
              </a:lnSpc>
            </a:pPr>
            <a:r>
              <a:rPr lang="fr-FR" sz="1100">
                <a:solidFill>
                  <a:schemeClr val="tx1"/>
                </a:solidFill>
                <a:ea typeface="+mn-lt"/>
                <a:cs typeface="+mn-lt"/>
              </a:rPr>
              <a:t>L'application rigoureuse des lois classiques conduit à un résultat physiquement absurde : l'énergie émise devrait être infinie. La raison : la lumière au sein d'un objet chaud vibre selon de multiples configurations (des « modes »), et leur nombre croît indéfiniment avec la fréquence. </a:t>
            </a:r>
          </a:p>
          <a:p>
            <a:pPr algn="just">
              <a:lnSpc>
                <a:spcPct val="100000"/>
              </a:lnSpc>
            </a:pPr>
            <a:r>
              <a:rPr lang="fr-FR" sz="1100">
                <a:solidFill>
                  <a:schemeClr val="tx1"/>
                </a:solidFill>
                <a:ea typeface="+mn-lt"/>
                <a:cs typeface="+mn-lt"/>
              </a:rPr>
              <a:t>Or, en physique classique, chaque mode reçoit une part égale d'énergie: énergie constante par mode, multipliée par un nombre illimité de modes, produit une divergence vers l'infini. Ce résultat sera baptisé la « catastrophe ultraviolette ».</a:t>
            </a:r>
          </a:p>
          <a:p>
            <a:pPr algn="just">
              <a:lnSpc>
                <a:spcPct val="100000"/>
              </a:lnSpc>
            </a:pPr>
            <a:r>
              <a:rPr lang="fr-FR" sz="1100" b="1" u="sng">
                <a:solidFill>
                  <a:schemeClr val="tx1"/>
                </a:solidFill>
                <a:cs typeface="Arial"/>
              </a:rPr>
              <a:t>➤ Planck (1900) - une première solution</a:t>
            </a:r>
          </a:p>
          <a:p>
            <a:pPr algn="just">
              <a:lnSpc>
                <a:spcPct val="100000"/>
              </a:lnSpc>
            </a:pPr>
            <a:r>
              <a:rPr lang="fr-FR" sz="1100">
                <a:solidFill>
                  <a:schemeClr val="tx1"/>
                </a:solidFill>
                <a:ea typeface="+mn-lt"/>
                <a:cs typeface="+mn-lt"/>
              </a:rPr>
              <a:t>Max Planck parvient à résoudre le problème en introduisant une hypothèse radicale : l'énergie ne peut être émise que par paquets discrets (quanta) de taille E= h v. Aux hautes fréquences, le coût énergétique de chaque paquet est tel que la majorité des modes ne disposent pas des ressources suffisantes pour en émettre ne serait-ce qu'un seul; ils demeurent inactifs, et le total reste fini. Le modèle reproduit parfaitement les observations, mais Planck lui-même considère la quantification comme un simple artifice mathématique.</a:t>
            </a:r>
          </a:p>
          <a:p>
            <a:pPr algn="just">
              <a:lnSpc>
                <a:spcPct val="100000"/>
              </a:lnSpc>
            </a:pPr>
            <a:r>
              <a:rPr lang="fr-FR" sz="1100" b="1" u="sng">
                <a:solidFill>
                  <a:schemeClr val="tx1"/>
                </a:solidFill>
                <a:cs typeface="Arial"/>
              </a:rPr>
              <a:t>➤ </a:t>
            </a:r>
            <a:r>
              <a:rPr lang="fr-FR" sz="1100" b="1" u="sng">
                <a:solidFill>
                  <a:schemeClr val="tx1"/>
                </a:solidFill>
                <a:ea typeface="+mn-lt"/>
                <a:cs typeface="+mn-lt"/>
              </a:rPr>
              <a:t>Einstein (1905) - la quantification est une réalité physique</a:t>
            </a:r>
          </a:p>
          <a:p>
            <a:pPr algn="just">
              <a:lnSpc>
                <a:spcPct val="100000"/>
              </a:lnSpc>
            </a:pPr>
            <a:r>
              <a:rPr lang="fr-FR" sz="1100">
                <a:solidFill>
                  <a:schemeClr val="tx1"/>
                </a:solidFill>
                <a:ea typeface="+mn-lt"/>
                <a:cs typeface="+mn-lt"/>
              </a:rPr>
              <a:t>Einstein franchit le pas conceptuel décisif : la lumière est réellement constituée de paquets d'énergie, qu'on appellera photons. Cette hypothèse explique un phénomène jusqu'alors incompréhensible: l'effet photoélectrique, soit le fait que seule la fréquence de la lumière, et non son intensité, détermine si des électrons sont éjectés d'un métal. Cette contribution lui vaudra le Prix Nobel en 1921.</a:t>
            </a:r>
          </a:p>
          <a:p>
            <a:pPr algn="just">
              <a:lnSpc>
                <a:spcPct val="100000"/>
              </a:lnSpc>
            </a:pPr>
            <a:r>
              <a:rPr lang="fr-FR" sz="1100" b="1" u="sng">
                <a:solidFill>
                  <a:schemeClr val="tx1"/>
                </a:solidFill>
                <a:ea typeface="+mn-lt"/>
                <a:cs typeface="+mn-lt"/>
              </a:rPr>
              <a:t>Bohr (1913) - l'atome obéit aux mêmes règles</a:t>
            </a:r>
          </a:p>
          <a:p>
            <a:pPr algn="just">
              <a:lnSpc>
                <a:spcPct val="100000"/>
              </a:lnSpc>
            </a:pPr>
            <a:r>
              <a:rPr lang="fr-FR" sz="1100">
                <a:solidFill>
                  <a:schemeClr val="tx1"/>
                </a:solidFill>
                <a:ea typeface="+mn-lt"/>
                <a:cs typeface="+mn-lt"/>
              </a:rPr>
              <a:t>Bohr transpose cette logique à l'atome : l'électron ne peut occuper que certaines orbites bien définies autour du noyau (la 1ère, la 2ème, la 3ème… jamais la 1,5ème). Cela explique pourquoi les atomes n'émettent que certaines couleurs de lumière. Le modèle est remarquablement efficace, mais repose sur un postulat inexpliqué: pourquoi uniquement des nombres entiers ?</a:t>
            </a:r>
          </a:p>
          <a:p>
            <a:pPr algn="just">
              <a:lnSpc>
                <a:spcPct val="100000"/>
              </a:lnSpc>
            </a:pPr>
            <a:r>
              <a:rPr lang="fr-FR" sz="1100" b="1" u="sng">
                <a:solidFill>
                  <a:schemeClr val="tx1"/>
                </a:solidFill>
                <a:ea typeface="+mn-lt"/>
                <a:cs typeface="+mn-lt"/>
              </a:rPr>
              <a:t>De Broglie (1924) - l'explication fondamentale</a:t>
            </a:r>
          </a:p>
          <a:p>
            <a:pPr algn="just">
              <a:lnSpc>
                <a:spcPct val="100000"/>
              </a:lnSpc>
            </a:pPr>
            <a:r>
              <a:rPr lang="fr-FR" sz="1100">
                <a:solidFill>
                  <a:schemeClr val="tx1"/>
                </a:solidFill>
                <a:ea typeface="+mn-lt"/>
                <a:cs typeface="+mn-lt"/>
              </a:rPr>
              <a:t>Louis de Broglie apporte la réponse : l'électron n'est pas uniquement une particule, il possède également une nature ondulatoire. Or, une onde parcourant une orbite circulaire doit se refermer harmonieusement sur elle-même pour subsister ; dans le cas contraire, elle s'annule par interférence destructive. Seules les orbites contenant un nombre entier de longueurs d'onde sont donc stables, à l'image d'une corde de guitare qui ne vibre qu'à certaines fréquences bien définies. Les nombres entiers de Bohr trouvent ainsi leur explication naturelle : ce sont les harmoniques de l'électron. Cette conception de l'onde de matière ouvrira la voie à Schrödinger pour formuler son équation fondamentale.</a:t>
            </a:r>
          </a:p>
          <a:p>
            <a:pPr algn="just">
              <a:lnSpc>
                <a:spcPct val="100000"/>
              </a:lnSpc>
            </a:pPr>
            <a:endParaRPr lang="fr-FR" sz="1100">
              <a:solidFill>
                <a:schemeClr val="tx1"/>
              </a:solidFill>
              <a:ea typeface="+mn-lt"/>
              <a:cs typeface="+mn-lt"/>
            </a:endParaRPr>
          </a:p>
          <a:p>
            <a:pPr algn="just">
              <a:lnSpc>
                <a:spcPct val="100000"/>
              </a:lnSpc>
            </a:pPr>
            <a:endParaRPr lang="fr-FR" sz="1100">
              <a:solidFill>
                <a:schemeClr val="tx1"/>
              </a:solidFill>
              <a:ea typeface="+mn-lt"/>
              <a:cs typeface="+mn-lt"/>
            </a:endParaRPr>
          </a:p>
          <a:p>
            <a:pPr algn="just">
              <a:lnSpc>
                <a:spcPct val="100000"/>
              </a:lnSpc>
            </a:pPr>
            <a:endParaRPr lang="fr-FR" sz="1100">
              <a:solidFill>
                <a:schemeClr val="tx1"/>
              </a:solidFill>
              <a:ea typeface="+mn-lt"/>
              <a:cs typeface="+mn-lt"/>
            </a:endParaRPr>
          </a:p>
        </p:txBody>
      </p:sp>
      <p:sp>
        <p:nvSpPr>
          <p:cNvPr id="17" name="Espace réservé du numéro de diapositive 4">
            <a:extLst>
              <a:ext uri="{FF2B5EF4-FFF2-40B4-BE49-F238E27FC236}">
                <a16:creationId xmlns:a16="http://schemas.microsoft.com/office/drawing/2014/main" id="{928DAF27-485C-3493-0F78-0C66146373D8}"/>
              </a:ext>
            </a:extLst>
          </p:cNvPr>
          <p:cNvSpPr txBox="1">
            <a:spLocks/>
          </p:cNvSpPr>
          <p:nvPr/>
        </p:nvSpPr>
        <p:spPr>
          <a:xfrm>
            <a:off x="205154" y="87289"/>
            <a:ext cx="504092" cy="20451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3</a:t>
            </a:r>
          </a:p>
        </p:txBody>
      </p:sp>
    </p:spTree>
    <p:extLst>
      <p:ext uri="{BB962C8B-B14F-4D97-AF65-F5344CB8AC3E}">
        <p14:creationId xmlns:p14="http://schemas.microsoft.com/office/powerpoint/2010/main" val="534559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41F00-D369-D534-36E8-F1453BBAD8B8}"/>
            </a:ext>
          </a:extLst>
        </p:cNvPr>
        <p:cNvGrpSpPr/>
        <p:nvPr/>
      </p:nvGrpSpPr>
      <p:grpSpPr>
        <a:xfrm>
          <a:off x="0" y="0"/>
          <a:ext cx="0" cy="0"/>
          <a:chOff x="0" y="0"/>
          <a:chExt cx="0" cy="0"/>
        </a:xfrm>
      </p:grpSpPr>
      <p:pic>
        <p:nvPicPr>
          <p:cNvPr id="8" name="Picture 8">
            <a:extLst>
              <a:ext uri="{FF2B5EF4-FFF2-40B4-BE49-F238E27FC236}">
                <a16:creationId xmlns:a16="http://schemas.microsoft.com/office/drawing/2014/main" id="{7781CEA2-8D6F-AF27-FBBD-0A345664C19B}"/>
              </a:ext>
            </a:extLst>
          </p:cNvPr>
          <p:cNvPicPr>
            <a:picLocks noChangeAspect="1"/>
          </p:cNvPicPr>
          <p:nvPr/>
        </p:nvPicPr>
        <p:blipFill>
          <a:blip r:embed="rId2">
            <a:duotone>
              <a:schemeClr val="accent1">
                <a:shade val="45000"/>
                <a:satMod val="135000"/>
              </a:schemeClr>
              <a:prstClr val="white"/>
            </a:duotone>
          </a:blip>
          <a:stretch>
            <a:fillRect/>
          </a:stretch>
        </p:blipFill>
        <p:spPr>
          <a:xfrm>
            <a:off x="2608301" y="512064"/>
            <a:ext cx="6975397" cy="3098906"/>
          </a:xfrm>
          <a:prstGeom prst="rect">
            <a:avLst/>
          </a:prstGeom>
        </p:spPr>
      </p:pic>
      <p:pic>
        <p:nvPicPr>
          <p:cNvPr id="9" name="Picture 10">
            <a:extLst>
              <a:ext uri="{FF2B5EF4-FFF2-40B4-BE49-F238E27FC236}">
                <a16:creationId xmlns:a16="http://schemas.microsoft.com/office/drawing/2014/main" id="{0AB14B9E-22C4-20E0-64C1-864C87C15293}"/>
              </a:ext>
            </a:extLst>
          </p:cNvPr>
          <p:cNvPicPr>
            <a:picLocks noChangeAspect="1"/>
          </p:cNvPicPr>
          <p:nvPr/>
        </p:nvPicPr>
        <p:blipFill>
          <a:blip r:embed="rId3">
            <a:duotone>
              <a:schemeClr val="accent1">
                <a:shade val="45000"/>
                <a:satMod val="135000"/>
              </a:schemeClr>
              <a:prstClr val="white"/>
            </a:duotone>
          </a:blip>
          <a:stretch>
            <a:fillRect/>
          </a:stretch>
        </p:blipFill>
        <p:spPr>
          <a:xfrm>
            <a:off x="2608300" y="3693267"/>
            <a:ext cx="6975397" cy="2447266"/>
          </a:xfrm>
          <a:prstGeom prst="rect">
            <a:avLst/>
          </a:prstGeom>
        </p:spPr>
      </p:pic>
      <p:sp>
        <p:nvSpPr>
          <p:cNvPr id="11" name="Espace réservé du numéro de diapositive 4">
            <a:extLst>
              <a:ext uri="{FF2B5EF4-FFF2-40B4-BE49-F238E27FC236}">
                <a16:creationId xmlns:a16="http://schemas.microsoft.com/office/drawing/2014/main" id="{DABB407F-B204-F6CD-C9D8-74A140D75BB3}"/>
              </a:ext>
            </a:extLst>
          </p:cNvPr>
          <p:cNvSpPr txBox="1">
            <a:spLocks/>
          </p:cNvSpPr>
          <p:nvPr/>
        </p:nvSpPr>
        <p:spPr>
          <a:xfrm>
            <a:off x="205154" y="87289"/>
            <a:ext cx="504092" cy="20451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4</a:t>
            </a:r>
          </a:p>
        </p:txBody>
      </p:sp>
    </p:spTree>
    <p:extLst>
      <p:ext uri="{BB962C8B-B14F-4D97-AF65-F5344CB8AC3E}">
        <p14:creationId xmlns:p14="http://schemas.microsoft.com/office/powerpoint/2010/main" val="1747582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C99B3-EA8C-5658-5E8D-010036B8523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5B2B795-5B0E-CA23-5377-E1C18DA9EA1F}"/>
              </a:ext>
            </a:extLst>
          </p:cNvPr>
          <p:cNvSpPr>
            <a:spLocks noGrp="1"/>
          </p:cNvSpPr>
          <p:nvPr>
            <p:ph type="title"/>
          </p:nvPr>
        </p:nvSpPr>
        <p:spPr>
          <a:xfrm>
            <a:off x="1667898" y="87289"/>
            <a:ext cx="9893005" cy="388834"/>
          </a:xfrm>
        </p:spPr>
        <p:txBody>
          <a:bodyPr/>
          <a:lstStyle/>
          <a:p>
            <a:r>
              <a:rPr lang="fr-FR" sz="1600"/>
              <a:t>II. De la dualité onde-corpuscule à l’équation de </a:t>
            </a:r>
            <a:r>
              <a:rPr lang="fr-FR" sz="1600" err="1"/>
              <a:t>schrödinger</a:t>
            </a:r>
            <a:endParaRPr lang="fr-FR" sz="1600"/>
          </a:p>
        </p:txBody>
      </p:sp>
      <p:sp>
        <p:nvSpPr>
          <p:cNvPr id="3" name="Espace réservé du contenu 2">
            <a:extLst>
              <a:ext uri="{FF2B5EF4-FFF2-40B4-BE49-F238E27FC236}">
                <a16:creationId xmlns:a16="http://schemas.microsoft.com/office/drawing/2014/main" id="{88EB5562-54E6-87BA-C293-1DC5A8AAD6DF}"/>
              </a:ext>
            </a:extLst>
          </p:cNvPr>
          <p:cNvSpPr>
            <a:spLocks noGrp="1"/>
          </p:cNvSpPr>
          <p:nvPr>
            <p:ph idx="11"/>
          </p:nvPr>
        </p:nvSpPr>
        <p:spPr>
          <a:xfrm>
            <a:off x="457200" y="777240"/>
            <a:ext cx="11277600" cy="4909693"/>
          </a:xfrm>
        </p:spPr>
        <p:txBody>
          <a:bodyPr vert="horz" lIns="0" tIns="0" rIns="0" bIns="0" rtlCol="0" anchor="t">
            <a:noAutofit/>
          </a:bodyPr>
          <a:lstStyle/>
          <a:p>
            <a:pPr algn="just">
              <a:lnSpc>
                <a:spcPct val="100000"/>
              </a:lnSpc>
            </a:pPr>
            <a:r>
              <a:rPr lang="fr-FR" sz="1100" b="1" u="sng">
                <a:solidFill>
                  <a:schemeClr val="tx1"/>
                </a:solidFill>
                <a:latin typeface="Arial"/>
                <a:cs typeface="Arial"/>
              </a:rPr>
              <a:t>➤ De Broglie (1924) — La matière est aussi une onde</a:t>
            </a:r>
          </a:p>
          <a:p>
            <a:pPr algn="just">
              <a:lnSpc>
                <a:spcPct val="100000"/>
              </a:lnSpc>
            </a:pPr>
            <a:r>
              <a:rPr lang="fr-FR" sz="1100">
                <a:solidFill>
                  <a:schemeClr val="tx1"/>
                </a:solidFill>
                <a:latin typeface="Arial"/>
                <a:cs typeface="Arial"/>
              </a:rPr>
              <a:t>Einstein avait montré que la lumière (une onde) se comporte aussi comme une particule. De Broglie retourne le raisonnement : et si la matière (des particules) se comportait aussi comme une onde ? Il propose que toute particule a une longueur d'onde λ=h/mv. C'est ça qui explique enfin les nombres entiers mystérieux de Bohr : l'électron est une onde qui doit « se refermer » proprement autour du noyau, comme une corde de guitare qui ne vibre qu'à certaines notes. Confirmation en 1927 : on envoie des électrons sur un cristal et ils produisent des figures d'interférence — exactement comme des ondes. Nobel en 1929.</a:t>
            </a:r>
          </a:p>
          <a:p>
            <a:pPr algn="just">
              <a:lnSpc>
                <a:spcPct val="100000"/>
              </a:lnSpc>
            </a:pPr>
            <a:endParaRPr lang="fr-FR" sz="1100">
              <a:solidFill>
                <a:schemeClr val="tx1"/>
              </a:solidFill>
              <a:latin typeface="Arial"/>
              <a:cs typeface="Arial"/>
            </a:endParaRPr>
          </a:p>
          <a:p>
            <a:pPr algn="just">
              <a:lnSpc>
                <a:spcPct val="100000"/>
              </a:lnSpc>
            </a:pPr>
            <a:r>
              <a:rPr lang="fr-FR" sz="1100" b="1" u="sng">
                <a:solidFill>
                  <a:schemeClr val="tx1"/>
                </a:solidFill>
                <a:cs typeface="Arial"/>
              </a:rPr>
              <a:t>➤ Schrödinger </a:t>
            </a:r>
            <a:r>
              <a:rPr lang="fr-FR" sz="1100" b="1" u="sng">
                <a:solidFill>
                  <a:schemeClr val="tx1"/>
                </a:solidFill>
                <a:latin typeface="Arial"/>
                <a:cs typeface="Arial"/>
              </a:rPr>
              <a:t>(1926) — L'équation qui gouverne tout le monde quantique</a:t>
            </a:r>
          </a:p>
          <a:p>
            <a:pPr algn="just">
              <a:lnSpc>
                <a:spcPct val="100000"/>
              </a:lnSpc>
            </a:pPr>
            <a:r>
              <a:rPr lang="fr-FR" sz="1100">
                <a:solidFill>
                  <a:schemeClr val="tx1"/>
                </a:solidFill>
                <a:latin typeface="Arial"/>
                <a:cs typeface="Arial"/>
              </a:rPr>
              <a:t>En physique classique, F = ma de Newton prédit la trajectoire d'un objet. Schrödinger cherche l'équivalent pour les ondes de matière de Broglie. En partant d'une équation d'onde classique et en y injectant la relation de de Broglie (λ=h/p), il arrive à une équation fondamentale : l'équation de Schrödinger. Sa solution ψ (la « fonction d'onde ») ne donne pas une trajectoire, mais une probabilité : ∣ψ(x)∣^2 indique la probabilité de trouver la particule à un endroit donné. </a:t>
            </a:r>
          </a:p>
          <a:p>
            <a:pPr algn="just">
              <a:lnSpc>
                <a:spcPct val="100000"/>
              </a:lnSpc>
            </a:pPr>
            <a:r>
              <a:rPr lang="fr-FR" sz="1100">
                <a:solidFill>
                  <a:schemeClr val="tx1"/>
                </a:solidFill>
                <a:latin typeface="Arial"/>
                <a:cs typeface="Arial"/>
              </a:rPr>
              <a:t>Bonus : les niveaux d'énergie discrets de l'atome ne sont plus postulés arbitrairement; ils découlent naturellement de l'équation. Nobel en 1933.</a:t>
            </a:r>
            <a:endParaRPr lang="fr-FR" sz="1100">
              <a:solidFill>
                <a:schemeClr val="tx1"/>
              </a:solidFill>
              <a:cs typeface="Arial"/>
            </a:endParaRPr>
          </a:p>
          <a:p>
            <a:pPr>
              <a:lnSpc>
                <a:spcPct val="100000"/>
              </a:lnSpc>
            </a:pPr>
            <a:endParaRPr lang="fr-FR" sz="1100">
              <a:solidFill>
                <a:schemeClr val="tx1"/>
              </a:solidFill>
              <a:cs typeface="Arial"/>
            </a:endParaRPr>
          </a:p>
          <a:p>
            <a:pPr>
              <a:lnSpc>
                <a:spcPct val="100000"/>
              </a:lnSpc>
            </a:pPr>
            <a:endParaRPr lang="fr-FR" sz="1100">
              <a:solidFill>
                <a:schemeClr val="tx1"/>
              </a:solidFill>
              <a:ea typeface="+mn-lt"/>
              <a:cs typeface="+mn-lt"/>
            </a:endParaRPr>
          </a:p>
          <a:p>
            <a:pPr>
              <a:lnSpc>
                <a:spcPct val="100000"/>
              </a:lnSpc>
            </a:pPr>
            <a:endParaRPr lang="fr-FR" sz="1100">
              <a:solidFill>
                <a:schemeClr val="tx1"/>
              </a:solidFill>
              <a:ea typeface="+mn-lt"/>
              <a:cs typeface="+mn-lt"/>
            </a:endParaRPr>
          </a:p>
          <a:p>
            <a:endParaRPr lang="fr-FR" sz="1050">
              <a:solidFill>
                <a:srgbClr val="A0A0A0"/>
              </a:solidFill>
              <a:cs typeface="Arial"/>
            </a:endParaRPr>
          </a:p>
        </p:txBody>
      </p:sp>
    </p:spTree>
    <p:extLst>
      <p:ext uri="{BB962C8B-B14F-4D97-AF65-F5344CB8AC3E}">
        <p14:creationId xmlns:p14="http://schemas.microsoft.com/office/powerpoint/2010/main" val="1418929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80C3B-2A5B-E609-AA6C-6A476849287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A919C5A-A6A1-7192-7D1A-B53E3494DDAD}"/>
              </a:ext>
            </a:extLst>
          </p:cNvPr>
          <p:cNvSpPr>
            <a:spLocks noGrp="1"/>
          </p:cNvSpPr>
          <p:nvPr>
            <p:ph type="title"/>
          </p:nvPr>
        </p:nvSpPr>
        <p:spPr>
          <a:xfrm>
            <a:off x="1667898" y="87289"/>
            <a:ext cx="9893005" cy="388834"/>
          </a:xfrm>
        </p:spPr>
        <p:txBody>
          <a:bodyPr/>
          <a:lstStyle/>
          <a:p>
            <a:r>
              <a:rPr lang="fr-FR" sz="1600"/>
              <a:t>Les principes qui en découlent</a:t>
            </a:r>
          </a:p>
        </p:txBody>
      </p:sp>
      <p:sp>
        <p:nvSpPr>
          <p:cNvPr id="3" name="Espace réservé du contenu 2">
            <a:extLst>
              <a:ext uri="{FF2B5EF4-FFF2-40B4-BE49-F238E27FC236}">
                <a16:creationId xmlns:a16="http://schemas.microsoft.com/office/drawing/2014/main" id="{75C93FC8-EF4B-98F4-5FD2-6EC08EB10F1E}"/>
              </a:ext>
            </a:extLst>
          </p:cNvPr>
          <p:cNvSpPr>
            <a:spLocks noGrp="1"/>
          </p:cNvSpPr>
          <p:nvPr>
            <p:ph idx="11"/>
          </p:nvPr>
        </p:nvSpPr>
        <p:spPr>
          <a:xfrm>
            <a:off x="457200" y="777240"/>
            <a:ext cx="11277600" cy="4909693"/>
          </a:xfrm>
        </p:spPr>
        <p:txBody>
          <a:bodyPr vert="horz" lIns="0" tIns="0" rIns="0" bIns="0" rtlCol="0" anchor="t">
            <a:noAutofit/>
          </a:bodyPr>
          <a:lstStyle/>
          <a:p>
            <a:pPr algn="just">
              <a:lnSpc>
                <a:spcPct val="100000"/>
              </a:lnSpc>
            </a:pPr>
            <a:r>
              <a:rPr lang="fr-FR" sz="1600">
                <a:solidFill>
                  <a:schemeClr val="tx1"/>
                </a:solidFill>
                <a:cs typeface="Arial"/>
              </a:rPr>
              <a:t>Les principes qui en découlent</a:t>
            </a:r>
          </a:p>
          <a:p>
            <a:pPr algn="just">
              <a:lnSpc>
                <a:spcPct val="100000"/>
              </a:lnSpc>
            </a:pPr>
            <a:endParaRPr lang="fr-FR" sz="1600">
              <a:solidFill>
                <a:schemeClr val="tx1"/>
              </a:solidFill>
              <a:cs typeface="Arial"/>
            </a:endParaRPr>
          </a:p>
          <a:p>
            <a:pPr algn="just">
              <a:lnSpc>
                <a:spcPct val="100000"/>
              </a:lnSpc>
            </a:pPr>
            <a:r>
              <a:rPr lang="fr-FR" sz="1600" b="1" u="sng">
                <a:solidFill>
                  <a:schemeClr val="tx1"/>
                </a:solidFill>
                <a:cs typeface="Arial"/>
              </a:rPr>
              <a:t>Superposition : </a:t>
            </a:r>
            <a:r>
              <a:rPr lang="fr-FR" sz="1600">
                <a:solidFill>
                  <a:schemeClr val="tx1"/>
                </a:solidFill>
                <a:cs typeface="Arial"/>
              </a:rPr>
              <a:t>un système quantique peut être dans plusieurs états à la fois, il n'est « fixé » qu'au moment de la mesure.</a:t>
            </a:r>
          </a:p>
          <a:p>
            <a:pPr algn="just">
              <a:lnSpc>
                <a:spcPct val="100000"/>
              </a:lnSpc>
            </a:pPr>
            <a:r>
              <a:rPr lang="fr-FR" sz="1600" b="1" u="sng">
                <a:solidFill>
                  <a:schemeClr val="tx1"/>
                </a:solidFill>
                <a:cs typeface="Arial"/>
              </a:rPr>
              <a:t>Incertitude (Heisenberg) : </a:t>
            </a:r>
            <a:r>
              <a:rPr lang="fr-FR" sz="1600">
                <a:solidFill>
                  <a:schemeClr val="tx1"/>
                </a:solidFill>
                <a:cs typeface="Arial"/>
              </a:rPr>
              <a:t>on ne peut jamais connaître à la fois la position et la vitesse d'une particule avec une précision parfaite — ce n'est pas un défaut de nos instruments, c'est la nature elle-même.</a:t>
            </a:r>
          </a:p>
          <a:p>
            <a:pPr algn="just">
              <a:lnSpc>
                <a:spcPct val="100000"/>
              </a:lnSpc>
            </a:pPr>
            <a:r>
              <a:rPr lang="fr-FR" sz="1600" b="1" u="sng">
                <a:solidFill>
                  <a:schemeClr val="tx1"/>
                </a:solidFill>
                <a:cs typeface="Arial"/>
              </a:rPr>
              <a:t>Non-clonage : </a:t>
            </a:r>
            <a:r>
              <a:rPr lang="fr-FR" sz="1600">
                <a:solidFill>
                  <a:schemeClr val="tx1"/>
                </a:solidFill>
                <a:cs typeface="Arial"/>
              </a:rPr>
              <a:t>impossible de copier un état quantique inconnu — contrairement à un fichier informatique classique.</a:t>
            </a:r>
          </a:p>
          <a:p>
            <a:pPr algn="just">
              <a:lnSpc>
                <a:spcPct val="100000"/>
              </a:lnSpc>
            </a:pPr>
            <a:r>
              <a:rPr lang="fr-FR" sz="1600" b="1" u="sng">
                <a:solidFill>
                  <a:schemeClr val="tx1"/>
                </a:solidFill>
                <a:cs typeface="Arial"/>
              </a:rPr>
              <a:t>Intrication : </a:t>
            </a:r>
            <a:r>
              <a:rPr lang="fr-FR" sz="1600">
                <a:solidFill>
                  <a:schemeClr val="tx1"/>
                </a:solidFill>
                <a:cs typeface="Arial"/>
              </a:rPr>
              <a:t>deux particules peuvent être liées de sorte que mesurer l'une détermine instantanément l'état de l'autre, même à des kilomètres de distance. Einstein appelait ça « l'action fantôme à distance » et n'y croyait pas — les expériences lui ont donné tort (Nobel 2022, Aspect/Clauser/Zeilinger).</a:t>
            </a:r>
          </a:p>
          <a:p>
            <a:pPr>
              <a:lnSpc>
                <a:spcPct val="100000"/>
              </a:lnSpc>
            </a:pPr>
            <a:endParaRPr lang="fr-FR" sz="1600">
              <a:solidFill>
                <a:schemeClr val="tx1"/>
              </a:solidFill>
              <a:ea typeface="+mn-lt"/>
              <a:cs typeface="+mn-lt"/>
            </a:endParaRPr>
          </a:p>
          <a:p>
            <a:pPr>
              <a:lnSpc>
                <a:spcPct val="100000"/>
              </a:lnSpc>
            </a:pPr>
            <a:endParaRPr lang="fr-FR" sz="1600">
              <a:solidFill>
                <a:schemeClr val="tx1"/>
              </a:solidFill>
              <a:ea typeface="+mn-lt"/>
              <a:cs typeface="+mn-lt"/>
            </a:endParaRPr>
          </a:p>
          <a:p>
            <a:endParaRPr lang="fr-FR" sz="1300">
              <a:solidFill>
                <a:srgbClr val="A0A0A0"/>
              </a:solidFill>
              <a:cs typeface="Arial"/>
            </a:endParaRPr>
          </a:p>
        </p:txBody>
      </p:sp>
    </p:spTree>
    <p:extLst>
      <p:ext uri="{BB962C8B-B14F-4D97-AF65-F5344CB8AC3E}">
        <p14:creationId xmlns:p14="http://schemas.microsoft.com/office/powerpoint/2010/main" val="2912850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4CB89-0A6F-E4AC-FFA1-1D30480739E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B3FF6D3-C3D2-5D46-368B-C8AAC7B7FE38}"/>
              </a:ext>
            </a:extLst>
          </p:cNvPr>
          <p:cNvSpPr>
            <a:spLocks noGrp="1"/>
          </p:cNvSpPr>
          <p:nvPr>
            <p:ph type="title"/>
          </p:nvPr>
        </p:nvSpPr>
        <p:spPr>
          <a:xfrm>
            <a:off x="1667898" y="87289"/>
            <a:ext cx="9893005" cy="388834"/>
          </a:xfrm>
        </p:spPr>
        <p:txBody>
          <a:bodyPr/>
          <a:lstStyle/>
          <a:p>
            <a:r>
              <a:rPr lang="fr-FR" sz="1600"/>
              <a:t>III. Informatique quantique</a:t>
            </a:r>
          </a:p>
        </p:txBody>
      </p:sp>
      <p:sp>
        <p:nvSpPr>
          <p:cNvPr id="3" name="Espace réservé du contenu 2">
            <a:extLst>
              <a:ext uri="{FF2B5EF4-FFF2-40B4-BE49-F238E27FC236}">
                <a16:creationId xmlns:a16="http://schemas.microsoft.com/office/drawing/2014/main" id="{2B1BADCA-54BA-D980-1444-13BA86308AED}"/>
              </a:ext>
            </a:extLst>
          </p:cNvPr>
          <p:cNvSpPr>
            <a:spLocks noGrp="1"/>
          </p:cNvSpPr>
          <p:nvPr>
            <p:ph idx="11"/>
          </p:nvPr>
        </p:nvSpPr>
        <p:spPr>
          <a:xfrm>
            <a:off x="457200" y="777240"/>
            <a:ext cx="11277600" cy="4909693"/>
          </a:xfrm>
        </p:spPr>
        <p:txBody>
          <a:bodyPr vert="horz" lIns="0" tIns="0" rIns="0" bIns="0" rtlCol="0" anchor="t">
            <a:noAutofit/>
          </a:bodyPr>
          <a:lstStyle/>
          <a:p>
            <a:pPr algn="just">
              <a:lnSpc>
                <a:spcPct val="100000"/>
              </a:lnSpc>
            </a:pPr>
            <a:r>
              <a:rPr lang="fr-FR" sz="1100" b="1" u="sng">
                <a:solidFill>
                  <a:schemeClr val="tx1"/>
                </a:solidFill>
                <a:latin typeface="Arial"/>
                <a:cs typeface="Arial"/>
              </a:rPr>
              <a:t>➤ Le qubit: le bit « quantique »</a:t>
            </a:r>
          </a:p>
          <a:p>
            <a:pPr algn="just">
              <a:lnSpc>
                <a:spcPct val="100000"/>
              </a:lnSpc>
            </a:pPr>
            <a:r>
              <a:rPr lang="fr-FR" sz="1100">
                <a:solidFill>
                  <a:schemeClr val="tx1"/>
                </a:solidFill>
                <a:cs typeface="Arial"/>
              </a:rPr>
              <a:t>Un ordinateur classique calcule avec des bits (0 ou 1). Un ordinateur quantique calcule avec des qubits : grâce à la superposition, un qubit peut être 0, 1, ou un mélange des deux en même temps. La puissance vient du nombre : avec n qubits, on peut manipuler 2^n combinaisons simultanément. 300 qubits = plus de combinaisons que d'atomes dans l'univers.</a:t>
            </a:r>
          </a:p>
          <a:p>
            <a:pPr algn="just">
              <a:lnSpc>
                <a:spcPct val="100000"/>
              </a:lnSpc>
            </a:pPr>
            <a:endParaRPr lang="fr-FR" sz="1100">
              <a:solidFill>
                <a:schemeClr val="tx1"/>
              </a:solidFill>
              <a:cs typeface="Arial"/>
            </a:endParaRPr>
          </a:p>
          <a:p>
            <a:pPr algn="just">
              <a:lnSpc>
                <a:spcPct val="100000"/>
              </a:lnSpc>
            </a:pPr>
            <a:r>
              <a:rPr lang="fr-FR" sz="1100" b="1" u="sng">
                <a:solidFill>
                  <a:schemeClr val="tx1"/>
                </a:solidFill>
                <a:cs typeface="Arial"/>
              </a:rPr>
              <a:t>➤ Les portes quantiques: les opérations de base</a:t>
            </a:r>
          </a:p>
          <a:p>
            <a:pPr algn="just">
              <a:lnSpc>
                <a:spcPct val="100000"/>
              </a:lnSpc>
            </a:pPr>
            <a:r>
              <a:rPr lang="fr-FR" sz="1100">
                <a:solidFill>
                  <a:schemeClr val="tx1"/>
                </a:solidFill>
                <a:cs typeface="Arial"/>
              </a:rPr>
              <a:t>Dans un ordinateur classique, des portes logiques (ET, OU, NON) transforment les bits; c'est la brique élémentaire de tout calcul. Un ordinateur quantique a ses propres portes : des opérations qui manipulent les qubits, les mettre en superposition, les intriquer entre eux, inverser leur état, etc. En enchaînant ces portes, on construit un algorithme quantique.</a:t>
            </a:r>
          </a:p>
          <a:p>
            <a:pPr algn="just">
              <a:lnSpc>
                <a:spcPct val="100000"/>
              </a:lnSpc>
            </a:pPr>
            <a:endParaRPr lang="fr-FR" sz="1100">
              <a:solidFill>
                <a:schemeClr val="tx1"/>
              </a:solidFill>
              <a:cs typeface="Arial"/>
            </a:endParaRPr>
          </a:p>
          <a:p>
            <a:pPr algn="just">
              <a:lnSpc>
                <a:spcPct val="100000"/>
              </a:lnSpc>
            </a:pPr>
            <a:r>
              <a:rPr lang="fr-FR" sz="1100" b="1" u="sng">
                <a:solidFill>
                  <a:schemeClr val="tx1"/>
                </a:solidFill>
                <a:cs typeface="Arial"/>
              </a:rPr>
              <a:t>➤ Ce que ça permet concrètement</a:t>
            </a:r>
          </a:p>
          <a:p>
            <a:pPr algn="just">
              <a:lnSpc>
                <a:spcPct val="100000"/>
              </a:lnSpc>
            </a:pPr>
            <a:r>
              <a:rPr lang="fr-FR" sz="1100" b="1" u="sng">
                <a:solidFill>
                  <a:schemeClr val="tx1"/>
                </a:solidFill>
                <a:cs typeface="Arial"/>
              </a:rPr>
              <a:t>Recherche (algorithme de Grover) : </a:t>
            </a:r>
            <a:r>
              <a:rPr lang="fr-FR" sz="1100">
                <a:solidFill>
                  <a:schemeClr val="tx1"/>
                </a:solidFill>
                <a:cs typeface="Arial"/>
              </a:rPr>
              <a:t>chercher un élément dans une liste non triée d'un milliard d'entrées prend ~1 milliard d'étapes classiquement, mais seulement ~31 000 en quantique. Le mécanisme : les interférences amplifient la bonne réponse et éliminent les mauvaises.</a:t>
            </a:r>
          </a:p>
          <a:p>
            <a:pPr algn="just">
              <a:lnSpc>
                <a:spcPct val="100000"/>
              </a:lnSpc>
            </a:pPr>
            <a:r>
              <a:rPr lang="fr-FR" sz="1100" b="1" u="sng">
                <a:solidFill>
                  <a:schemeClr val="tx1"/>
                </a:solidFill>
                <a:cs typeface="Arial"/>
              </a:rPr>
              <a:t>Casser le chiffrement (algorithme de Shor) : </a:t>
            </a:r>
            <a:r>
              <a:rPr lang="fr-FR" sz="1100">
                <a:solidFill>
                  <a:schemeClr val="tx1"/>
                </a:solidFill>
                <a:cs typeface="Arial"/>
              </a:rPr>
              <a:t>la sécurité d'Internet (RSA) repose sur le fait qu'il est quasi impossible de décomposer un très grand nombre en ses facteurs premiers. L'algorithme de Shor le fait exponentiellement plus vite — rendant cette protection potentiellement caduque.</a:t>
            </a:r>
          </a:p>
          <a:p>
            <a:pPr algn="just">
              <a:lnSpc>
                <a:spcPct val="100000"/>
              </a:lnSpc>
            </a:pPr>
            <a:r>
              <a:rPr lang="fr-FR" sz="1100" b="1" u="sng">
                <a:solidFill>
                  <a:schemeClr val="tx1"/>
                </a:solidFill>
                <a:cs typeface="Arial"/>
              </a:rPr>
              <a:t>Cryptographie inviolable (QKD) : </a:t>
            </a:r>
            <a:r>
              <a:rPr lang="fr-FR" sz="1100">
                <a:solidFill>
                  <a:schemeClr val="tx1"/>
                </a:solidFill>
                <a:cs typeface="Arial"/>
              </a:rPr>
              <a:t>en retour, la physique quantique permet de créer des communications fondamentalement sûres; toute tentative d'espionnage perturbe les qubits et est immédiatement détectable (grâce au non-clonage et à l'intrication).</a:t>
            </a:r>
          </a:p>
          <a:p>
            <a:pPr algn="just">
              <a:lnSpc>
                <a:spcPct val="100000"/>
              </a:lnSpc>
            </a:pPr>
            <a:endParaRPr lang="fr-FR" sz="1100">
              <a:solidFill>
                <a:schemeClr val="tx1"/>
              </a:solidFill>
              <a:cs typeface="Arial"/>
            </a:endParaRPr>
          </a:p>
          <a:p>
            <a:pPr algn="just">
              <a:lnSpc>
                <a:spcPct val="100000"/>
              </a:lnSpc>
            </a:pPr>
            <a:r>
              <a:rPr lang="fr-FR" sz="1100" b="1" u="sng">
                <a:solidFill>
                  <a:schemeClr val="tx1"/>
                </a:solidFill>
                <a:cs typeface="Arial"/>
              </a:rPr>
              <a:t>➤ Les limites</a:t>
            </a:r>
          </a:p>
          <a:p>
            <a:pPr algn="just">
              <a:lnSpc>
                <a:spcPct val="100000"/>
              </a:lnSpc>
            </a:pPr>
            <a:r>
              <a:rPr lang="fr-FR" sz="1100">
                <a:solidFill>
                  <a:schemeClr val="tx1"/>
                </a:solidFill>
                <a:cs typeface="Arial"/>
              </a:rPr>
              <a:t>L'ordinateur quantique ne remplacera pas votre ordinateur, il n'est pas meilleur pour tout. Il excelle sur des problèmes bien précis (recherche, factorisation, simulation de molécules) mais n'est pas magiquement plus rapide pour envoyer un email ou faire tourner Excel.</a:t>
            </a: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nSpc>
                <a:spcPct val="100000"/>
              </a:lnSpc>
            </a:pPr>
            <a:endParaRPr lang="fr-FR" sz="1100">
              <a:solidFill>
                <a:schemeClr val="tx1"/>
              </a:solidFill>
              <a:ea typeface="+mn-lt"/>
              <a:cs typeface="+mn-lt"/>
            </a:endParaRPr>
          </a:p>
          <a:p>
            <a:pPr>
              <a:lnSpc>
                <a:spcPct val="100000"/>
              </a:lnSpc>
            </a:pPr>
            <a:endParaRPr lang="fr-FR" sz="1100">
              <a:solidFill>
                <a:schemeClr val="tx1"/>
              </a:solidFill>
              <a:ea typeface="+mn-lt"/>
              <a:cs typeface="+mn-lt"/>
            </a:endParaRPr>
          </a:p>
          <a:p>
            <a:endParaRPr lang="fr-FR" sz="1050">
              <a:solidFill>
                <a:srgbClr val="A0A0A0"/>
              </a:solidFill>
              <a:cs typeface="Arial"/>
            </a:endParaRPr>
          </a:p>
        </p:txBody>
      </p:sp>
    </p:spTree>
    <p:extLst>
      <p:ext uri="{BB962C8B-B14F-4D97-AF65-F5344CB8AC3E}">
        <p14:creationId xmlns:p14="http://schemas.microsoft.com/office/powerpoint/2010/main" val="553358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1D5A-82A1-35BD-12D1-83BBAC90771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C8F01F0-91B4-8B0A-AB05-173EB1D93E8E}"/>
              </a:ext>
            </a:extLst>
          </p:cNvPr>
          <p:cNvSpPr>
            <a:spLocks noGrp="1"/>
          </p:cNvSpPr>
          <p:nvPr>
            <p:ph type="title"/>
          </p:nvPr>
        </p:nvSpPr>
        <p:spPr>
          <a:xfrm>
            <a:off x="1667898" y="87289"/>
            <a:ext cx="9893005" cy="388834"/>
          </a:xfrm>
        </p:spPr>
        <p:txBody>
          <a:bodyPr/>
          <a:lstStyle/>
          <a:p>
            <a:r>
              <a:rPr lang="fr-FR" sz="1600"/>
              <a:t>exemple</a:t>
            </a:r>
          </a:p>
        </p:txBody>
      </p:sp>
      <p:sp>
        <p:nvSpPr>
          <p:cNvPr id="3" name="Espace réservé du contenu 2">
            <a:extLst>
              <a:ext uri="{FF2B5EF4-FFF2-40B4-BE49-F238E27FC236}">
                <a16:creationId xmlns:a16="http://schemas.microsoft.com/office/drawing/2014/main" id="{8619498F-A1D6-C948-CF20-7D11A049BF31}"/>
              </a:ext>
            </a:extLst>
          </p:cNvPr>
          <p:cNvSpPr>
            <a:spLocks noGrp="1"/>
          </p:cNvSpPr>
          <p:nvPr>
            <p:ph idx="11"/>
          </p:nvPr>
        </p:nvSpPr>
        <p:spPr>
          <a:xfrm>
            <a:off x="457200" y="777240"/>
            <a:ext cx="11277600" cy="5568696"/>
          </a:xfrm>
        </p:spPr>
        <p:txBody>
          <a:bodyPr vert="horz" lIns="0" tIns="0" rIns="0" bIns="0" rtlCol="0" anchor="t">
            <a:noAutofit/>
          </a:bodyPr>
          <a:lstStyle/>
          <a:p>
            <a:pPr algn="just">
              <a:lnSpc>
                <a:spcPct val="100000"/>
              </a:lnSpc>
            </a:pPr>
            <a:r>
              <a:rPr lang="fr-FR" sz="1100" b="1" u="sng">
                <a:solidFill>
                  <a:schemeClr val="tx1"/>
                </a:solidFill>
                <a:latin typeface="Arial"/>
                <a:cs typeface="Arial"/>
              </a:rPr>
              <a:t>➤ Porte classique: le NON (NOT)</a:t>
            </a:r>
            <a:endParaRPr lang="fr-FR" sz="1100">
              <a:solidFill>
                <a:schemeClr val="tx1"/>
              </a:solidFill>
              <a:cs typeface="Arial"/>
            </a:endParaRPr>
          </a:p>
          <a:p>
            <a:pPr algn="just">
              <a:lnSpc>
                <a:spcPct val="100000"/>
              </a:lnSpc>
            </a:pPr>
            <a:r>
              <a:rPr lang="fr-FR" sz="1100">
                <a:solidFill>
                  <a:schemeClr val="tx1"/>
                </a:solidFill>
                <a:cs typeface="Arial"/>
              </a:rPr>
              <a:t>Imaginons un bit classique. La porte NOT fait la chose la plus simple possible : elle inverse. </a:t>
            </a:r>
          </a:p>
          <a:p>
            <a:pPr algn="just">
              <a:lnSpc>
                <a:spcPct val="100000"/>
              </a:lnSpc>
            </a:pPr>
            <a:r>
              <a:rPr lang="fr-FR" sz="1100">
                <a:solidFill>
                  <a:schemeClr val="tx1"/>
                </a:solidFill>
                <a:cs typeface="Arial"/>
              </a:rPr>
              <a:t>Entrée: 0  →  NOT  →  Sortie: 1</a:t>
            </a:r>
          </a:p>
          <a:p>
            <a:pPr algn="just">
              <a:lnSpc>
                <a:spcPct val="100000"/>
              </a:lnSpc>
            </a:pPr>
            <a:r>
              <a:rPr lang="fr-FR" sz="1100">
                <a:solidFill>
                  <a:schemeClr val="tx1"/>
                </a:solidFill>
                <a:cs typeface="Arial"/>
              </a:rPr>
              <a:t>Entrée: 1  →  NOT  →  Sortie: 0</a:t>
            </a:r>
          </a:p>
          <a:p>
            <a:pPr algn="just">
              <a:lnSpc>
                <a:spcPct val="100000"/>
              </a:lnSpc>
            </a:pPr>
            <a:r>
              <a:rPr lang="fr-FR" sz="1100">
                <a:solidFill>
                  <a:schemeClr val="tx1"/>
                </a:solidFill>
                <a:cs typeface="Arial"/>
              </a:rPr>
              <a:t>Comme un interrupteur qu'on bascule. Le résultat est toujours certain.</a:t>
            </a:r>
          </a:p>
          <a:p>
            <a:pPr algn="just">
              <a:lnSpc>
                <a:spcPct val="100000"/>
              </a:lnSpc>
            </a:pPr>
            <a:endParaRPr lang="fr-FR" sz="1100">
              <a:solidFill>
                <a:schemeClr val="tx1"/>
              </a:solidFill>
              <a:cs typeface="Arial"/>
            </a:endParaRPr>
          </a:p>
          <a:p>
            <a:pPr algn="just">
              <a:lnSpc>
                <a:spcPct val="100000"/>
              </a:lnSpc>
            </a:pPr>
            <a:r>
              <a:rPr lang="fr-FR" sz="1100" b="1" u="sng">
                <a:solidFill>
                  <a:schemeClr val="tx1"/>
                </a:solidFill>
                <a:cs typeface="Arial"/>
              </a:rPr>
              <a:t>➤ Porte quantique: le Hadamard (H)</a:t>
            </a:r>
          </a:p>
          <a:p>
            <a:pPr algn="just">
              <a:lnSpc>
                <a:spcPct val="100000"/>
              </a:lnSpc>
            </a:pPr>
            <a:r>
              <a:rPr lang="fr-FR" sz="1100">
                <a:solidFill>
                  <a:schemeClr val="tx1"/>
                </a:solidFill>
                <a:cs typeface="Arial"/>
              </a:rPr>
              <a:t>Maintenant prenons un qubit à 0 et appliquons la porte Hadamard :</a:t>
            </a:r>
          </a:p>
          <a:p>
            <a:pPr algn="just">
              <a:lnSpc>
                <a:spcPct val="100000"/>
              </a:lnSpc>
            </a:pPr>
            <a:r>
              <a:rPr lang="fr-FR" sz="1100">
                <a:solidFill>
                  <a:schemeClr val="tx1"/>
                </a:solidFill>
                <a:cs typeface="Arial"/>
              </a:rPr>
              <a:t>Entrée: 0  →  H  →  Sortie: 50% chance d'être 0, 50% chance d'être 1</a:t>
            </a:r>
          </a:p>
          <a:p>
            <a:pPr algn="just">
              <a:lnSpc>
                <a:spcPct val="100000"/>
              </a:lnSpc>
            </a:pPr>
            <a:r>
              <a:rPr lang="fr-FR" sz="1100">
                <a:solidFill>
                  <a:schemeClr val="tx1"/>
                </a:solidFill>
                <a:cs typeface="Arial"/>
              </a:rPr>
              <a:t>Le qubit n'est plus ni 0 ni 1, il est dans les deux à la fois (superposition). Ce n'est qu'en le mesurant qu'on obtient un résultat défini.</a:t>
            </a:r>
          </a:p>
          <a:p>
            <a:pPr algn="just">
              <a:lnSpc>
                <a:spcPct val="100000"/>
              </a:lnSpc>
            </a:pPr>
            <a:endParaRPr lang="fr-FR" sz="1100">
              <a:solidFill>
                <a:schemeClr val="tx1"/>
              </a:solidFill>
              <a:cs typeface="Arial"/>
            </a:endParaRPr>
          </a:p>
          <a:p>
            <a:pPr algn="just">
              <a:lnSpc>
                <a:spcPct val="100000"/>
              </a:lnSpc>
            </a:pPr>
            <a:r>
              <a:rPr lang="fr-FR" sz="1100" b="1" u="sng">
                <a:solidFill>
                  <a:schemeClr val="tx1"/>
                </a:solidFill>
                <a:cs typeface="Arial"/>
              </a:rPr>
              <a:t>➤ 2 bits classiques</a:t>
            </a:r>
          </a:p>
          <a:p>
            <a:pPr algn="just">
              <a:lnSpc>
                <a:spcPct val="100000"/>
              </a:lnSpc>
            </a:pPr>
            <a:r>
              <a:rPr lang="fr-FR" sz="1100" u="sng">
                <a:solidFill>
                  <a:schemeClr val="tx1"/>
                </a:solidFill>
                <a:cs typeface="Arial"/>
              </a:rPr>
              <a:t>Prenons 2 bits classiques. Pour tester les 4 combinaisons possibles (00, 01, 10, 11), un ordinateur classique doit les essayer une par une :</a:t>
            </a:r>
          </a:p>
          <a:p>
            <a:pPr algn="just">
              <a:lnSpc>
                <a:spcPct val="100000"/>
              </a:lnSpc>
            </a:pPr>
            <a:r>
              <a:rPr lang="fr-FR" sz="1100">
                <a:solidFill>
                  <a:schemeClr val="tx1"/>
                </a:solidFill>
                <a:cs typeface="Arial"/>
              </a:rPr>
              <a:t>Étape 1 : teste 00</a:t>
            </a:r>
          </a:p>
          <a:p>
            <a:pPr algn="just">
              <a:lnSpc>
                <a:spcPct val="100000"/>
              </a:lnSpc>
            </a:pPr>
            <a:r>
              <a:rPr lang="fr-FR" sz="1100">
                <a:solidFill>
                  <a:schemeClr val="tx1"/>
                </a:solidFill>
                <a:cs typeface="Arial"/>
              </a:rPr>
              <a:t>Étape 2 : teste 01</a:t>
            </a:r>
          </a:p>
          <a:p>
            <a:pPr algn="just">
              <a:lnSpc>
                <a:spcPct val="100000"/>
              </a:lnSpc>
            </a:pPr>
            <a:r>
              <a:rPr lang="fr-FR" sz="1100">
                <a:solidFill>
                  <a:schemeClr val="tx1"/>
                </a:solidFill>
                <a:cs typeface="Arial"/>
              </a:rPr>
              <a:t>Étape 3 : teste 10</a:t>
            </a:r>
          </a:p>
          <a:p>
            <a:pPr algn="just">
              <a:lnSpc>
                <a:spcPct val="100000"/>
              </a:lnSpc>
            </a:pPr>
            <a:r>
              <a:rPr lang="fr-FR" sz="1100">
                <a:solidFill>
                  <a:schemeClr val="tx1"/>
                </a:solidFill>
                <a:cs typeface="Arial"/>
              </a:rPr>
              <a:t>Étape 4 : teste 11</a:t>
            </a:r>
          </a:p>
          <a:p>
            <a:pPr algn="just">
              <a:lnSpc>
                <a:spcPct val="100000"/>
              </a:lnSpc>
            </a:pPr>
            <a:r>
              <a:rPr lang="fr-FR" sz="1100" u="sng">
                <a:solidFill>
                  <a:schemeClr val="tx1"/>
                </a:solidFill>
                <a:cs typeface="Arial"/>
              </a:rPr>
              <a:t>Avec 2 qubits, on applique un Hadamard sur chacun :</a:t>
            </a:r>
          </a:p>
          <a:p>
            <a:pPr algn="just">
              <a:lnSpc>
                <a:spcPct val="100000"/>
              </a:lnSpc>
            </a:pPr>
            <a:r>
              <a:rPr lang="fr-FR" sz="1100">
                <a:solidFill>
                  <a:schemeClr val="tx1"/>
                </a:solidFill>
                <a:cs typeface="Arial"/>
              </a:rPr>
              <a:t>Qubit 1 :  0  →  H  →  (0 et 1 à la fois)</a:t>
            </a:r>
          </a:p>
          <a:p>
            <a:pPr algn="just">
              <a:lnSpc>
                <a:spcPct val="100000"/>
              </a:lnSpc>
            </a:pPr>
            <a:r>
              <a:rPr lang="fr-FR" sz="1100">
                <a:solidFill>
                  <a:schemeClr val="tx1"/>
                </a:solidFill>
                <a:cs typeface="Arial"/>
              </a:rPr>
              <a:t>Qubit 2 :  0  →  H  →  (0 et 1 à la fois)</a:t>
            </a:r>
          </a:p>
          <a:p>
            <a:pPr algn="just">
              <a:lnSpc>
                <a:spcPct val="100000"/>
              </a:lnSpc>
            </a:pPr>
            <a:r>
              <a:rPr lang="fr-FR" sz="1100">
                <a:solidFill>
                  <a:schemeClr val="tx1"/>
                </a:solidFill>
                <a:cs typeface="Arial"/>
              </a:rPr>
              <a:t>Résultat : les 4 combinaisons 00, 01, 10, 11 existent en même temps</a:t>
            </a:r>
          </a:p>
          <a:p>
            <a:pPr algn="just">
              <a:lnSpc>
                <a:spcPct val="100000"/>
              </a:lnSpc>
            </a:pPr>
            <a:r>
              <a:rPr lang="fr-FR" sz="1100">
                <a:solidFill>
                  <a:schemeClr val="tx1"/>
                </a:solidFill>
                <a:cs typeface="Arial"/>
              </a:rPr>
              <a:t>En une seule opération, on a les 4 possibilités en parallèle. Avec 10, on aurait les 1 024 combinaisons d'un coup. Avec 300, plus que le nombre d'atomes dans l'univers.</a:t>
            </a: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gn="just">
              <a:lnSpc>
                <a:spcPct val="100000"/>
              </a:lnSpc>
            </a:pPr>
            <a:endParaRPr lang="fr-FR" sz="1100">
              <a:solidFill>
                <a:schemeClr val="tx1"/>
              </a:solidFill>
              <a:cs typeface="Arial"/>
            </a:endParaRPr>
          </a:p>
          <a:p>
            <a:pPr>
              <a:lnSpc>
                <a:spcPct val="100000"/>
              </a:lnSpc>
            </a:pPr>
            <a:endParaRPr lang="fr-FR" sz="1100">
              <a:solidFill>
                <a:schemeClr val="tx1"/>
              </a:solidFill>
              <a:ea typeface="+mn-lt"/>
              <a:cs typeface="+mn-lt"/>
            </a:endParaRPr>
          </a:p>
          <a:p>
            <a:pPr>
              <a:lnSpc>
                <a:spcPct val="100000"/>
              </a:lnSpc>
            </a:pPr>
            <a:endParaRPr lang="fr-FR" sz="1100">
              <a:solidFill>
                <a:schemeClr val="tx1"/>
              </a:solidFill>
              <a:ea typeface="+mn-lt"/>
              <a:cs typeface="+mn-lt"/>
            </a:endParaRPr>
          </a:p>
          <a:p>
            <a:endParaRPr lang="fr-FR" sz="1050">
              <a:solidFill>
                <a:srgbClr val="A0A0A0"/>
              </a:solidFill>
              <a:cs typeface="Arial"/>
            </a:endParaRPr>
          </a:p>
        </p:txBody>
      </p:sp>
    </p:spTree>
    <p:extLst>
      <p:ext uri="{BB962C8B-B14F-4D97-AF65-F5344CB8AC3E}">
        <p14:creationId xmlns:p14="http://schemas.microsoft.com/office/powerpoint/2010/main" val="3007945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12F1A1C-ED94-B46B-06D4-33907928A44D}"/>
            </a:ext>
          </a:extLst>
        </p:cNvPr>
        <p:cNvGrpSpPr/>
        <p:nvPr/>
      </p:nvGrpSpPr>
      <p:grpSpPr>
        <a:xfrm>
          <a:off x="0" y="0"/>
          <a:ext cx="0" cy="0"/>
          <a:chOff x="0" y="0"/>
          <a:chExt cx="0" cy="0"/>
        </a:xfrm>
      </p:grpSpPr>
      <p:sp>
        <p:nvSpPr>
          <p:cNvPr id="8" name="Titel 2">
            <a:extLst>
              <a:ext uri="{FF2B5EF4-FFF2-40B4-BE49-F238E27FC236}">
                <a16:creationId xmlns:a16="http://schemas.microsoft.com/office/drawing/2014/main" id="{E3CE378F-A999-2DDC-84F1-23C26503EAA9}"/>
              </a:ext>
            </a:extLst>
          </p:cNvPr>
          <p:cNvSpPr>
            <a:spLocks noGrp="1"/>
          </p:cNvSpPr>
          <p:nvPr>
            <p:ph type="title"/>
          </p:nvPr>
        </p:nvSpPr>
        <p:spPr>
          <a:xfrm>
            <a:off x="1719408" y="44616"/>
            <a:ext cx="10822455" cy="300679"/>
          </a:xfrm>
        </p:spPr>
        <p:txBody>
          <a:bodyPr/>
          <a:lstStyle/>
          <a:p>
            <a:r>
              <a:rPr lang="fr-FR" sz="1600" b="1"/>
              <a:t>II. Quantum : origines et principes fondamentaux</a:t>
            </a:r>
          </a:p>
        </p:txBody>
      </p:sp>
      <p:sp>
        <p:nvSpPr>
          <p:cNvPr id="9" name="ZoneTexte 8">
            <a:extLst>
              <a:ext uri="{FF2B5EF4-FFF2-40B4-BE49-F238E27FC236}">
                <a16:creationId xmlns:a16="http://schemas.microsoft.com/office/drawing/2014/main" id="{AB4F98C7-AFAE-FF32-4F38-0151505CCB26}"/>
              </a:ext>
            </a:extLst>
          </p:cNvPr>
          <p:cNvSpPr txBox="1"/>
          <p:nvPr/>
        </p:nvSpPr>
        <p:spPr>
          <a:xfrm>
            <a:off x="166074" y="156410"/>
            <a:ext cx="374968" cy="253916"/>
          </a:xfrm>
          <a:prstGeom prst="rect">
            <a:avLst/>
          </a:prstGeom>
          <a:noFill/>
        </p:spPr>
        <p:txBody>
          <a:bodyPr wrap="square" lIns="91440" tIns="45720" rIns="91440" bIns="45720" rtlCol="0" anchor="ctr">
            <a:spAutoFit/>
          </a:bodyPr>
          <a:lstStyle/>
          <a:p>
            <a:pPr marL="0" marR="0" lvl="0" indent="0" algn="ctr" defTabSz="914400" rtl="0" eaLnBrk="1" fontAlgn="auto" latinLnBrk="0" hangingPunct="1">
              <a:buNone/>
            </a:pPr>
            <a:r>
              <a:rPr lang="fr-FR" sz="1050" b="0">
                <a:solidFill>
                  <a:srgbClr val="000000"/>
                </a:solidFill>
                <a:latin typeface="Arial" panose="020B0604020202020204"/>
                <a:cs typeface="Arial" panose="020B0604020202020204"/>
              </a:rPr>
              <a:t>2</a:t>
            </a:r>
          </a:p>
        </p:txBody>
      </p:sp>
      <p:sp>
        <p:nvSpPr>
          <p:cNvPr id="10" name="ContentBox6">
            <a:extLst>
              <a:ext uri="{FF2B5EF4-FFF2-40B4-BE49-F238E27FC236}">
                <a16:creationId xmlns:a16="http://schemas.microsoft.com/office/drawing/2014/main" id="{ADAEDB77-ED72-7367-068C-3F1DEF8156AD}"/>
              </a:ext>
            </a:extLst>
          </p:cNvPr>
          <p:cNvSpPr/>
          <p:nvPr/>
        </p:nvSpPr>
        <p:spPr>
          <a:xfrm>
            <a:off x="1255471" y="537523"/>
            <a:ext cx="6827825" cy="6093865"/>
          </a:xfrm>
          <a:prstGeom prst="roundRect">
            <a:avLst>
              <a:gd name="adj" fmla="val 7375"/>
            </a:avLst>
          </a:prstGeom>
          <a:solidFill>
            <a:schemeClr val="bg1">
              <a:lumMod val="85000"/>
              <a:alpha val="25000"/>
            </a:schemeClr>
          </a:solidFill>
          <a:ln w="12700" cap="flat" cmpd="sng" algn="ctr">
            <a:noFill/>
          </a:ln>
        </p:spPr>
        <p:txBody>
          <a:bodyPr spcFirstLastPara="0" vert="horz" wrap="square" lIns="137160" tIns="91440" rIns="137160" bIns="91440" numCol="1" spcCol="1270" anchor="t" anchorCtr="0">
            <a:noAutofit/>
          </a:bodyPr>
          <a:lstStyle/>
          <a:p>
            <a:pPr algn="just"/>
            <a:r>
              <a:rPr lang="fr-FR" sz="1200" b="1">
                <a:solidFill>
                  <a:srgbClr val="C00000"/>
                </a:solidFill>
                <a:latin typeface="Arial" panose="020B0604020202020204"/>
                <a:cs typeface="Arial" panose="020B0604020202020204"/>
              </a:rPr>
              <a:t>Définition. </a:t>
            </a:r>
            <a:r>
              <a:rPr lang="fr-FR" sz="1200">
                <a:latin typeface="Arial" panose="020B0604020202020204"/>
                <a:cs typeface="Arial" panose="020B0604020202020204"/>
              </a:rPr>
              <a:t>La physique quantique étudie le comportement de la matière et de la lumière à l’échelle de l’infiniment petit (atomes, ions, photons, électrons), où les lois de la physique classique de Newton cessent de s’appliquer.</a:t>
            </a:r>
          </a:p>
          <a:p>
            <a:endParaRPr lang="fr-FR" sz="600"/>
          </a:p>
          <a:p>
            <a:pPr algn="just"/>
            <a:endParaRPr lang="fr-FR" sz="1400" b="1">
              <a:solidFill>
                <a:srgbClr val="C00000"/>
              </a:solidFill>
              <a:latin typeface="Arial" panose="020B0604020202020204"/>
              <a:cs typeface="Arial" panose="020B0604020202020204"/>
            </a:endParaRPr>
          </a:p>
          <a:p>
            <a:pPr algn="just"/>
            <a:r>
              <a:rPr lang="fr-FR" sz="1400" b="1">
                <a:solidFill>
                  <a:srgbClr val="C00000"/>
                </a:solidFill>
                <a:latin typeface="Arial" panose="020B0604020202020204"/>
                <a:cs typeface="Arial" panose="020B0604020202020204"/>
              </a:rPr>
              <a:t>Origines historiques (1900-1930)</a:t>
            </a:r>
          </a:p>
          <a:p>
            <a:pPr marL="171450" indent="-171450" algn="just">
              <a:buFont typeface="Arial" panose="020B0604020202020204" pitchFamily="34" charset="0"/>
              <a:buChar char="•"/>
            </a:pPr>
            <a:r>
              <a:rPr lang="fr-FR" sz="1100" b="1">
                <a:solidFill>
                  <a:srgbClr val="C00000"/>
                </a:solidFill>
                <a:latin typeface="Arial" panose="020B0604020202020204"/>
                <a:cs typeface="Arial" panose="020B0604020202020204"/>
              </a:rPr>
              <a:t>1900-1905 : </a:t>
            </a:r>
            <a:r>
              <a:rPr lang="fr-FR" sz="1100">
                <a:solidFill>
                  <a:srgbClr val="000000"/>
                </a:solidFill>
                <a:latin typeface="Arial" panose="020B0604020202020204"/>
                <a:cs typeface="Arial" panose="020B0604020202020204"/>
              </a:rPr>
              <a:t>Max Planck découvre que l’énergie est émise par « paquets » discrets, les quanta ; Einstein s’appuie sur cette idée pour expliquer l’effet photoélectrique : la lumière est composée de photons.</a:t>
            </a:r>
          </a:p>
          <a:p>
            <a:pPr marL="171450" indent="-171450" algn="just">
              <a:buFont typeface="Arial" panose="020B0604020202020204" pitchFamily="34" charset="0"/>
              <a:buChar char="•"/>
            </a:pPr>
            <a:r>
              <a:rPr lang="fr-FR" sz="1100" b="1">
                <a:solidFill>
                  <a:srgbClr val="C00000"/>
                </a:solidFill>
                <a:latin typeface="Arial" panose="020B0604020202020204"/>
                <a:cs typeface="Arial" panose="020B0604020202020204"/>
              </a:rPr>
              <a:t>1920-1930 : </a:t>
            </a:r>
            <a:r>
              <a:rPr lang="fr-FR" sz="1100">
                <a:solidFill>
                  <a:srgbClr val="000000"/>
                </a:solidFill>
                <a:latin typeface="Arial" panose="020B0604020202020204"/>
                <a:cs typeface="Arial" panose="020B0604020202020204"/>
              </a:rPr>
              <a:t>Bohr, Heisenberg, Schrödinger et Dirac formalisent les lois mathématiques de la mécanique quantique. Aux congrès Solvay, Einstein exprime ses réticences face au caractère probabiliste de cette physique (« Dieu ne joue pas aux dés »).</a:t>
            </a:r>
          </a:p>
          <a:p>
            <a:endParaRPr lang="fr-FR" sz="600"/>
          </a:p>
          <a:p>
            <a:pPr algn="just"/>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r>
              <a:rPr lang="fr-FR" sz="1400" b="1">
                <a:solidFill>
                  <a:srgbClr val="C00000"/>
                </a:solidFill>
                <a:latin typeface="Arial" panose="020B0604020202020204"/>
                <a:cs typeface="Arial" panose="020B0604020202020204"/>
              </a:rPr>
              <a:t>La superposition quantique</a:t>
            </a:r>
          </a:p>
          <a:p>
            <a:pPr marL="171450" indent="-171450" algn="just">
              <a:buFont typeface="Arial" panose="020B0604020202020204" pitchFamily="34" charset="0"/>
              <a:buChar char="•"/>
            </a:pPr>
            <a:r>
              <a:rPr lang="fr-FR" sz="1100">
                <a:solidFill>
                  <a:srgbClr val="000000"/>
                </a:solidFill>
                <a:latin typeface="Arial" panose="020B0604020202020204"/>
                <a:cs typeface="Arial" panose="020B0604020202020204"/>
              </a:rPr>
              <a:t>En physique classique, un objet ne peut être que dans un seul état (une porte est ouverte OU fermée). En physique quantique, une particule peut exister dans une combinaison de plusieurs états à la fois.</a:t>
            </a:r>
          </a:p>
          <a:p>
            <a:pPr marL="171450" indent="-171450" algn="just">
              <a:buFont typeface="Arial" panose="020B0604020202020204" pitchFamily="34" charset="0"/>
              <a:buChar char="•"/>
            </a:pPr>
            <a:r>
              <a:rPr lang="fr-FR" sz="1100" i="1">
                <a:solidFill>
                  <a:srgbClr val="000000"/>
                </a:solidFill>
                <a:latin typeface="Arial" panose="020B0604020202020204"/>
                <a:cs typeface="Arial" panose="020B0604020202020204"/>
              </a:rPr>
              <a:t>Ce phénomène cesse dès qu’une mesure est effectuée : le système « effondre » sa fonction d’onde et choisit un état unique (paradoxe du chat de Schrödinger, à la fois mort et vivant).</a:t>
            </a:r>
          </a:p>
          <a:p>
            <a:endParaRPr lang="fr-FR" sz="600"/>
          </a:p>
          <a:p>
            <a:pPr algn="just"/>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r>
              <a:rPr lang="fr-FR" sz="1400" b="1">
                <a:solidFill>
                  <a:srgbClr val="C00000"/>
                </a:solidFill>
                <a:latin typeface="Arial" panose="020B0604020202020204"/>
                <a:cs typeface="Arial" panose="020B0604020202020204"/>
              </a:rPr>
              <a:t>L’intrication quantique</a:t>
            </a:r>
          </a:p>
          <a:p>
            <a:pPr marL="171450" indent="-171450" algn="just">
              <a:buFont typeface="Arial" panose="020B0604020202020204" pitchFamily="34" charset="0"/>
              <a:buChar char="•"/>
            </a:pPr>
            <a:r>
              <a:rPr lang="fr-FR" sz="1100">
                <a:solidFill>
                  <a:srgbClr val="000000"/>
                </a:solidFill>
                <a:latin typeface="Arial" panose="020B0604020202020204"/>
                <a:cs typeface="Arial" panose="020B0604020202020204"/>
              </a:rPr>
              <a:t>Deux particules intriquées forment un système lié : mesurer l’état de l’une renseigne immédiatement et avec certitude sur l’état de l’autre, quelle que soit la distance qui les sépare.</a:t>
            </a:r>
          </a:p>
          <a:p>
            <a:pPr marL="171450" indent="-171450" algn="just">
              <a:buFont typeface="Arial" panose="020B0604020202020204" pitchFamily="34" charset="0"/>
              <a:buChar char="•"/>
            </a:pPr>
            <a:r>
              <a:rPr lang="fr-FR" sz="1100" i="1">
                <a:solidFill>
                  <a:srgbClr val="000000"/>
                </a:solidFill>
                <a:latin typeface="Arial" panose="020B0604020202020204"/>
                <a:cs typeface="Arial" panose="020B0604020202020204"/>
              </a:rPr>
              <a:t>Einstein qualifiait ce phénomène d’« action fantôme à distance », car il semblait violer la limite de la vitesse de la lumière pour la transmission d’informations.</a:t>
            </a:r>
          </a:p>
        </p:txBody>
      </p:sp>
      <p:sp>
        <p:nvSpPr>
          <p:cNvPr id="11" name="IconCircle100">
            <a:extLst>
              <a:ext uri="{FF2B5EF4-FFF2-40B4-BE49-F238E27FC236}">
                <a16:creationId xmlns:a16="http://schemas.microsoft.com/office/drawing/2014/main" id="{9075B57C-76A0-BEBE-446B-8C68F405DAB6}"/>
              </a:ext>
            </a:extLst>
          </p:cNvPr>
          <p:cNvSpPr/>
          <p:nvPr/>
        </p:nvSpPr>
        <p:spPr>
          <a:xfrm>
            <a:off x="510450" y="1300000"/>
            <a:ext cx="544148" cy="544148"/>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Glyph101">
            <a:extLst>
              <a:ext uri="{FF2B5EF4-FFF2-40B4-BE49-F238E27FC236}">
                <a16:creationId xmlns:a16="http://schemas.microsoft.com/office/drawing/2014/main" id="{C660D883-52B9-7C8C-3D88-F1E7AC110BA2}"/>
              </a:ext>
            </a:extLst>
          </p:cNvPr>
          <p:cNvSpPr/>
          <p:nvPr/>
        </p:nvSpPr>
        <p:spPr>
          <a:xfrm>
            <a:off x="632524" y="1422074"/>
            <a:ext cx="300000" cy="300000"/>
          </a:xfrm>
          <a:prstGeom prst="donut">
            <a:avLst>
              <a:gd name="adj" fmla="val 9000"/>
            </a:avLst>
          </a:prstGeom>
          <a:solidFill>
            <a:schemeClr val="bg1"/>
          </a:solidFill>
          <a:ln>
            <a:noFill/>
          </a:ln>
        </p:spPr>
        <p:txBody>
          <a:bodyPr rtlCol="0" anchor="ctr"/>
          <a:lstStyle/>
          <a:p>
            <a:pPr algn="ctr"/>
            <a:endParaRPr lang="fr-FR"/>
          </a:p>
        </p:txBody>
      </p:sp>
      <p:sp>
        <p:nvSpPr>
          <p:cNvPr id="13" name="Glyph102">
            <a:extLst>
              <a:ext uri="{FF2B5EF4-FFF2-40B4-BE49-F238E27FC236}">
                <a16:creationId xmlns:a16="http://schemas.microsoft.com/office/drawing/2014/main" id="{47F5F8B6-BA07-7D43-23F1-F163158A2937}"/>
              </a:ext>
            </a:extLst>
          </p:cNvPr>
          <p:cNvSpPr/>
          <p:nvPr/>
        </p:nvSpPr>
        <p:spPr>
          <a:xfrm>
            <a:off x="737524" y="1527074"/>
            <a:ext cx="90000" cy="90000"/>
          </a:xfrm>
          <a:prstGeom prst="ellipse">
            <a:avLst/>
          </a:prstGeom>
          <a:solidFill>
            <a:schemeClr val="bg1"/>
          </a:solidFill>
          <a:ln>
            <a:noFill/>
          </a:ln>
        </p:spPr>
        <p:txBody>
          <a:bodyPr rtlCol="0" anchor="ctr"/>
          <a:lstStyle/>
          <a:p>
            <a:pPr algn="ctr"/>
            <a:endParaRPr lang="fr-FR"/>
          </a:p>
        </p:txBody>
      </p:sp>
      <p:sp>
        <p:nvSpPr>
          <p:cNvPr id="14" name="IconCircle110">
            <a:extLst>
              <a:ext uri="{FF2B5EF4-FFF2-40B4-BE49-F238E27FC236}">
                <a16:creationId xmlns:a16="http://schemas.microsoft.com/office/drawing/2014/main" id="{767AD158-177E-1355-E5D3-1FDACC7E4151}"/>
              </a:ext>
            </a:extLst>
          </p:cNvPr>
          <p:cNvSpPr/>
          <p:nvPr/>
        </p:nvSpPr>
        <p:spPr>
          <a:xfrm>
            <a:off x="510450" y="3300000"/>
            <a:ext cx="544148" cy="544148"/>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Glyph111">
            <a:extLst>
              <a:ext uri="{FF2B5EF4-FFF2-40B4-BE49-F238E27FC236}">
                <a16:creationId xmlns:a16="http://schemas.microsoft.com/office/drawing/2014/main" id="{7AC6A5F9-7C40-0131-4FE4-0A5F5CE87B99}"/>
              </a:ext>
            </a:extLst>
          </p:cNvPr>
          <p:cNvSpPr/>
          <p:nvPr/>
        </p:nvSpPr>
        <p:spPr>
          <a:xfrm>
            <a:off x="587524" y="3422074"/>
            <a:ext cx="300000" cy="300000"/>
          </a:xfrm>
          <a:prstGeom prst="ellipse">
            <a:avLst/>
          </a:prstGeom>
          <a:noFill/>
          <a:ln w="19050">
            <a:solidFill>
              <a:schemeClr val="bg1"/>
            </a:solidFill>
          </a:ln>
        </p:spPr>
        <p:txBody>
          <a:bodyPr rtlCol="0" anchor="ctr"/>
          <a:lstStyle/>
          <a:p>
            <a:pPr algn="ctr"/>
            <a:endParaRPr lang="fr-FR"/>
          </a:p>
        </p:txBody>
      </p:sp>
      <p:sp>
        <p:nvSpPr>
          <p:cNvPr id="16" name="Glyph112">
            <a:extLst>
              <a:ext uri="{FF2B5EF4-FFF2-40B4-BE49-F238E27FC236}">
                <a16:creationId xmlns:a16="http://schemas.microsoft.com/office/drawing/2014/main" id="{89931EF0-03B7-D14E-EF01-7880880062B6}"/>
              </a:ext>
            </a:extLst>
          </p:cNvPr>
          <p:cNvSpPr/>
          <p:nvPr/>
        </p:nvSpPr>
        <p:spPr>
          <a:xfrm>
            <a:off x="677524" y="3422074"/>
            <a:ext cx="300000" cy="300000"/>
          </a:xfrm>
          <a:prstGeom prst="ellipse">
            <a:avLst/>
          </a:prstGeom>
          <a:noFill/>
          <a:ln w="19050">
            <a:solidFill>
              <a:schemeClr val="bg1"/>
            </a:solidFill>
          </a:ln>
        </p:spPr>
        <p:txBody>
          <a:bodyPr rtlCol="0" anchor="ctr"/>
          <a:lstStyle/>
          <a:p>
            <a:pPr algn="ctr"/>
            <a:endParaRPr lang="fr-FR"/>
          </a:p>
        </p:txBody>
      </p:sp>
      <p:sp>
        <p:nvSpPr>
          <p:cNvPr id="17" name="IconCircle120">
            <a:extLst>
              <a:ext uri="{FF2B5EF4-FFF2-40B4-BE49-F238E27FC236}">
                <a16:creationId xmlns:a16="http://schemas.microsoft.com/office/drawing/2014/main" id="{B054047A-56FE-0D5A-AAA2-72CF412EC1E6}"/>
              </a:ext>
            </a:extLst>
          </p:cNvPr>
          <p:cNvSpPr/>
          <p:nvPr/>
        </p:nvSpPr>
        <p:spPr>
          <a:xfrm>
            <a:off x="510450" y="5050000"/>
            <a:ext cx="544148" cy="544148"/>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Glyph121">
            <a:extLst>
              <a:ext uri="{FF2B5EF4-FFF2-40B4-BE49-F238E27FC236}">
                <a16:creationId xmlns:a16="http://schemas.microsoft.com/office/drawing/2014/main" id="{6EA73CA3-EC97-897B-9602-E37E1F424CD6}"/>
              </a:ext>
            </a:extLst>
          </p:cNvPr>
          <p:cNvSpPr/>
          <p:nvPr/>
        </p:nvSpPr>
        <p:spPr>
          <a:xfrm>
            <a:off x="600450" y="5140000"/>
            <a:ext cx="110000" cy="110000"/>
          </a:xfrm>
          <a:prstGeom prst="ellipse">
            <a:avLst/>
          </a:prstGeom>
          <a:solidFill>
            <a:schemeClr val="bg1"/>
          </a:solidFill>
          <a:ln>
            <a:noFill/>
          </a:ln>
        </p:spPr>
        <p:txBody>
          <a:bodyPr rtlCol="0" anchor="ctr"/>
          <a:lstStyle/>
          <a:p>
            <a:pPr algn="ctr"/>
            <a:endParaRPr lang="fr-FR"/>
          </a:p>
        </p:txBody>
      </p:sp>
      <p:sp>
        <p:nvSpPr>
          <p:cNvPr id="19" name="Glyph122">
            <a:extLst>
              <a:ext uri="{FF2B5EF4-FFF2-40B4-BE49-F238E27FC236}">
                <a16:creationId xmlns:a16="http://schemas.microsoft.com/office/drawing/2014/main" id="{50D67947-3904-7428-A041-C1737CB4D7BD}"/>
              </a:ext>
            </a:extLst>
          </p:cNvPr>
          <p:cNvSpPr/>
          <p:nvPr/>
        </p:nvSpPr>
        <p:spPr>
          <a:xfrm>
            <a:off x="854598" y="5394148"/>
            <a:ext cx="110000" cy="110000"/>
          </a:xfrm>
          <a:prstGeom prst="ellipse">
            <a:avLst/>
          </a:prstGeom>
          <a:solidFill>
            <a:schemeClr val="bg1"/>
          </a:solidFill>
          <a:ln>
            <a:noFill/>
          </a:ln>
        </p:spPr>
        <p:txBody>
          <a:bodyPr rtlCol="0" anchor="ctr"/>
          <a:lstStyle/>
          <a:p>
            <a:pPr algn="ctr"/>
            <a:endParaRPr lang="fr-FR"/>
          </a:p>
        </p:txBody>
      </p:sp>
      <p:cxnSp>
        <p:nvCxnSpPr>
          <p:cNvPr id="20" name="Connector123">
            <a:extLst>
              <a:ext uri="{FF2B5EF4-FFF2-40B4-BE49-F238E27FC236}">
                <a16:creationId xmlns:a16="http://schemas.microsoft.com/office/drawing/2014/main" id="{F3A468FC-3322-5BB8-1F72-7CA5E8A2F5A5}"/>
              </a:ext>
            </a:extLst>
          </p:cNvPr>
          <p:cNvCxnSpPr/>
          <p:nvPr/>
        </p:nvCxnSpPr>
        <p:spPr>
          <a:xfrm>
            <a:off x="655450" y="5195000"/>
            <a:ext cx="254148" cy="254148"/>
          </a:xfrm>
          <a:prstGeom prst="line">
            <a:avLst/>
          </a:prstGeom>
          <a:ln w="19050" cap="rnd">
            <a:solidFill>
              <a:schemeClr val="bg1"/>
            </a:solidFill>
            <a:prstDash val="sysDash"/>
          </a:ln>
        </p:spPr>
      </p:cxnSp>
      <p:sp>
        <p:nvSpPr>
          <p:cNvPr id="21" name="FigureLabel">
            <a:extLst>
              <a:ext uri="{FF2B5EF4-FFF2-40B4-BE49-F238E27FC236}">
                <a16:creationId xmlns:a16="http://schemas.microsoft.com/office/drawing/2014/main" id="{E5C46CE4-F2E1-5408-F867-DFF1F7473329}"/>
              </a:ext>
            </a:extLst>
          </p:cNvPr>
          <p:cNvSpPr txBox="1"/>
          <p:nvPr/>
        </p:nvSpPr>
        <p:spPr>
          <a:xfrm>
            <a:off x="8272756" y="321633"/>
            <a:ext cx="3735170" cy="261610"/>
          </a:xfrm>
          <a:prstGeom prst="rect">
            <a:avLst/>
          </a:prstGeom>
          <a:noFill/>
        </p:spPr>
        <p:txBody>
          <a:bodyPr wrap="square" rtlCol="0">
            <a:noAutofit/>
          </a:bodyPr>
          <a:lstStyle/>
          <a:p>
            <a:r>
              <a:rPr lang="fr-FR" sz="1200" b="1">
                <a:solidFill>
                  <a:srgbClr val="C00000"/>
                </a:solidFill>
                <a:latin typeface="Arial" panose="020B0604020202020204"/>
                <a:cs typeface="Arial" panose="020B0604020202020204"/>
              </a:rPr>
              <a:t>Repères chronologiques</a:t>
            </a:r>
          </a:p>
        </p:txBody>
      </p:sp>
      <p:sp>
        <p:nvSpPr>
          <p:cNvPr id="22" name="TimelineLine">
            <a:extLst>
              <a:ext uri="{FF2B5EF4-FFF2-40B4-BE49-F238E27FC236}">
                <a16:creationId xmlns:a16="http://schemas.microsoft.com/office/drawing/2014/main" id="{FCE04CDE-CE3D-808D-04B5-7E60FEA39F92}"/>
              </a:ext>
            </a:extLst>
          </p:cNvPr>
          <p:cNvSpPr/>
          <p:nvPr/>
        </p:nvSpPr>
        <p:spPr>
          <a:xfrm>
            <a:off x="8550000" y="1080000"/>
            <a:ext cx="25400" cy="4200000"/>
          </a:xfrm>
          <a:prstGeom prst="rect">
            <a:avLst/>
          </a:prstGeom>
          <a:solidFill>
            <a:srgbClr val="C00000"/>
          </a:solidFill>
          <a:ln>
            <a:noFill/>
          </a:ln>
        </p:spPr>
        <p:txBody>
          <a:bodyPr/>
          <a:lstStyle/>
          <a:p>
            <a:endParaRPr lang="fr-FR"/>
          </a:p>
        </p:txBody>
      </p:sp>
      <p:sp>
        <p:nvSpPr>
          <p:cNvPr id="23" name="TimelineNode42">
            <a:extLst>
              <a:ext uri="{FF2B5EF4-FFF2-40B4-BE49-F238E27FC236}">
                <a16:creationId xmlns:a16="http://schemas.microsoft.com/office/drawing/2014/main" id="{5B1ED920-91AC-AE76-1752-8ECDD57F5A29}"/>
              </a:ext>
            </a:extLst>
          </p:cNvPr>
          <p:cNvSpPr/>
          <p:nvPr/>
        </p:nvSpPr>
        <p:spPr>
          <a:xfrm>
            <a:off x="8482700" y="1020000"/>
            <a:ext cx="160000" cy="160000"/>
          </a:xfrm>
          <a:prstGeom prst="ellipse">
            <a:avLst/>
          </a:prstGeom>
          <a:solidFill>
            <a:srgbClr val="C00000"/>
          </a:solidFill>
          <a:ln w="19050">
            <a:solidFill>
              <a:schemeClr val="bg1"/>
            </a:solidFill>
          </a:ln>
        </p:spPr>
        <p:txBody>
          <a:bodyPr/>
          <a:lstStyle/>
          <a:p>
            <a:endParaRPr lang="fr-FR"/>
          </a:p>
        </p:txBody>
      </p:sp>
      <p:sp>
        <p:nvSpPr>
          <p:cNvPr id="24" name="TimelineNode43">
            <a:extLst>
              <a:ext uri="{FF2B5EF4-FFF2-40B4-BE49-F238E27FC236}">
                <a16:creationId xmlns:a16="http://schemas.microsoft.com/office/drawing/2014/main" id="{BCC4D29F-8F10-6F65-89C4-0F9BE1A1A2DF}"/>
              </a:ext>
            </a:extLst>
          </p:cNvPr>
          <p:cNvSpPr/>
          <p:nvPr/>
        </p:nvSpPr>
        <p:spPr>
          <a:xfrm>
            <a:off x="8482700" y="2920000"/>
            <a:ext cx="160000" cy="160000"/>
          </a:xfrm>
          <a:prstGeom prst="ellipse">
            <a:avLst/>
          </a:prstGeom>
          <a:solidFill>
            <a:srgbClr val="C00000"/>
          </a:solidFill>
          <a:ln w="19050">
            <a:solidFill>
              <a:schemeClr val="bg1"/>
            </a:solidFill>
          </a:ln>
        </p:spPr>
        <p:txBody>
          <a:bodyPr/>
          <a:lstStyle/>
          <a:p>
            <a:endParaRPr lang="fr-FR"/>
          </a:p>
        </p:txBody>
      </p:sp>
      <p:sp>
        <p:nvSpPr>
          <p:cNvPr id="25" name="TimelineNode44">
            <a:extLst>
              <a:ext uri="{FF2B5EF4-FFF2-40B4-BE49-F238E27FC236}">
                <a16:creationId xmlns:a16="http://schemas.microsoft.com/office/drawing/2014/main" id="{D9CFF16F-5751-1B12-C363-1EC5EA49C91E}"/>
              </a:ext>
            </a:extLst>
          </p:cNvPr>
          <p:cNvSpPr/>
          <p:nvPr/>
        </p:nvSpPr>
        <p:spPr>
          <a:xfrm>
            <a:off x="8482700" y="5070000"/>
            <a:ext cx="160000" cy="160000"/>
          </a:xfrm>
          <a:prstGeom prst="ellipse">
            <a:avLst/>
          </a:prstGeom>
          <a:solidFill>
            <a:srgbClr val="C00000"/>
          </a:solidFill>
          <a:ln w="19050">
            <a:solidFill>
              <a:schemeClr val="bg1"/>
            </a:solidFill>
          </a:ln>
        </p:spPr>
        <p:txBody>
          <a:bodyPr/>
          <a:lstStyle/>
          <a:p>
            <a:endParaRPr lang="fr-FR"/>
          </a:p>
        </p:txBody>
      </p:sp>
      <p:sp>
        <p:nvSpPr>
          <p:cNvPr id="26" name="TimelineText45">
            <a:extLst>
              <a:ext uri="{FF2B5EF4-FFF2-40B4-BE49-F238E27FC236}">
                <a16:creationId xmlns:a16="http://schemas.microsoft.com/office/drawing/2014/main" id="{D0691A58-F07B-7662-FF97-4A3BDD024FC5}"/>
              </a:ext>
            </a:extLst>
          </p:cNvPr>
          <p:cNvSpPr txBox="1"/>
          <p:nvPr/>
        </p:nvSpPr>
        <p:spPr>
          <a:xfrm>
            <a:off x="8700000" y="850000"/>
            <a:ext cx="3270000" cy="1500000"/>
          </a:xfrm>
          <a:prstGeom prst="rect">
            <a:avLst/>
          </a:prstGeom>
          <a:noFill/>
        </p:spPr>
        <p:txBody>
          <a:bodyPr wrap="square" rtlCol="0">
            <a:noAutofit/>
          </a:bodyPr>
          <a:lstStyle/>
          <a:p>
            <a:pPr algn="l"/>
            <a:r>
              <a:rPr lang="fr-FR" sz="1200" b="1">
                <a:solidFill>
                  <a:srgbClr val="C00000"/>
                </a:solidFill>
                <a:latin typeface="Arial" panose="020B0604020202020204"/>
                <a:cs typeface="Arial" panose="020B0604020202020204"/>
              </a:rPr>
              <a:t>1900-1905</a:t>
            </a:r>
          </a:p>
          <a:p>
            <a:pPr algn="l"/>
            <a:r>
              <a:rPr lang="fr-FR" sz="1100">
                <a:solidFill>
                  <a:srgbClr val="000000"/>
                </a:solidFill>
                <a:latin typeface="Arial" panose="020B0604020202020204"/>
                <a:cs typeface="Arial" panose="020B0604020202020204"/>
              </a:rPr>
              <a:t>Max Planck découvre les quanta d’énergie (1900). Albert Einstein explique l’effet photoélectrique grâce aux photons (1905).</a:t>
            </a:r>
          </a:p>
        </p:txBody>
      </p:sp>
      <p:sp>
        <p:nvSpPr>
          <p:cNvPr id="27" name="TimelineText46">
            <a:extLst>
              <a:ext uri="{FF2B5EF4-FFF2-40B4-BE49-F238E27FC236}">
                <a16:creationId xmlns:a16="http://schemas.microsoft.com/office/drawing/2014/main" id="{45069953-A3FE-280F-33C3-E5A7D0446529}"/>
              </a:ext>
            </a:extLst>
          </p:cNvPr>
          <p:cNvSpPr txBox="1"/>
          <p:nvPr/>
        </p:nvSpPr>
        <p:spPr>
          <a:xfrm>
            <a:off x="8700000" y="2700000"/>
            <a:ext cx="3270000" cy="1700000"/>
          </a:xfrm>
          <a:prstGeom prst="rect">
            <a:avLst/>
          </a:prstGeom>
          <a:noFill/>
        </p:spPr>
        <p:txBody>
          <a:bodyPr wrap="square" rtlCol="0">
            <a:noAutofit/>
          </a:bodyPr>
          <a:lstStyle/>
          <a:p>
            <a:pPr algn="l"/>
            <a:r>
              <a:rPr lang="fr-FR" sz="1200" b="1">
                <a:solidFill>
                  <a:srgbClr val="C00000"/>
                </a:solidFill>
                <a:latin typeface="Arial" panose="020B0604020202020204"/>
                <a:cs typeface="Arial" panose="020B0604020202020204"/>
              </a:rPr>
              <a:t>1920-1930</a:t>
            </a:r>
          </a:p>
          <a:p>
            <a:pPr algn="l"/>
            <a:r>
              <a:rPr lang="fr-FR" sz="1100">
                <a:solidFill>
                  <a:srgbClr val="000000"/>
                </a:solidFill>
                <a:latin typeface="Arial" panose="020B0604020202020204"/>
                <a:cs typeface="Arial" panose="020B0604020202020204"/>
              </a:rPr>
              <a:t>Bohr, Heisenberg, Schrödinger et Dirac formalisent la mécanique quantique lors des célèbres congrès Solvay.</a:t>
            </a:r>
          </a:p>
        </p:txBody>
      </p:sp>
      <p:sp>
        <p:nvSpPr>
          <p:cNvPr id="28" name="TimelineText47">
            <a:extLst>
              <a:ext uri="{FF2B5EF4-FFF2-40B4-BE49-F238E27FC236}">
                <a16:creationId xmlns:a16="http://schemas.microsoft.com/office/drawing/2014/main" id="{3AB07D23-FE4E-C564-F2FD-17203C2CDB11}"/>
              </a:ext>
            </a:extLst>
          </p:cNvPr>
          <p:cNvSpPr txBox="1"/>
          <p:nvPr/>
        </p:nvSpPr>
        <p:spPr>
          <a:xfrm>
            <a:off x="8700000" y="4850000"/>
            <a:ext cx="3270000" cy="1700000"/>
          </a:xfrm>
          <a:prstGeom prst="rect">
            <a:avLst/>
          </a:prstGeom>
          <a:noFill/>
        </p:spPr>
        <p:txBody>
          <a:bodyPr wrap="square" rtlCol="0">
            <a:noAutofit/>
          </a:bodyPr>
          <a:lstStyle/>
          <a:p>
            <a:pPr algn="l"/>
            <a:r>
              <a:rPr lang="fr-FR" sz="1200" b="1">
                <a:solidFill>
                  <a:srgbClr val="C00000"/>
                </a:solidFill>
                <a:latin typeface="Arial" panose="020B0604020202020204"/>
                <a:cs typeface="Arial" panose="020B0604020202020204"/>
              </a:rPr>
              <a:t>Aujourd’hui</a:t>
            </a:r>
          </a:p>
          <a:p>
            <a:pPr algn="l"/>
            <a:r>
              <a:rPr lang="fr-FR" sz="1100">
                <a:solidFill>
                  <a:srgbClr val="000000"/>
                </a:solidFill>
                <a:latin typeface="Arial" panose="020B0604020202020204"/>
                <a:cs typeface="Arial" panose="020B0604020202020204"/>
              </a:rPr>
              <a:t>Ces principes fondent l’informatique quantique et ses applications, notamment en finance de marché.</a:t>
            </a:r>
          </a:p>
        </p:txBody>
      </p:sp>
    </p:spTree>
    <p:extLst>
      <p:ext uri="{BB962C8B-B14F-4D97-AF65-F5344CB8AC3E}">
        <p14:creationId xmlns:p14="http://schemas.microsoft.com/office/powerpoint/2010/main" val="217202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E5054-0967-CB5E-5CA3-893B0C12F039}"/>
            </a:ext>
          </a:extLst>
        </p:cNvPr>
        <p:cNvGrpSpPr/>
        <p:nvPr/>
      </p:nvGrpSpPr>
      <p:grpSpPr>
        <a:xfrm>
          <a:off x="0" y="0"/>
          <a:ext cx="0" cy="0"/>
          <a:chOff x="0" y="0"/>
          <a:chExt cx="0" cy="0"/>
        </a:xfrm>
      </p:grpSpPr>
      <p:sp>
        <p:nvSpPr>
          <p:cNvPr id="8" name="Titel 2">
            <a:extLst>
              <a:ext uri="{FF2B5EF4-FFF2-40B4-BE49-F238E27FC236}">
                <a16:creationId xmlns:a16="http://schemas.microsoft.com/office/drawing/2014/main" id="{1441C2AC-82BF-7A37-C67E-86D1FC6BB295}"/>
              </a:ext>
            </a:extLst>
          </p:cNvPr>
          <p:cNvSpPr>
            <a:spLocks noGrp="1"/>
          </p:cNvSpPr>
          <p:nvPr>
            <p:ph type="title"/>
          </p:nvPr>
        </p:nvSpPr>
        <p:spPr>
          <a:xfrm>
            <a:off x="1719408" y="44616"/>
            <a:ext cx="10822455" cy="300679"/>
          </a:xfrm>
        </p:spPr>
        <p:txBody>
          <a:bodyPr/>
          <a:lstStyle/>
          <a:p>
            <a:r>
              <a:rPr lang="fr-FR" sz="1600" b="1"/>
              <a:t>III. De la physique à la machine : l’informatique quantique</a:t>
            </a:r>
          </a:p>
        </p:txBody>
      </p:sp>
      <p:sp>
        <p:nvSpPr>
          <p:cNvPr id="9" name="ZoneTexte 8">
            <a:extLst>
              <a:ext uri="{FF2B5EF4-FFF2-40B4-BE49-F238E27FC236}">
                <a16:creationId xmlns:a16="http://schemas.microsoft.com/office/drawing/2014/main" id="{C858E11D-75D7-2754-964F-5BCEDA3C1020}"/>
              </a:ext>
            </a:extLst>
          </p:cNvPr>
          <p:cNvSpPr txBox="1"/>
          <p:nvPr/>
        </p:nvSpPr>
        <p:spPr>
          <a:xfrm>
            <a:off x="166074" y="156410"/>
            <a:ext cx="374968" cy="253916"/>
          </a:xfrm>
          <a:prstGeom prst="rect">
            <a:avLst/>
          </a:prstGeom>
          <a:noFill/>
        </p:spPr>
        <p:txBody>
          <a:bodyPr wrap="square" lIns="91440" tIns="45720" rIns="91440" bIns="45720" rtlCol="0" anchor="ctr">
            <a:spAutoFit/>
          </a:bodyPr>
          <a:lstStyle/>
          <a:p>
            <a:pPr marL="0" marR="0" lvl="0" indent="0" algn="ctr" defTabSz="914400" rtl="0" eaLnBrk="1" fontAlgn="auto" latinLnBrk="0" hangingPunct="1">
              <a:buNone/>
            </a:pPr>
            <a:r>
              <a:rPr lang="fr-FR" sz="1050" b="0">
                <a:solidFill>
                  <a:srgbClr val="000000"/>
                </a:solidFill>
                <a:latin typeface="Arial" panose="020B0604020202020204"/>
                <a:cs typeface="Arial" panose="020B0604020202020204"/>
              </a:rPr>
              <a:t>3</a:t>
            </a:r>
          </a:p>
        </p:txBody>
      </p:sp>
      <p:sp>
        <p:nvSpPr>
          <p:cNvPr id="10" name="ContentBox6">
            <a:extLst>
              <a:ext uri="{FF2B5EF4-FFF2-40B4-BE49-F238E27FC236}">
                <a16:creationId xmlns:a16="http://schemas.microsoft.com/office/drawing/2014/main" id="{346EAED1-18E6-CDE5-842D-B0681FF1287D}"/>
              </a:ext>
            </a:extLst>
          </p:cNvPr>
          <p:cNvSpPr/>
          <p:nvPr/>
        </p:nvSpPr>
        <p:spPr>
          <a:xfrm>
            <a:off x="1255471" y="537524"/>
            <a:ext cx="5400000" cy="4880000"/>
          </a:xfrm>
          <a:prstGeom prst="roundRect">
            <a:avLst>
              <a:gd name="adj" fmla="val 7375"/>
            </a:avLst>
          </a:prstGeom>
          <a:solidFill>
            <a:schemeClr val="bg1">
              <a:lumMod val="85000"/>
              <a:alpha val="25000"/>
            </a:schemeClr>
          </a:solidFill>
          <a:ln w="12700" cap="flat" cmpd="sng" algn="ctr">
            <a:noFill/>
          </a:ln>
        </p:spPr>
        <p:txBody>
          <a:bodyPr spcFirstLastPara="0" vert="horz" wrap="square" lIns="137160" tIns="91440" rIns="137160" bIns="91440" numCol="1" spcCol="1270" anchor="t" anchorCtr="0">
            <a:noAutofit/>
          </a:bodyPr>
          <a:lstStyle/>
          <a:p>
            <a:pPr algn="just"/>
            <a:r>
              <a:rPr lang="fr-FR" sz="1400" b="1">
                <a:solidFill>
                  <a:srgbClr val="C00000"/>
                </a:solidFill>
                <a:latin typeface="Arial" panose="020B0604020202020204"/>
                <a:cs typeface="Arial" panose="020B0604020202020204"/>
              </a:rPr>
              <a:t>L’unité de base : le qubit</a:t>
            </a:r>
          </a:p>
          <a:p>
            <a:pPr marL="171450" indent="-171450" algn="just">
              <a:buFont typeface="Arial" panose="020B0604020202020204" pitchFamily="34" charset="0"/>
              <a:buChar char="•"/>
            </a:pPr>
            <a:r>
              <a:rPr lang="fr-FR" sz="1100">
                <a:solidFill>
                  <a:srgbClr val="000000"/>
                </a:solidFill>
                <a:latin typeface="Arial" panose="020B0604020202020204"/>
                <a:cs typeface="Arial" panose="020B0604020202020204"/>
              </a:rPr>
              <a:t>L’informatique classique repose sur le bit (0 ou 1). Grâce à la superposition, un qubit peut être 0, 1, ou une combinaison des deux à la fois.</a:t>
            </a:r>
          </a:p>
          <a:p>
            <a:pPr marL="171450" indent="-171450" algn="just">
              <a:buFont typeface="Arial" panose="020B0604020202020204" pitchFamily="34" charset="0"/>
              <a:buChar char="•"/>
            </a:pPr>
            <a:r>
              <a:rPr lang="fr-FR" sz="1100">
                <a:solidFill>
                  <a:srgbClr val="000000"/>
                </a:solidFill>
                <a:latin typeface="Arial" panose="020B0604020202020204"/>
                <a:cs typeface="Arial" panose="020B0604020202020204"/>
              </a:rPr>
              <a:t>En combinant plusieurs qubits, la capacité de traitement augmente de manière exponentielle : N qubits peuvent représenter 2ᴺ états simultanément (2 qubits = 4 états, etc.), permettant un parallélisme massif.</a:t>
            </a:r>
          </a:p>
          <a:p>
            <a:endParaRPr lang="fr-FR" sz="600"/>
          </a:p>
          <a:p>
            <a:pPr algn="just"/>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r>
              <a:rPr lang="fr-FR" sz="1400" b="1">
                <a:solidFill>
                  <a:srgbClr val="C00000"/>
                </a:solidFill>
                <a:latin typeface="Arial" panose="020B0604020202020204"/>
                <a:cs typeface="Arial" panose="020B0604020202020204"/>
              </a:rPr>
              <a:t>Défis matériels : décohérence et cryogénie</a:t>
            </a:r>
          </a:p>
          <a:p>
            <a:pPr marL="171450" indent="-171450" algn="just">
              <a:buFont typeface="Arial" panose="020B0604020202020204" pitchFamily="34" charset="0"/>
              <a:buChar char="•"/>
            </a:pPr>
            <a:r>
              <a:rPr lang="fr-FR" sz="1100">
                <a:solidFill>
                  <a:srgbClr val="000000"/>
                </a:solidFill>
                <a:latin typeface="Arial" panose="020B0604020202020204"/>
                <a:cs typeface="Arial" panose="020B0604020202020204"/>
              </a:rPr>
              <a:t>Les qubits sont extrêmement sensibles à leur environnement. Le moindre changement de température, vibration ou onde électromagnétique provoque la décohérence quantique — la perte des propriétés quantiques et la destruction des calculs en cours.</a:t>
            </a:r>
          </a:p>
          <a:p>
            <a:pPr marL="171450" indent="-171450" algn="just">
              <a:buFont typeface="Arial" panose="020B0604020202020204" pitchFamily="34" charset="0"/>
              <a:buChar char="•"/>
            </a:pPr>
            <a:r>
              <a:rPr lang="fr-FR" sz="1100" i="1">
                <a:solidFill>
                  <a:srgbClr val="000000"/>
                </a:solidFill>
                <a:latin typeface="Arial" panose="020B0604020202020204"/>
                <a:cs typeface="Arial" panose="020B0604020202020204"/>
              </a:rPr>
              <a:t>Pour stabiliser les qubits, les processeurs actuels (IBM, Google) sont enfermés dans des réfrigérateurs à dilution cryogénique, refroidissant les puces à des températures proches du zéro absolu (-273,15°C) — un environnement plus froid que le vide spatial.</a:t>
            </a:r>
          </a:p>
        </p:txBody>
      </p:sp>
      <p:sp>
        <p:nvSpPr>
          <p:cNvPr id="11" name="IconCircle100">
            <a:extLst>
              <a:ext uri="{FF2B5EF4-FFF2-40B4-BE49-F238E27FC236}">
                <a16:creationId xmlns:a16="http://schemas.microsoft.com/office/drawing/2014/main" id="{B2F3AE80-991A-E969-CD8E-402D70E1B3EF}"/>
              </a:ext>
            </a:extLst>
          </p:cNvPr>
          <p:cNvSpPr/>
          <p:nvPr/>
        </p:nvSpPr>
        <p:spPr>
          <a:xfrm>
            <a:off x="510450" y="1300000"/>
            <a:ext cx="544148" cy="544148"/>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FF0000"/>
              </a:solidFill>
            </a:endParaRPr>
          </a:p>
        </p:txBody>
      </p:sp>
      <p:sp>
        <p:nvSpPr>
          <p:cNvPr id="12" name="Glyph101">
            <a:extLst>
              <a:ext uri="{FF2B5EF4-FFF2-40B4-BE49-F238E27FC236}">
                <a16:creationId xmlns:a16="http://schemas.microsoft.com/office/drawing/2014/main" id="{BEB50180-8692-ED38-973A-497EB5D851EA}"/>
              </a:ext>
            </a:extLst>
          </p:cNvPr>
          <p:cNvSpPr/>
          <p:nvPr/>
        </p:nvSpPr>
        <p:spPr>
          <a:xfrm>
            <a:off x="622524" y="1412074"/>
            <a:ext cx="320000" cy="320000"/>
          </a:xfrm>
          <a:prstGeom prst="cube">
            <a:avLst>
              <a:gd name="adj" fmla="val 20000"/>
            </a:avLst>
          </a:prstGeom>
          <a:solidFill>
            <a:schemeClr val="bg1"/>
          </a:solidFill>
          <a:ln>
            <a:noFill/>
          </a:ln>
        </p:spPr>
        <p:txBody>
          <a:bodyPr rtlCol="0" anchor="ctr"/>
          <a:lstStyle/>
          <a:p>
            <a:pPr algn="ctr"/>
            <a:endParaRPr lang="fr-FR"/>
          </a:p>
        </p:txBody>
      </p:sp>
      <p:sp>
        <p:nvSpPr>
          <p:cNvPr id="13" name="IconCircle110">
            <a:extLst>
              <a:ext uri="{FF2B5EF4-FFF2-40B4-BE49-F238E27FC236}">
                <a16:creationId xmlns:a16="http://schemas.microsoft.com/office/drawing/2014/main" id="{4DB4B428-7DEF-C775-4115-A08B67E72D3E}"/>
              </a:ext>
            </a:extLst>
          </p:cNvPr>
          <p:cNvSpPr/>
          <p:nvPr/>
        </p:nvSpPr>
        <p:spPr>
          <a:xfrm>
            <a:off x="510450" y="3705056"/>
            <a:ext cx="544148" cy="544148"/>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Glyph111">
            <a:extLst>
              <a:ext uri="{FF2B5EF4-FFF2-40B4-BE49-F238E27FC236}">
                <a16:creationId xmlns:a16="http://schemas.microsoft.com/office/drawing/2014/main" id="{27C089F1-BADB-A61B-8958-36E8CA67A47D}"/>
              </a:ext>
            </a:extLst>
          </p:cNvPr>
          <p:cNvSpPr/>
          <p:nvPr/>
        </p:nvSpPr>
        <p:spPr>
          <a:xfrm>
            <a:off x="622524" y="3817130"/>
            <a:ext cx="320000" cy="320000"/>
          </a:xfrm>
          <a:prstGeom prst="hexagon">
            <a:avLst/>
          </a:prstGeom>
          <a:noFill/>
          <a:ln w="19050">
            <a:solidFill>
              <a:schemeClr val="bg1"/>
            </a:solidFill>
          </a:ln>
        </p:spPr>
        <p:txBody>
          <a:bodyPr rtlCol="0" anchor="ctr"/>
          <a:lstStyle/>
          <a:p>
            <a:pPr algn="ctr"/>
            <a:endParaRPr lang="fr-FR"/>
          </a:p>
        </p:txBody>
      </p:sp>
      <p:sp>
        <p:nvSpPr>
          <p:cNvPr id="15" name="Glyph112">
            <a:extLst>
              <a:ext uri="{FF2B5EF4-FFF2-40B4-BE49-F238E27FC236}">
                <a16:creationId xmlns:a16="http://schemas.microsoft.com/office/drawing/2014/main" id="{185172B3-7A4E-5460-1AE1-8E07DEB57711}"/>
              </a:ext>
            </a:extLst>
          </p:cNvPr>
          <p:cNvSpPr/>
          <p:nvPr/>
        </p:nvSpPr>
        <p:spPr>
          <a:xfrm>
            <a:off x="742524" y="3937130"/>
            <a:ext cx="80000" cy="80000"/>
          </a:xfrm>
          <a:prstGeom prst="ellipse">
            <a:avLst/>
          </a:prstGeom>
          <a:solidFill>
            <a:schemeClr val="bg1"/>
          </a:solidFill>
          <a:ln>
            <a:noFill/>
          </a:ln>
        </p:spPr>
        <p:txBody>
          <a:bodyPr rtlCol="0" anchor="ctr"/>
          <a:lstStyle/>
          <a:p>
            <a:pPr algn="ctr"/>
            <a:endParaRPr lang="fr-FR"/>
          </a:p>
        </p:txBody>
      </p:sp>
      <p:sp>
        <p:nvSpPr>
          <p:cNvPr id="16" name="TableTitle">
            <a:extLst>
              <a:ext uri="{FF2B5EF4-FFF2-40B4-BE49-F238E27FC236}">
                <a16:creationId xmlns:a16="http://schemas.microsoft.com/office/drawing/2014/main" id="{5FDF153B-8CE8-D623-7668-804B582641D8}"/>
              </a:ext>
            </a:extLst>
          </p:cNvPr>
          <p:cNvSpPr txBox="1"/>
          <p:nvPr/>
        </p:nvSpPr>
        <p:spPr>
          <a:xfrm>
            <a:off x="6900000" y="537523"/>
            <a:ext cx="5060000" cy="320000"/>
          </a:xfrm>
          <a:prstGeom prst="rect">
            <a:avLst/>
          </a:prstGeom>
          <a:noFill/>
        </p:spPr>
        <p:txBody>
          <a:bodyPr wrap="square" rtlCol="0">
            <a:noAutofit/>
          </a:bodyPr>
          <a:lstStyle/>
          <a:p>
            <a:r>
              <a:rPr lang="fr-FR" sz="1400" b="1">
                <a:solidFill>
                  <a:srgbClr val="C00000"/>
                </a:solidFill>
                <a:latin typeface="Arial" panose="020B0604020202020204"/>
                <a:cs typeface="Arial" panose="020B0604020202020204"/>
              </a:rPr>
              <a:t>Bits vs Qubits : deux logiques de calcul</a:t>
            </a:r>
          </a:p>
        </p:txBody>
      </p:sp>
      <p:graphicFrame>
        <p:nvGraphicFramePr>
          <p:cNvPr id="17" name="ComparisonTable">
            <a:extLst>
              <a:ext uri="{FF2B5EF4-FFF2-40B4-BE49-F238E27FC236}">
                <a16:creationId xmlns:a16="http://schemas.microsoft.com/office/drawing/2014/main" id="{41484D60-0F90-753E-826B-4F0C52AF4C97}"/>
              </a:ext>
            </a:extLst>
          </p:cNvPr>
          <p:cNvGraphicFramePr>
            <a:graphicFrameLocks noGrp="1"/>
          </p:cNvGraphicFramePr>
          <p:nvPr>
            <p:extLst>
              <p:ext uri="{D42A27DB-BD31-4B8C-83A1-F6EECF244321}">
                <p14:modId xmlns:p14="http://schemas.microsoft.com/office/powerpoint/2010/main" val="2747244612"/>
              </p:ext>
            </p:extLst>
          </p:nvPr>
        </p:nvGraphicFramePr>
        <p:xfrm>
          <a:off x="6900000" y="917523"/>
          <a:ext cx="5060000" cy="4500000"/>
        </p:xfrm>
        <a:graphic>
          <a:graphicData uri="http://schemas.openxmlformats.org/drawingml/2006/table">
            <a:tbl>
              <a:tblPr firstRow="1" bandRow="1">
                <a:tableStyleId>{5C22544A-7EE6-4342-B048-85BDC9FD1C3A}</a:tableStyleId>
              </a:tblPr>
              <a:tblGrid>
                <a:gridCol w="1500000">
                  <a:extLst>
                    <a:ext uri="{9D8B030D-6E8A-4147-A177-3AD203B41FA5}">
                      <a16:colId xmlns:a16="http://schemas.microsoft.com/office/drawing/2014/main" val="20000"/>
                    </a:ext>
                  </a:extLst>
                </a:gridCol>
                <a:gridCol w="1780000">
                  <a:extLst>
                    <a:ext uri="{9D8B030D-6E8A-4147-A177-3AD203B41FA5}">
                      <a16:colId xmlns:a16="http://schemas.microsoft.com/office/drawing/2014/main" val="20001"/>
                    </a:ext>
                  </a:extLst>
                </a:gridCol>
                <a:gridCol w="1780000">
                  <a:extLst>
                    <a:ext uri="{9D8B030D-6E8A-4147-A177-3AD203B41FA5}">
                      <a16:colId xmlns:a16="http://schemas.microsoft.com/office/drawing/2014/main" val="20002"/>
                    </a:ext>
                  </a:extLst>
                </a:gridCol>
              </a:tblGrid>
              <a:tr h="700000">
                <a:tc>
                  <a:txBody>
                    <a:bodyPr/>
                    <a:lstStyle/>
                    <a:p>
                      <a:pPr algn="ctr"/>
                      <a:r>
                        <a:rPr lang="fr-FR" sz="1000" b="1">
                          <a:solidFill>
                            <a:srgbClr val="FFFFFF"/>
                          </a:solidFill>
                          <a:latin typeface="Arial" panose="020B0604020202020204"/>
                          <a:cs typeface="Arial" panose="020B0604020202020204"/>
                        </a:rPr>
                        <a:t>Caractéristique</a:t>
                      </a:r>
                    </a:p>
                  </a:txBody>
                  <a:tcPr marL="64008" marR="64008" marT="32004" marB="32004" anchor="ctr">
                    <a:solidFill>
                      <a:srgbClr val="C00000"/>
                    </a:solidFill>
                  </a:tcPr>
                </a:tc>
                <a:tc>
                  <a:txBody>
                    <a:bodyPr/>
                    <a:lstStyle/>
                    <a:p>
                      <a:pPr algn="ctr"/>
                      <a:r>
                        <a:rPr lang="fr-FR" sz="1000" b="1">
                          <a:solidFill>
                            <a:srgbClr val="FFFFFF"/>
                          </a:solidFill>
                          <a:latin typeface="Arial" panose="020B0604020202020204"/>
                          <a:cs typeface="Arial" panose="020B0604020202020204"/>
                        </a:rPr>
                        <a:t>Informatique classique (bits)</a:t>
                      </a:r>
                    </a:p>
                  </a:txBody>
                  <a:tcPr marL="64008" marR="64008" marT="32004" marB="32004" anchor="ctr">
                    <a:solidFill>
                      <a:srgbClr val="C00000"/>
                    </a:solidFill>
                  </a:tcPr>
                </a:tc>
                <a:tc>
                  <a:txBody>
                    <a:bodyPr/>
                    <a:lstStyle/>
                    <a:p>
                      <a:pPr algn="ctr"/>
                      <a:r>
                        <a:rPr lang="fr-FR" sz="1000" b="1">
                          <a:solidFill>
                            <a:srgbClr val="FFFFFF"/>
                          </a:solidFill>
                          <a:latin typeface="Arial" panose="020B0604020202020204"/>
                          <a:cs typeface="Arial" panose="020B0604020202020204"/>
                        </a:rPr>
                        <a:t>Informatique quantique (qubits)</a:t>
                      </a:r>
                    </a:p>
                  </a:txBody>
                  <a:tcPr marL="64008" marR="64008" marT="32004" marB="32004" anchor="ctr">
                    <a:solidFill>
                      <a:srgbClr val="C00000"/>
                    </a:solidFill>
                  </a:tcPr>
                </a:tc>
                <a:extLst>
                  <a:ext uri="{0D108BD9-81ED-4DB2-BD59-A6C34878D82A}">
                    <a16:rowId xmlns:a16="http://schemas.microsoft.com/office/drawing/2014/main" val="10000"/>
                  </a:ext>
                </a:extLst>
              </a:tr>
              <a:tr h="950000">
                <a:tc>
                  <a:txBody>
                    <a:bodyPr/>
                    <a:lstStyle/>
                    <a:p>
                      <a:pPr algn="ctr"/>
                      <a:r>
                        <a:rPr lang="fr-FR" sz="1000" b="1">
                          <a:solidFill>
                            <a:srgbClr val="C00000"/>
                          </a:solidFill>
                          <a:latin typeface="Arial" panose="020B0604020202020204"/>
                          <a:cs typeface="Arial" panose="020B0604020202020204"/>
                        </a:rPr>
                        <a:t>État fondamental</a:t>
                      </a:r>
                    </a:p>
                  </a:txBody>
                  <a:tcPr marL="64008" marR="64008" marT="32004" marB="32004" anchor="ctr">
                    <a:solidFill>
                      <a:schemeClr val="bg1">
                        <a:lumMod val="92000"/>
                      </a:schemeClr>
                    </a:solidFill>
                  </a:tcPr>
                </a:tc>
                <a:tc>
                  <a:txBody>
                    <a:bodyPr/>
                    <a:lstStyle/>
                    <a:p>
                      <a:pPr algn="ctr"/>
                      <a:r>
                        <a:rPr lang="fr-FR" sz="1000" b="0">
                          <a:solidFill>
                            <a:srgbClr val="000000"/>
                          </a:solidFill>
                          <a:latin typeface="Arial" panose="020B0604020202020204"/>
                          <a:cs typeface="Arial" panose="020B0604020202020204"/>
                        </a:rPr>
                        <a:t>Exclusif (0 OU 1)</a:t>
                      </a:r>
                    </a:p>
                  </a:txBody>
                  <a:tcPr marL="64008" marR="64008" marT="32004" marB="32004" anchor="ctr">
                    <a:solidFill>
                      <a:schemeClr val="bg1"/>
                    </a:solidFill>
                  </a:tcPr>
                </a:tc>
                <a:tc>
                  <a:txBody>
                    <a:bodyPr/>
                    <a:lstStyle/>
                    <a:p>
                      <a:pPr algn="ctr"/>
                      <a:r>
                        <a:rPr lang="fr-FR" sz="1000" b="0">
                          <a:solidFill>
                            <a:srgbClr val="000000"/>
                          </a:solidFill>
                          <a:latin typeface="Arial" panose="020B0604020202020204"/>
                          <a:cs typeface="Arial" panose="020B0604020202020204"/>
                        </a:rPr>
                        <a:t>Superposé (0 ET 1 simultanément)</a:t>
                      </a:r>
                    </a:p>
                  </a:txBody>
                  <a:tcPr marL="64008" marR="64008" marT="32004" marB="32004" anchor="ctr">
                    <a:solidFill>
                      <a:schemeClr val="bg1"/>
                    </a:solidFill>
                  </a:tcPr>
                </a:tc>
                <a:extLst>
                  <a:ext uri="{0D108BD9-81ED-4DB2-BD59-A6C34878D82A}">
                    <a16:rowId xmlns:a16="http://schemas.microsoft.com/office/drawing/2014/main" val="10001"/>
                  </a:ext>
                </a:extLst>
              </a:tr>
              <a:tr h="950000">
                <a:tc>
                  <a:txBody>
                    <a:bodyPr/>
                    <a:lstStyle/>
                    <a:p>
                      <a:pPr algn="ctr"/>
                      <a:r>
                        <a:rPr lang="fr-FR" sz="1000" b="1">
                          <a:solidFill>
                            <a:srgbClr val="C00000"/>
                          </a:solidFill>
                          <a:latin typeface="Arial" panose="020B0604020202020204"/>
                          <a:cs typeface="Arial" panose="020B0604020202020204"/>
                        </a:rPr>
                        <a:t>Mode de calcul</a:t>
                      </a:r>
                    </a:p>
                  </a:txBody>
                  <a:tcPr marL="64008" marR="64008" marT="32004" marB="32004" anchor="ctr">
                    <a:solidFill>
                      <a:schemeClr val="bg1">
                        <a:lumMod val="92000"/>
                      </a:schemeClr>
                    </a:solidFill>
                  </a:tcPr>
                </a:tc>
                <a:tc>
                  <a:txBody>
                    <a:bodyPr/>
                    <a:lstStyle/>
                    <a:p>
                      <a:pPr algn="ctr"/>
                      <a:r>
                        <a:rPr lang="fr-FR" sz="1000" b="0">
                          <a:solidFill>
                            <a:srgbClr val="000000"/>
                          </a:solidFill>
                          <a:latin typeface="Arial" panose="020B0604020202020204"/>
                          <a:cs typeface="Arial" panose="020B0604020202020204"/>
                        </a:rPr>
                        <a:t>Séquentiel (l’un après l’autre)</a:t>
                      </a:r>
                    </a:p>
                  </a:txBody>
                  <a:tcPr marL="64008" marR="64008" marT="32004" marB="32004" anchor="ctr">
                    <a:solidFill>
                      <a:schemeClr val="bg1"/>
                    </a:solidFill>
                  </a:tcPr>
                </a:tc>
                <a:tc>
                  <a:txBody>
                    <a:bodyPr/>
                    <a:lstStyle/>
                    <a:p>
                      <a:pPr algn="ctr"/>
                      <a:r>
                        <a:rPr lang="fr-FR" sz="1000" b="0">
                          <a:solidFill>
                            <a:srgbClr val="000000"/>
                          </a:solidFill>
                          <a:latin typeface="Arial" panose="020B0604020202020204"/>
                          <a:cs typeface="Arial" panose="020B0604020202020204"/>
                        </a:rPr>
                        <a:t>Parallélisme massif quantique</a:t>
                      </a:r>
                    </a:p>
                  </a:txBody>
                  <a:tcPr marL="64008" marR="64008" marT="32004" marB="32004" anchor="ctr">
                    <a:solidFill>
                      <a:schemeClr val="bg1"/>
                    </a:solidFill>
                  </a:tcPr>
                </a:tc>
                <a:extLst>
                  <a:ext uri="{0D108BD9-81ED-4DB2-BD59-A6C34878D82A}">
                    <a16:rowId xmlns:a16="http://schemas.microsoft.com/office/drawing/2014/main" val="10002"/>
                  </a:ext>
                </a:extLst>
              </a:tr>
              <a:tr h="950000">
                <a:tc>
                  <a:txBody>
                    <a:bodyPr/>
                    <a:lstStyle/>
                    <a:p>
                      <a:pPr algn="ctr"/>
                      <a:r>
                        <a:rPr lang="fr-FR" sz="1000" b="1">
                          <a:solidFill>
                            <a:srgbClr val="C00000"/>
                          </a:solidFill>
                          <a:latin typeface="Arial" panose="020B0604020202020204"/>
                          <a:cs typeface="Arial" panose="020B0604020202020204"/>
                        </a:rPr>
                        <a:t>Puissance de calcul</a:t>
                      </a:r>
                    </a:p>
                  </a:txBody>
                  <a:tcPr marL="64008" marR="64008" marT="32004" marB="32004" anchor="ctr">
                    <a:solidFill>
                      <a:schemeClr val="bg1">
                        <a:lumMod val="92000"/>
                      </a:schemeClr>
                    </a:solidFill>
                  </a:tcPr>
                </a:tc>
                <a:tc>
                  <a:txBody>
                    <a:bodyPr/>
                    <a:lstStyle/>
                    <a:p>
                      <a:pPr algn="ctr"/>
                      <a:r>
                        <a:rPr lang="fr-FR" sz="1000" b="0">
                          <a:solidFill>
                            <a:srgbClr val="000000"/>
                          </a:solidFill>
                          <a:latin typeface="Arial" panose="020B0604020202020204"/>
                          <a:cs typeface="Arial" panose="020B0604020202020204"/>
                        </a:rPr>
                        <a:t>Croissance linéaire avec le nombre de bits</a:t>
                      </a:r>
                    </a:p>
                  </a:txBody>
                  <a:tcPr marL="64008" marR="64008" marT="32004" marB="32004" anchor="ctr">
                    <a:solidFill>
                      <a:schemeClr val="bg1"/>
                    </a:solidFill>
                  </a:tcPr>
                </a:tc>
                <a:tc>
                  <a:txBody>
                    <a:bodyPr/>
                    <a:lstStyle/>
                    <a:p>
                      <a:pPr algn="ctr"/>
                      <a:r>
                        <a:rPr lang="fr-FR" sz="1000" b="0">
                          <a:solidFill>
                            <a:srgbClr val="000000"/>
                          </a:solidFill>
                          <a:latin typeface="Arial" panose="020B0604020202020204"/>
                          <a:cs typeface="Arial" panose="020B0604020202020204"/>
                        </a:rPr>
                        <a:t>Croissance exponentielle avec le nombre de qubits</a:t>
                      </a:r>
                    </a:p>
                  </a:txBody>
                  <a:tcPr marL="64008" marR="64008" marT="32004" marB="32004" anchor="ctr">
                    <a:solidFill>
                      <a:schemeClr val="bg1"/>
                    </a:solidFill>
                  </a:tcPr>
                </a:tc>
                <a:extLst>
                  <a:ext uri="{0D108BD9-81ED-4DB2-BD59-A6C34878D82A}">
                    <a16:rowId xmlns:a16="http://schemas.microsoft.com/office/drawing/2014/main" val="10003"/>
                  </a:ext>
                </a:extLst>
              </a:tr>
              <a:tr h="950000">
                <a:tc>
                  <a:txBody>
                    <a:bodyPr/>
                    <a:lstStyle/>
                    <a:p>
                      <a:pPr algn="ctr"/>
                      <a:r>
                        <a:rPr lang="fr-FR" sz="1000" b="1">
                          <a:solidFill>
                            <a:srgbClr val="C00000"/>
                          </a:solidFill>
                          <a:latin typeface="Arial" panose="020B0604020202020204"/>
                          <a:cs typeface="Arial" panose="020B0604020202020204"/>
                        </a:rPr>
                        <a:t>Domaines de prédilection</a:t>
                      </a:r>
                    </a:p>
                  </a:txBody>
                  <a:tcPr marL="64008" marR="64008" marT="32004" marB="32004" anchor="ctr">
                    <a:solidFill>
                      <a:schemeClr val="bg1">
                        <a:lumMod val="92000"/>
                      </a:schemeClr>
                    </a:solidFill>
                  </a:tcPr>
                </a:tc>
                <a:tc>
                  <a:txBody>
                    <a:bodyPr/>
                    <a:lstStyle/>
                    <a:p>
                      <a:pPr algn="ctr"/>
                      <a:r>
                        <a:rPr lang="fr-FR" sz="1000" b="0">
                          <a:solidFill>
                            <a:srgbClr val="000000"/>
                          </a:solidFill>
                          <a:latin typeface="Arial" panose="020B0604020202020204"/>
                          <a:cs typeface="Arial" panose="020B0604020202020204"/>
                        </a:rPr>
                        <a:t>Bureautique, bases de données, navigation web</a:t>
                      </a:r>
                    </a:p>
                  </a:txBody>
                  <a:tcPr marL="64008" marR="64008" marT="32004" marB="32004" anchor="ctr">
                    <a:solidFill>
                      <a:schemeClr val="bg1"/>
                    </a:solidFill>
                  </a:tcPr>
                </a:tc>
                <a:tc>
                  <a:txBody>
                    <a:bodyPr/>
                    <a:lstStyle/>
                    <a:p>
                      <a:pPr algn="ctr"/>
                      <a:r>
                        <a:rPr lang="fr-FR" sz="1000" b="0">
                          <a:solidFill>
                            <a:srgbClr val="000000"/>
                          </a:solidFill>
                          <a:latin typeface="Arial" panose="020B0604020202020204"/>
                          <a:cs typeface="Arial" panose="020B0604020202020204"/>
                        </a:rPr>
                        <a:t>Simulation moléculaire, cryptographie, optimisation complexe</a:t>
                      </a:r>
                    </a:p>
                  </a:txBody>
                  <a:tcPr marL="64008" marR="64008" marT="32004" marB="32004" anchor="ctr">
                    <a:solidFill>
                      <a:schemeClr val="bg1"/>
                    </a:solidFill>
                  </a:tcPr>
                </a:tc>
                <a:extLst>
                  <a:ext uri="{0D108BD9-81ED-4DB2-BD59-A6C34878D82A}">
                    <a16:rowId xmlns:a16="http://schemas.microsoft.com/office/drawing/2014/main" val="10004"/>
                  </a:ext>
                </a:extLst>
              </a:tr>
            </a:tbl>
          </a:graphicData>
        </a:graphic>
      </p:graphicFrame>
      <p:sp>
        <p:nvSpPr>
          <p:cNvPr id="18" name="StatBox">
            <a:extLst>
              <a:ext uri="{FF2B5EF4-FFF2-40B4-BE49-F238E27FC236}">
                <a16:creationId xmlns:a16="http://schemas.microsoft.com/office/drawing/2014/main" id="{A63CC6B4-398A-9458-FC13-51EC1F629EF9}"/>
              </a:ext>
            </a:extLst>
          </p:cNvPr>
          <p:cNvSpPr/>
          <p:nvPr/>
        </p:nvSpPr>
        <p:spPr>
          <a:xfrm>
            <a:off x="2902296" y="5609753"/>
            <a:ext cx="6387407" cy="963865"/>
          </a:xfrm>
          <a:prstGeom prst="roundRect">
            <a:avLst>
              <a:gd name="adj" fmla="val 7375"/>
            </a:avLst>
          </a:prstGeom>
          <a:solidFill>
            <a:schemeClr val="bg1">
              <a:lumMod val="85000"/>
              <a:alpha val="25000"/>
            </a:schemeClr>
          </a:solidFill>
          <a:ln w="12700">
            <a:noFill/>
          </a:ln>
        </p:spPr>
        <p:txBody>
          <a:bodyPr lIns="137160" tIns="91440" rIns="137160" bIns="91440" anchor="t"/>
          <a:lstStyle/>
          <a:p>
            <a:pPr algn="ctr"/>
            <a:r>
              <a:rPr lang="fr-FR" sz="1400" b="1">
                <a:solidFill>
                  <a:srgbClr val="C00000"/>
                </a:solidFill>
                <a:latin typeface="Arial" panose="020B0604020202020204"/>
                <a:cs typeface="Arial" panose="020B0604020202020204"/>
              </a:rPr>
              <a:t>L’ère NISQ (Noisy Intermediate-Scale Quantum)</a:t>
            </a:r>
          </a:p>
          <a:p>
            <a:pPr algn="ctr"/>
            <a:r>
              <a:rPr lang="fr-FR" sz="1000">
                <a:solidFill>
                  <a:srgbClr val="000000"/>
                </a:solidFill>
                <a:latin typeface="Arial" panose="020B0604020202020204"/>
                <a:cs typeface="Arial" panose="020B0604020202020204"/>
              </a:rPr>
              <a:t>Les ordinateurs actuels comptent quelques dizaines à centaines de qubits « bruyants » (sujets aux erreurs). Un ordinateur tolérant aux pannes nécessitera probablement des millions de qubits d’ici 10 à 15 ans.</a:t>
            </a:r>
          </a:p>
        </p:txBody>
      </p:sp>
    </p:spTree>
    <p:extLst>
      <p:ext uri="{BB962C8B-B14F-4D97-AF65-F5344CB8AC3E}">
        <p14:creationId xmlns:p14="http://schemas.microsoft.com/office/powerpoint/2010/main" val="170308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20AFA-8901-8F60-2DF7-57BFD9EBBAC4}"/>
            </a:ext>
          </a:extLst>
        </p:cNvPr>
        <p:cNvGrpSpPr/>
        <p:nvPr/>
      </p:nvGrpSpPr>
      <p:grpSpPr>
        <a:xfrm>
          <a:off x="0" y="0"/>
          <a:ext cx="0" cy="0"/>
          <a:chOff x="0" y="0"/>
          <a:chExt cx="0" cy="0"/>
        </a:xfrm>
      </p:grpSpPr>
      <p:sp>
        <p:nvSpPr>
          <p:cNvPr id="8" name="Titel 2">
            <a:extLst>
              <a:ext uri="{FF2B5EF4-FFF2-40B4-BE49-F238E27FC236}">
                <a16:creationId xmlns:a16="http://schemas.microsoft.com/office/drawing/2014/main" id="{D24D965D-11D9-BDCE-F05B-3688997A1355}"/>
              </a:ext>
            </a:extLst>
          </p:cNvPr>
          <p:cNvSpPr>
            <a:spLocks noGrp="1"/>
          </p:cNvSpPr>
          <p:nvPr>
            <p:ph type="title"/>
          </p:nvPr>
        </p:nvSpPr>
        <p:spPr>
          <a:xfrm>
            <a:off x="1719408" y="44616"/>
            <a:ext cx="10822455" cy="300679"/>
          </a:xfrm>
        </p:spPr>
        <p:txBody>
          <a:bodyPr/>
          <a:lstStyle/>
          <a:p>
            <a:r>
              <a:rPr lang="fr-FR" sz="1600" b="1"/>
              <a:t>IV. Applications concrètes en finance</a:t>
            </a:r>
          </a:p>
        </p:txBody>
      </p:sp>
      <p:sp>
        <p:nvSpPr>
          <p:cNvPr id="9" name="ZoneTexte 8">
            <a:extLst>
              <a:ext uri="{FF2B5EF4-FFF2-40B4-BE49-F238E27FC236}">
                <a16:creationId xmlns:a16="http://schemas.microsoft.com/office/drawing/2014/main" id="{CB3808FF-A939-614F-098A-B4ADC5AA5F11}"/>
              </a:ext>
            </a:extLst>
          </p:cNvPr>
          <p:cNvSpPr txBox="1"/>
          <p:nvPr/>
        </p:nvSpPr>
        <p:spPr>
          <a:xfrm>
            <a:off x="166074" y="156410"/>
            <a:ext cx="374968" cy="253916"/>
          </a:xfrm>
          <a:prstGeom prst="rect">
            <a:avLst/>
          </a:prstGeom>
          <a:noFill/>
        </p:spPr>
        <p:txBody>
          <a:bodyPr wrap="square" lIns="91440" tIns="45720" rIns="91440" bIns="45720" rtlCol="0" anchor="ctr">
            <a:spAutoFit/>
          </a:bodyPr>
          <a:lstStyle/>
          <a:p>
            <a:pPr marL="0" marR="0" lvl="0" indent="0" algn="ctr" defTabSz="914400" rtl="0" eaLnBrk="1" fontAlgn="auto" latinLnBrk="0" hangingPunct="1">
              <a:buNone/>
            </a:pPr>
            <a:r>
              <a:rPr lang="fr-FR" sz="1050" b="0">
                <a:solidFill>
                  <a:srgbClr val="000000"/>
                </a:solidFill>
                <a:latin typeface="Arial" panose="020B0604020202020204"/>
                <a:cs typeface="Arial" panose="020B0604020202020204"/>
              </a:rPr>
              <a:t>4</a:t>
            </a:r>
          </a:p>
        </p:txBody>
      </p:sp>
      <p:sp>
        <p:nvSpPr>
          <p:cNvPr id="10" name="IntroText">
            <a:extLst>
              <a:ext uri="{FF2B5EF4-FFF2-40B4-BE49-F238E27FC236}">
                <a16:creationId xmlns:a16="http://schemas.microsoft.com/office/drawing/2014/main" id="{28786912-D426-DC5B-AB0B-517D9E8A2E99}"/>
              </a:ext>
            </a:extLst>
          </p:cNvPr>
          <p:cNvSpPr txBox="1"/>
          <p:nvPr/>
        </p:nvSpPr>
        <p:spPr>
          <a:xfrm>
            <a:off x="1255471" y="450000"/>
            <a:ext cx="10822455" cy="500000"/>
          </a:xfrm>
          <a:prstGeom prst="rect">
            <a:avLst/>
          </a:prstGeom>
          <a:noFill/>
        </p:spPr>
        <p:txBody>
          <a:bodyPr wrap="square" rtlCol="0">
            <a:noAutofit/>
          </a:bodyPr>
          <a:lstStyle/>
          <a:p>
            <a:r>
              <a:rPr lang="fr-FR" sz="1200" i="1">
                <a:solidFill>
                  <a:srgbClr val="000000"/>
                </a:solidFill>
                <a:latin typeface="Arial" panose="020B0604020202020204"/>
                <a:cs typeface="Arial" panose="020B0604020202020204"/>
              </a:rPr>
              <a:t>La finance repose structurellement sur le traitement de volumes massifs de données et la gestion de l’incertitude — deux domaines où le quantique excelle.</a:t>
            </a:r>
          </a:p>
        </p:txBody>
      </p:sp>
      <p:sp>
        <p:nvSpPr>
          <p:cNvPr id="11" name="Card20">
            <a:extLst>
              <a:ext uri="{FF2B5EF4-FFF2-40B4-BE49-F238E27FC236}">
                <a16:creationId xmlns:a16="http://schemas.microsoft.com/office/drawing/2014/main" id="{CFA8A0C3-3422-CFD5-B210-FC09EF318D86}"/>
              </a:ext>
            </a:extLst>
          </p:cNvPr>
          <p:cNvSpPr/>
          <p:nvPr/>
        </p:nvSpPr>
        <p:spPr>
          <a:xfrm>
            <a:off x="1255471" y="1100000"/>
            <a:ext cx="3093686" cy="5550000"/>
          </a:xfrm>
          <a:prstGeom prst="roundRect">
            <a:avLst>
              <a:gd name="adj" fmla="val 5000"/>
            </a:avLst>
          </a:prstGeom>
          <a:solidFill>
            <a:schemeClr val="bg1">
              <a:lumMod val="85000"/>
              <a:alpha val="25000"/>
            </a:schemeClr>
          </a:solidFill>
          <a:ln w="12700">
            <a:noFill/>
          </a:ln>
        </p:spPr>
        <p:txBody>
          <a:bodyPr lIns="160000" tIns="950000" rIns="160000" bIns="120000" anchor="t"/>
          <a:lstStyle/>
          <a:p>
            <a:r>
              <a:rPr lang="fr-FR" sz="1300" b="1">
                <a:solidFill>
                  <a:srgbClr val="C00000"/>
                </a:solidFill>
                <a:latin typeface="Arial" panose="020B0604020202020204"/>
                <a:cs typeface="Arial" panose="020B0604020202020204"/>
              </a:rPr>
              <a:t>Optimisation de portefeuille</a:t>
            </a:r>
          </a:p>
          <a:p>
            <a:endParaRPr lang="fr-FR" sz="400"/>
          </a:p>
          <a:p>
            <a:r>
              <a:rPr lang="fr-FR" sz="1100">
                <a:solidFill>
                  <a:srgbClr val="000000"/>
                </a:solidFill>
                <a:latin typeface="Arial" panose="020B0604020202020204"/>
                <a:cs typeface="Arial" panose="020B0604020202020204"/>
              </a:rPr>
              <a:t>Sélectionner la meilleure combinaison d’actifs pour maximiser le rendement et minimiser le risque devient vite astronomique avec des milliers d’actifs. Via des algorithmes d’optimisation combinatoire (QAOA), le quantique évalue un nombre incalculable de scénarios en un temps record pour identifier le portefeuille mathématiquement optimal.</a:t>
            </a:r>
          </a:p>
        </p:txBody>
      </p:sp>
      <p:sp>
        <p:nvSpPr>
          <p:cNvPr id="12" name="Card21">
            <a:extLst>
              <a:ext uri="{FF2B5EF4-FFF2-40B4-BE49-F238E27FC236}">
                <a16:creationId xmlns:a16="http://schemas.microsoft.com/office/drawing/2014/main" id="{FB82F219-D4E4-3B4B-77B3-C1B9FB66139B}"/>
              </a:ext>
            </a:extLst>
          </p:cNvPr>
          <p:cNvSpPr/>
          <p:nvPr/>
        </p:nvSpPr>
        <p:spPr>
          <a:xfrm>
            <a:off x="4549157" y="1100000"/>
            <a:ext cx="3093686" cy="5550000"/>
          </a:xfrm>
          <a:prstGeom prst="roundRect">
            <a:avLst>
              <a:gd name="adj" fmla="val 5000"/>
            </a:avLst>
          </a:prstGeom>
          <a:solidFill>
            <a:schemeClr val="bg1">
              <a:lumMod val="85000"/>
              <a:alpha val="25000"/>
            </a:schemeClr>
          </a:solidFill>
          <a:ln w="12700">
            <a:noFill/>
          </a:ln>
        </p:spPr>
        <p:txBody>
          <a:bodyPr lIns="160000" tIns="950000" rIns="160000" bIns="120000" anchor="t"/>
          <a:lstStyle/>
          <a:p>
            <a:r>
              <a:rPr lang="fr-FR" sz="1300" b="1">
                <a:solidFill>
                  <a:srgbClr val="C00000"/>
                </a:solidFill>
                <a:latin typeface="Arial" panose="020B0604020202020204"/>
                <a:cs typeface="Arial" panose="020B0604020202020204"/>
              </a:rPr>
              <a:t>Accélération des simulations de Monte Carlo</a:t>
            </a:r>
          </a:p>
          <a:p>
            <a:endParaRPr lang="fr-FR" sz="400"/>
          </a:p>
          <a:p>
            <a:r>
              <a:rPr lang="fr-FR" sz="1100">
                <a:solidFill>
                  <a:srgbClr val="000000"/>
                </a:solidFill>
                <a:latin typeface="Arial" panose="020B0604020202020204"/>
                <a:cs typeface="Arial" panose="020B0604020202020204"/>
              </a:rPr>
              <a:t>Massivement utilisées pour évaluer les risques, tarifer des produits dérivés complexes ou simuler l’évolution des marchés, ces simulations nécessitent des millions de calculs probabilistes, parfois une nuit entière sur supercalculateurs. L’algorithme d’estimation d’amplitude quantique (QAE) promet de réduire considérablement ce temps de calcul — analyses de risques quasi-temps réel.</a:t>
            </a:r>
          </a:p>
        </p:txBody>
      </p:sp>
      <p:sp>
        <p:nvSpPr>
          <p:cNvPr id="13" name="Card22">
            <a:extLst>
              <a:ext uri="{FF2B5EF4-FFF2-40B4-BE49-F238E27FC236}">
                <a16:creationId xmlns:a16="http://schemas.microsoft.com/office/drawing/2014/main" id="{E4ABDF75-62F3-0F79-2454-E825B416D092}"/>
              </a:ext>
            </a:extLst>
          </p:cNvPr>
          <p:cNvSpPr/>
          <p:nvPr/>
        </p:nvSpPr>
        <p:spPr>
          <a:xfrm>
            <a:off x="7842843" y="1100000"/>
            <a:ext cx="3093686" cy="5550000"/>
          </a:xfrm>
          <a:prstGeom prst="roundRect">
            <a:avLst>
              <a:gd name="adj" fmla="val 5000"/>
            </a:avLst>
          </a:prstGeom>
          <a:solidFill>
            <a:schemeClr val="bg1">
              <a:lumMod val="85000"/>
              <a:alpha val="25000"/>
            </a:schemeClr>
          </a:solidFill>
          <a:ln w="12700">
            <a:noFill/>
          </a:ln>
        </p:spPr>
        <p:txBody>
          <a:bodyPr lIns="160000" tIns="950000" rIns="160000" bIns="120000" anchor="t"/>
          <a:lstStyle/>
          <a:p>
            <a:r>
              <a:rPr lang="fr-FR" sz="1300" b="1">
                <a:solidFill>
                  <a:srgbClr val="C00000"/>
                </a:solidFill>
                <a:latin typeface="Arial" panose="020B0604020202020204"/>
                <a:cs typeface="Arial" panose="020B0604020202020204"/>
              </a:rPr>
              <a:t>Détection des fraudes &amp; Quantum Machine Learning</a:t>
            </a:r>
          </a:p>
          <a:p>
            <a:endParaRPr lang="fr-FR" sz="400"/>
          </a:p>
          <a:p>
            <a:r>
              <a:rPr lang="fr-FR" sz="1100">
                <a:solidFill>
                  <a:srgbClr val="000000"/>
                </a:solidFill>
                <a:latin typeface="Arial" panose="020B0604020202020204"/>
                <a:cs typeface="Arial" panose="020B0604020202020204"/>
              </a:rPr>
              <a:t>Le Quantum Machine Learning (QML) combine intelligence artificielle et informatique quantique. En finance, il permet d’analyser des schémas de transactions complexes pour détecter instantanément des anomalies comportementales ou des tentatives de fraude et de blanchiment d’argent que les algorithmes standards mettraient des jours à identifier.</a:t>
            </a:r>
          </a:p>
        </p:txBody>
      </p:sp>
      <p:sp>
        <p:nvSpPr>
          <p:cNvPr id="14" name="IconCircle100">
            <a:extLst>
              <a:ext uri="{FF2B5EF4-FFF2-40B4-BE49-F238E27FC236}">
                <a16:creationId xmlns:a16="http://schemas.microsoft.com/office/drawing/2014/main" id="{0878DB62-2F81-50B8-B3DB-772A62939A36}"/>
              </a:ext>
            </a:extLst>
          </p:cNvPr>
          <p:cNvSpPr/>
          <p:nvPr/>
        </p:nvSpPr>
        <p:spPr>
          <a:xfrm>
            <a:off x="2530240" y="830000"/>
            <a:ext cx="544148" cy="544148"/>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Glyph101">
            <a:extLst>
              <a:ext uri="{FF2B5EF4-FFF2-40B4-BE49-F238E27FC236}">
                <a16:creationId xmlns:a16="http://schemas.microsoft.com/office/drawing/2014/main" id="{ABB3B5BA-22EB-7D92-58E0-87F9A4BA83E3}"/>
              </a:ext>
            </a:extLst>
          </p:cNvPr>
          <p:cNvSpPr/>
          <p:nvPr/>
        </p:nvSpPr>
        <p:spPr>
          <a:xfrm>
            <a:off x="2647314" y="1094148"/>
            <a:ext cx="80000" cy="140000"/>
          </a:xfrm>
          <a:prstGeom prst="rect">
            <a:avLst/>
          </a:prstGeom>
          <a:solidFill>
            <a:schemeClr val="bg1"/>
          </a:solidFill>
          <a:ln>
            <a:noFill/>
          </a:ln>
        </p:spPr>
        <p:txBody>
          <a:bodyPr rtlCol="0" anchor="ctr"/>
          <a:lstStyle/>
          <a:p>
            <a:pPr algn="ctr"/>
            <a:endParaRPr lang="fr-FR"/>
          </a:p>
        </p:txBody>
      </p:sp>
      <p:sp>
        <p:nvSpPr>
          <p:cNvPr id="16" name="Glyph102">
            <a:extLst>
              <a:ext uri="{FF2B5EF4-FFF2-40B4-BE49-F238E27FC236}">
                <a16:creationId xmlns:a16="http://schemas.microsoft.com/office/drawing/2014/main" id="{D7E89737-4636-4767-AAB0-854DE8E09E46}"/>
              </a:ext>
            </a:extLst>
          </p:cNvPr>
          <p:cNvSpPr/>
          <p:nvPr/>
        </p:nvSpPr>
        <p:spPr>
          <a:xfrm>
            <a:off x="2762314" y="1024148"/>
            <a:ext cx="80000" cy="210000"/>
          </a:xfrm>
          <a:prstGeom prst="rect">
            <a:avLst/>
          </a:prstGeom>
          <a:solidFill>
            <a:schemeClr val="bg1"/>
          </a:solidFill>
          <a:ln>
            <a:noFill/>
          </a:ln>
        </p:spPr>
        <p:txBody>
          <a:bodyPr rtlCol="0" anchor="ctr"/>
          <a:lstStyle/>
          <a:p>
            <a:pPr algn="ctr"/>
            <a:endParaRPr lang="fr-FR"/>
          </a:p>
        </p:txBody>
      </p:sp>
      <p:sp>
        <p:nvSpPr>
          <p:cNvPr id="17" name="Glyph103">
            <a:extLst>
              <a:ext uri="{FF2B5EF4-FFF2-40B4-BE49-F238E27FC236}">
                <a16:creationId xmlns:a16="http://schemas.microsoft.com/office/drawing/2014/main" id="{F0892137-675D-35C3-8D63-43A6F5294599}"/>
              </a:ext>
            </a:extLst>
          </p:cNvPr>
          <p:cNvSpPr/>
          <p:nvPr/>
        </p:nvSpPr>
        <p:spPr>
          <a:xfrm>
            <a:off x="2877314" y="944148"/>
            <a:ext cx="80000" cy="290000"/>
          </a:xfrm>
          <a:prstGeom prst="rect">
            <a:avLst/>
          </a:prstGeom>
          <a:solidFill>
            <a:schemeClr val="bg1"/>
          </a:solidFill>
          <a:ln>
            <a:noFill/>
          </a:ln>
        </p:spPr>
        <p:txBody>
          <a:bodyPr rtlCol="0" anchor="ctr"/>
          <a:lstStyle/>
          <a:p>
            <a:pPr algn="ctr"/>
            <a:endParaRPr lang="fr-FR"/>
          </a:p>
        </p:txBody>
      </p:sp>
      <p:sp>
        <p:nvSpPr>
          <p:cNvPr id="18" name="IconCircle110">
            <a:extLst>
              <a:ext uri="{FF2B5EF4-FFF2-40B4-BE49-F238E27FC236}">
                <a16:creationId xmlns:a16="http://schemas.microsoft.com/office/drawing/2014/main" id="{8988DA43-4299-D5ED-965C-EBFFFE1FC9F0}"/>
              </a:ext>
            </a:extLst>
          </p:cNvPr>
          <p:cNvSpPr/>
          <p:nvPr/>
        </p:nvSpPr>
        <p:spPr>
          <a:xfrm>
            <a:off x="5823926" y="830000"/>
            <a:ext cx="544148" cy="544148"/>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Glyph111">
            <a:extLst>
              <a:ext uri="{FF2B5EF4-FFF2-40B4-BE49-F238E27FC236}">
                <a16:creationId xmlns:a16="http://schemas.microsoft.com/office/drawing/2014/main" id="{61168D3F-4F6B-B621-27B6-A7E0EDB42427}"/>
              </a:ext>
            </a:extLst>
          </p:cNvPr>
          <p:cNvSpPr/>
          <p:nvPr/>
        </p:nvSpPr>
        <p:spPr>
          <a:xfrm>
            <a:off x="5913926" y="930000"/>
            <a:ext cx="70000" cy="70000"/>
          </a:xfrm>
          <a:prstGeom prst="ellipse">
            <a:avLst/>
          </a:prstGeom>
          <a:solidFill>
            <a:schemeClr val="bg1"/>
          </a:solidFill>
          <a:ln>
            <a:noFill/>
          </a:ln>
        </p:spPr>
        <p:txBody>
          <a:bodyPr rtlCol="0" anchor="ctr"/>
          <a:lstStyle/>
          <a:p>
            <a:pPr algn="ctr"/>
            <a:endParaRPr lang="fr-FR"/>
          </a:p>
        </p:txBody>
      </p:sp>
      <p:sp>
        <p:nvSpPr>
          <p:cNvPr id="20" name="Glyph112">
            <a:extLst>
              <a:ext uri="{FF2B5EF4-FFF2-40B4-BE49-F238E27FC236}">
                <a16:creationId xmlns:a16="http://schemas.microsoft.com/office/drawing/2014/main" id="{62247C03-AC40-CA7E-FF40-2BD000684DD8}"/>
              </a:ext>
            </a:extLst>
          </p:cNvPr>
          <p:cNvSpPr/>
          <p:nvPr/>
        </p:nvSpPr>
        <p:spPr>
          <a:xfrm>
            <a:off x="6083926" y="910000"/>
            <a:ext cx="70000" cy="70000"/>
          </a:xfrm>
          <a:prstGeom prst="ellipse">
            <a:avLst/>
          </a:prstGeom>
          <a:solidFill>
            <a:schemeClr val="bg1"/>
          </a:solidFill>
          <a:ln>
            <a:noFill/>
          </a:ln>
        </p:spPr>
        <p:txBody>
          <a:bodyPr rtlCol="0" anchor="ctr"/>
          <a:lstStyle/>
          <a:p>
            <a:pPr algn="ctr"/>
            <a:endParaRPr lang="fr-FR"/>
          </a:p>
        </p:txBody>
      </p:sp>
      <p:sp>
        <p:nvSpPr>
          <p:cNvPr id="21" name="Glyph113">
            <a:extLst>
              <a:ext uri="{FF2B5EF4-FFF2-40B4-BE49-F238E27FC236}">
                <a16:creationId xmlns:a16="http://schemas.microsoft.com/office/drawing/2014/main" id="{1AE87920-D181-70A6-E83C-347A75C627AD}"/>
              </a:ext>
            </a:extLst>
          </p:cNvPr>
          <p:cNvSpPr/>
          <p:nvPr/>
        </p:nvSpPr>
        <p:spPr>
          <a:xfrm>
            <a:off x="5993926" y="1050000"/>
            <a:ext cx="70000" cy="70000"/>
          </a:xfrm>
          <a:prstGeom prst="ellipse">
            <a:avLst/>
          </a:prstGeom>
          <a:solidFill>
            <a:schemeClr val="bg1"/>
          </a:solidFill>
          <a:ln>
            <a:noFill/>
          </a:ln>
        </p:spPr>
        <p:txBody>
          <a:bodyPr rtlCol="0" anchor="ctr"/>
          <a:lstStyle/>
          <a:p>
            <a:pPr algn="ctr"/>
            <a:endParaRPr lang="fr-FR"/>
          </a:p>
        </p:txBody>
      </p:sp>
      <p:sp>
        <p:nvSpPr>
          <p:cNvPr id="22" name="Glyph114">
            <a:extLst>
              <a:ext uri="{FF2B5EF4-FFF2-40B4-BE49-F238E27FC236}">
                <a16:creationId xmlns:a16="http://schemas.microsoft.com/office/drawing/2014/main" id="{F68A5915-8350-0EB8-D5D0-7ABD34CB7C45}"/>
              </a:ext>
            </a:extLst>
          </p:cNvPr>
          <p:cNvSpPr/>
          <p:nvPr/>
        </p:nvSpPr>
        <p:spPr>
          <a:xfrm>
            <a:off x="6143926" y="1080000"/>
            <a:ext cx="70000" cy="70000"/>
          </a:xfrm>
          <a:prstGeom prst="ellipse">
            <a:avLst/>
          </a:prstGeom>
          <a:solidFill>
            <a:schemeClr val="bg1"/>
          </a:solidFill>
          <a:ln>
            <a:noFill/>
          </a:ln>
        </p:spPr>
        <p:txBody>
          <a:bodyPr rtlCol="0" anchor="ctr"/>
          <a:lstStyle/>
          <a:p>
            <a:pPr algn="ctr"/>
            <a:endParaRPr lang="fr-FR"/>
          </a:p>
        </p:txBody>
      </p:sp>
      <p:sp>
        <p:nvSpPr>
          <p:cNvPr id="23" name="Glyph115">
            <a:extLst>
              <a:ext uri="{FF2B5EF4-FFF2-40B4-BE49-F238E27FC236}">
                <a16:creationId xmlns:a16="http://schemas.microsoft.com/office/drawing/2014/main" id="{D5D12318-5A92-FDB0-47FC-9887ED769EAC}"/>
              </a:ext>
            </a:extLst>
          </p:cNvPr>
          <p:cNvSpPr/>
          <p:nvPr/>
        </p:nvSpPr>
        <p:spPr>
          <a:xfrm>
            <a:off x="5933926" y="1160000"/>
            <a:ext cx="70000" cy="70000"/>
          </a:xfrm>
          <a:prstGeom prst="ellipse">
            <a:avLst/>
          </a:prstGeom>
          <a:solidFill>
            <a:schemeClr val="bg1"/>
          </a:solidFill>
          <a:ln>
            <a:noFill/>
          </a:ln>
        </p:spPr>
        <p:txBody>
          <a:bodyPr rtlCol="0" anchor="ctr"/>
          <a:lstStyle/>
          <a:p>
            <a:pPr algn="ctr"/>
            <a:endParaRPr lang="fr-FR"/>
          </a:p>
        </p:txBody>
      </p:sp>
      <p:sp>
        <p:nvSpPr>
          <p:cNvPr id="24" name="IconCircle120">
            <a:extLst>
              <a:ext uri="{FF2B5EF4-FFF2-40B4-BE49-F238E27FC236}">
                <a16:creationId xmlns:a16="http://schemas.microsoft.com/office/drawing/2014/main" id="{8BA42D70-1C6A-A522-BE31-036D6AE770D9}"/>
              </a:ext>
            </a:extLst>
          </p:cNvPr>
          <p:cNvSpPr/>
          <p:nvPr/>
        </p:nvSpPr>
        <p:spPr>
          <a:xfrm>
            <a:off x="9117612" y="830000"/>
            <a:ext cx="544148" cy="544148"/>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Glyph121">
            <a:extLst>
              <a:ext uri="{FF2B5EF4-FFF2-40B4-BE49-F238E27FC236}">
                <a16:creationId xmlns:a16="http://schemas.microsoft.com/office/drawing/2014/main" id="{2C5EA1E9-4422-70A8-9670-B5A54DC655AF}"/>
              </a:ext>
            </a:extLst>
          </p:cNvPr>
          <p:cNvSpPr/>
          <p:nvPr/>
        </p:nvSpPr>
        <p:spPr>
          <a:xfrm>
            <a:off x="9207612" y="920000"/>
            <a:ext cx="240000" cy="240000"/>
          </a:xfrm>
          <a:prstGeom prst="donut">
            <a:avLst>
              <a:gd name="adj" fmla="val 14000"/>
            </a:avLst>
          </a:prstGeom>
          <a:solidFill>
            <a:schemeClr val="bg1"/>
          </a:solidFill>
          <a:ln>
            <a:noFill/>
          </a:ln>
        </p:spPr>
        <p:txBody>
          <a:bodyPr rtlCol="0" anchor="ctr"/>
          <a:lstStyle/>
          <a:p>
            <a:pPr algn="ctr"/>
            <a:endParaRPr lang="fr-FR"/>
          </a:p>
        </p:txBody>
      </p:sp>
      <p:sp>
        <p:nvSpPr>
          <p:cNvPr id="26" name="Glyph122">
            <a:extLst>
              <a:ext uri="{FF2B5EF4-FFF2-40B4-BE49-F238E27FC236}">
                <a16:creationId xmlns:a16="http://schemas.microsoft.com/office/drawing/2014/main" id="{CFC33B1F-C33C-0D29-8D37-3F54A13BF1BF}"/>
              </a:ext>
            </a:extLst>
          </p:cNvPr>
          <p:cNvSpPr/>
          <p:nvPr/>
        </p:nvSpPr>
        <p:spPr>
          <a:xfrm rot="2700000">
            <a:off x="9417612" y="1130000"/>
            <a:ext cx="140000" cy="45000"/>
          </a:xfrm>
          <a:prstGeom prst="rect">
            <a:avLst/>
          </a:prstGeom>
          <a:solidFill>
            <a:schemeClr val="bg1"/>
          </a:solidFill>
          <a:ln>
            <a:noFill/>
          </a:ln>
        </p:spPr>
        <p:txBody>
          <a:bodyPr rtlCol="0" anchor="ctr"/>
          <a:lstStyle/>
          <a:p>
            <a:pPr algn="ctr"/>
            <a:endParaRPr lang="fr-FR"/>
          </a:p>
        </p:txBody>
      </p:sp>
    </p:spTree>
    <p:extLst>
      <p:ext uri="{BB962C8B-B14F-4D97-AF65-F5344CB8AC3E}">
        <p14:creationId xmlns:p14="http://schemas.microsoft.com/office/powerpoint/2010/main" val="3509758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03964-7C63-A02D-CAB2-7C17C83F239D}"/>
            </a:ext>
          </a:extLst>
        </p:cNvPr>
        <p:cNvGrpSpPr/>
        <p:nvPr/>
      </p:nvGrpSpPr>
      <p:grpSpPr>
        <a:xfrm>
          <a:off x="0" y="0"/>
          <a:ext cx="0" cy="0"/>
          <a:chOff x="0" y="0"/>
          <a:chExt cx="0" cy="0"/>
        </a:xfrm>
      </p:grpSpPr>
      <p:sp>
        <p:nvSpPr>
          <p:cNvPr id="3" name="Titel 2"/>
          <p:cNvSpPr>
            <a:spLocks noGrp="1"/>
          </p:cNvSpPr>
          <p:nvPr>
            <p:ph type="title"/>
          </p:nvPr>
        </p:nvSpPr>
        <p:spPr>
          <a:xfrm>
            <a:off x="1719408" y="44616"/>
            <a:ext cx="10822455" cy="300679"/>
          </a:xfrm>
        </p:spPr>
        <p:txBody>
          <a:bodyPr/>
          <a:lstStyle/>
          <a:p>
            <a:r>
              <a:rPr lang="fr-FR" sz="1600"/>
              <a:t>V. </a:t>
            </a:r>
            <a:r>
              <a:rPr lang="fr-FR" sz="1600" b="1"/>
              <a:t>L’écosystème quantique et son adoption par le secteur financier</a:t>
            </a:r>
          </a:p>
        </p:txBody>
      </p:sp>
      <p:sp>
        <p:nvSpPr>
          <p:cNvPr id="2" name="ZoneTexte 1"/>
          <p:cNvSpPr txBox="1"/>
          <p:nvPr/>
        </p:nvSpPr>
        <p:spPr>
          <a:xfrm>
            <a:off x="166074" y="156410"/>
            <a:ext cx="374968" cy="253916"/>
          </a:xfrm>
          <a:prstGeom prst="rect">
            <a:avLst/>
          </a:prstGeom>
          <a:noFill/>
        </p:spPr>
        <p:txBody>
          <a:bodyPr wrap="square" lIns="91440" tIns="45720" rIns="91440" bIns="45720" rtlCol="0" anchor="ctr">
            <a:spAutoFit/>
          </a:bodyPr>
          <a:lstStyle/>
          <a:p>
            <a:pPr marL="0" marR="0" lvl="0" indent="0" algn="ctr" defTabSz="914400" rtl="0" eaLnBrk="1" fontAlgn="auto" latinLnBrk="0" hangingPunct="1">
              <a:buNone/>
            </a:pPr>
            <a:r>
              <a:rPr lang="fr-FR" sz="1050" b="0">
                <a:solidFill>
                  <a:srgbClr val="000000"/>
                </a:solidFill>
                <a:latin typeface="Arial" panose="020B0604020202020204"/>
                <a:cs typeface="Arial" panose="020B0604020202020204"/>
              </a:rPr>
              <a:t>6</a:t>
            </a:r>
          </a:p>
        </p:txBody>
      </p:sp>
      <p:sp>
        <p:nvSpPr>
          <p:cNvPr id="5" name="IntroText"/>
          <p:cNvSpPr txBox="1"/>
          <p:nvPr/>
        </p:nvSpPr>
        <p:spPr>
          <a:xfrm>
            <a:off x="1255471" y="450000"/>
            <a:ext cx="10822455" cy="450000"/>
          </a:xfrm>
          <a:prstGeom prst="rect">
            <a:avLst/>
          </a:prstGeom>
          <a:noFill/>
        </p:spPr>
        <p:txBody>
          <a:bodyPr wrap="square" rtlCol="0">
            <a:noAutofit/>
          </a:bodyPr>
          <a:lstStyle/>
          <a:p>
            <a:r>
              <a:rPr lang="fr-FR" sz="1200" i="1">
                <a:solidFill>
                  <a:srgbClr val="000000"/>
                </a:solidFill>
                <a:latin typeface="Arial" panose="020B0604020202020204"/>
                <a:cs typeface="Arial" panose="020B0604020202020204"/>
              </a:rPr>
              <a:t>Trois familles d’acteurs structurent la chaîne de valeur quantique appliquée à la finance, avec une adoption déjà engagée par les institutions les plus avancées.</a:t>
            </a:r>
          </a:p>
        </p:txBody>
      </p:sp>
      <p:sp>
        <p:nvSpPr>
          <p:cNvPr id="20" name="Card20"/>
          <p:cNvSpPr/>
          <p:nvPr/>
        </p:nvSpPr>
        <p:spPr>
          <a:xfrm>
            <a:off x="1255471" y="1050000"/>
            <a:ext cx="3093686" cy="3050000"/>
          </a:xfrm>
          <a:prstGeom prst="roundRect">
            <a:avLst>
              <a:gd name="adj" fmla="val 5000"/>
            </a:avLst>
          </a:prstGeom>
          <a:solidFill>
            <a:schemeClr val="bg1">
              <a:lumMod val="85000"/>
              <a:alpha val="25000"/>
            </a:schemeClr>
          </a:solidFill>
          <a:ln w="12700">
            <a:noFill/>
          </a:ln>
        </p:spPr>
        <p:txBody>
          <a:bodyPr lIns="160000" tIns="950000" rIns="160000" bIns="120000" anchor="t"/>
          <a:lstStyle/>
          <a:p>
            <a:r>
              <a:rPr lang="fr-FR" sz="1300" b="1">
                <a:solidFill>
                  <a:srgbClr val="C00000"/>
                </a:solidFill>
                <a:latin typeface="Arial" panose="020B0604020202020204"/>
                <a:cs typeface="Arial" panose="020B0604020202020204"/>
              </a:rPr>
              <a:t>Constructeurs de hardware</a:t>
            </a:r>
          </a:p>
          <a:p>
            <a:endParaRPr lang="fr-FR" sz="300"/>
          </a:p>
          <a:p>
            <a:r>
              <a:rPr lang="fr-FR" sz="1050">
                <a:solidFill>
                  <a:srgbClr val="000000"/>
                </a:solidFill>
                <a:latin typeface="Arial" panose="020B0604020202020204"/>
                <a:cs typeface="Arial" panose="020B0604020202020204"/>
              </a:rPr>
              <a:t>IBM, Google, IonQ, Quantinuum, Rigetti, Pasqal développent les processeurs quantiques (qubits supraconducteurs, ions piégés, atomes neutres) et l’infrastructure cryogénique associée.</a:t>
            </a:r>
          </a:p>
        </p:txBody>
      </p:sp>
      <p:sp>
        <p:nvSpPr>
          <p:cNvPr id="21" name="Card21"/>
          <p:cNvSpPr/>
          <p:nvPr/>
        </p:nvSpPr>
        <p:spPr>
          <a:xfrm>
            <a:off x="4549157" y="1050000"/>
            <a:ext cx="3093686" cy="3050000"/>
          </a:xfrm>
          <a:prstGeom prst="roundRect">
            <a:avLst>
              <a:gd name="adj" fmla="val 5000"/>
            </a:avLst>
          </a:prstGeom>
          <a:solidFill>
            <a:schemeClr val="bg1">
              <a:lumMod val="85000"/>
              <a:alpha val="25000"/>
            </a:schemeClr>
          </a:solidFill>
          <a:ln w="12700">
            <a:noFill/>
          </a:ln>
        </p:spPr>
        <p:txBody>
          <a:bodyPr lIns="160000" tIns="950000" rIns="160000" bIns="120000" anchor="t"/>
          <a:lstStyle/>
          <a:p>
            <a:r>
              <a:rPr lang="fr-FR" sz="1300" b="1">
                <a:solidFill>
                  <a:srgbClr val="C00000"/>
                </a:solidFill>
                <a:latin typeface="Arial" panose="020B0604020202020204"/>
                <a:cs typeface="Arial" panose="020B0604020202020204"/>
              </a:rPr>
              <a:t>Plateformes logicielles &amp; cloud</a:t>
            </a:r>
          </a:p>
          <a:p>
            <a:endParaRPr lang="fr-FR" sz="300"/>
          </a:p>
          <a:p>
            <a:r>
              <a:rPr lang="fr-FR" sz="1050">
                <a:solidFill>
                  <a:srgbClr val="000000"/>
                </a:solidFill>
                <a:latin typeface="Arial" panose="020B0604020202020204"/>
                <a:cs typeface="Arial" panose="020B0604020202020204"/>
              </a:rPr>
              <a:t>AWS Braket, Azure Quantum et IBM Quantum offrent un accès cloud aux machines quantiques. Des bibliothèques (Qiskit, PennyLane, D-Wave Ocean) facilitent le développement d’algorithmes hybrides.</a:t>
            </a:r>
          </a:p>
        </p:txBody>
      </p:sp>
      <p:sp>
        <p:nvSpPr>
          <p:cNvPr id="22" name="Card22"/>
          <p:cNvSpPr/>
          <p:nvPr/>
        </p:nvSpPr>
        <p:spPr>
          <a:xfrm>
            <a:off x="7842843" y="1050000"/>
            <a:ext cx="3093686" cy="3050000"/>
          </a:xfrm>
          <a:prstGeom prst="roundRect">
            <a:avLst>
              <a:gd name="adj" fmla="val 5000"/>
            </a:avLst>
          </a:prstGeom>
          <a:solidFill>
            <a:schemeClr val="bg1">
              <a:lumMod val="85000"/>
              <a:alpha val="25000"/>
            </a:schemeClr>
          </a:solidFill>
          <a:ln w="12700">
            <a:noFill/>
          </a:ln>
        </p:spPr>
        <p:txBody>
          <a:bodyPr lIns="160000" tIns="950000" rIns="160000" bIns="120000" anchor="t"/>
          <a:lstStyle/>
          <a:p>
            <a:r>
              <a:rPr lang="fr-FR" sz="1300" b="1">
                <a:solidFill>
                  <a:srgbClr val="C00000"/>
                </a:solidFill>
                <a:latin typeface="Arial" panose="020B0604020202020204"/>
                <a:cs typeface="Arial" panose="020B0604020202020204"/>
              </a:rPr>
              <a:t>Institutions financières</a:t>
            </a:r>
          </a:p>
          <a:p>
            <a:endParaRPr lang="fr-FR" sz="300"/>
          </a:p>
          <a:p>
            <a:r>
              <a:rPr lang="fr-FR" sz="1050">
                <a:solidFill>
                  <a:srgbClr val="000000"/>
                </a:solidFill>
                <a:latin typeface="Arial" panose="020B0604020202020204"/>
                <a:cs typeface="Arial" panose="020B0604020202020204"/>
              </a:rPr>
              <a:t>JPMorgan, Goldman Sachs, HSBC, BBVA et Generali explorent l’optimisation de portefeuille, le pricing et la gestion des risques via des partenariats avec les acteurs du quantique.</a:t>
            </a:r>
          </a:p>
        </p:txBody>
      </p:sp>
      <p:sp>
        <p:nvSpPr>
          <p:cNvPr id="100" name="IconCircle100"/>
          <p:cNvSpPr/>
          <p:nvPr/>
        </p:nvSpPr>
        <p:spPr>
          <a:xfrm>
            <a:off x="2530240" y="780000"/>
            <a:ext cx="544148" cy="544148"/>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Glyph101"/>
          <p:cNvSpPr/>
          <p:nvPr/>
        </p:nvSpPr>
        <p:spPr>
          <a:xfrm>
            <a:off x="2642314" y="892074"/>
            <a:ext cx="320000" cy="320000"/>
          </a:xfrm>
          <a:prstGeom prst="cube">
            <a:avLst>
              <a:gd name="adj" fmla="val 20000"/>
            </a:avLst>
          </a:prstGeom>
          <a:solidFill>
            <a:schemeClr val="bg1"/>
          </a:solidFill>
          <a:ln>
            <a:noFill/>
          </a:ln>
        </p:spPr>
        <p:txBody>
          <a:bodyPr rtlCol="0" anchor="ctr"/>
          <a:lstStyle/>
          <a:p>
            <a:pPr algn="ctr"/>
            <a:endParaRPr lang="fr-FR"/>
          </a:p>
        </p:txBody>
      </p:sp>
      <p:sp>
        <p:nvSpPr>
          <p:cNvPr id="110" name="IconCircle110"/>
          <p:cNvSpPr/>
          <p:nvPr/>
        </p:nvSpPr>
        <p:spPr>
          <a:xfrm>
            <a:off x="5823926" y="780000"/>
            <a:ext cx="544148" cy="544148"/>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Glyph111"/>
          <p:cNvSpPr/>
          <p:nvPr/>
        </p:nvSpPr>
        <p:spPr>
          <a:xfrm>
            <a:off x="6058500" y="1014574"/>
            <a:ext cx="105000" cy="105000"/>
          </a:xfrm>
          <a:prstGeom prst="ellipse">
            <a:avLst/>
          </a:prstGeom>
          <a:solidFill>
            <a:schemeClr val="bg1"/>
          </a:solidFill>
          <a:ln>
            <a:noFill/>
          </a:ln>
        </p:spPr>
        <p:txBody>
          <a:bodyPr rtlCol="0" anchor="ctr"/>
          <a:lstStyle/>
          <a:p>
            <a:pPr algn="ctr"/>
            <a:endParaRPr lang="fr-FR"/>
          </a:p>
        </p:txBody>
      </p:sp>
      <p:sp>
        <p:nvSpPr>
          <p:cNvPr id="112" name="Glyph112"/>
          <p:cNvSpPr/>
          <p:nvPr/>
        </p:nvSpPr>
        <p:spPr>
          <a:xfrm>
            <a:off x="5903926" y="860000"/>
            <a:ext cx="75000" cy="75000"/>
          </a:xfrm>
          <a:prstGeom prst="ellipse">
            <a:avLst/>
          </a:prstGeom>
          <a:solidFill>
            <a:schemeClr val="bg1"/>
          </a:solidFill>
          <a:ln>
            <a:noFill/>
          </a:ln>
        </p:spPr>
        <p:txBody>
          <a:bodyPr rtlCol="0" anchor="ctr"/>
          <a:lstStyle/>
          <a:p>
            <a:pPr algn="ctr"/>
            <a:endParaRPr lang="fr-FR"/>
          </a:p>
        </p:txBody>
      </p:sp>
      <p:sp>
        <p:nvSpPr>
          <p:cNvPr id="113" name="Glyph113"/>
          <p:cNvSpPr/>
          <p:nvPr/>
        </p:nvSpPr>
        <p:spPr>
          <a:xfrm>
            <a:off x="6213074" y="860000"/>
            <a:ext cx="75000" cy="75000"/>
          </a:xfrm>
          <a:prstGeom prst="ellipse">
            <a:avLst/>
          </a:prstGeom>
          <a:solidFill>
            <a:schemeClr val="bg1"/>
          </a:solidFill>
          <a:ln>
            <a:noFill/>
          </a:ln>
        </p:spPr>
        <p:txBody>
          <a:bodyPr rtlCol="0" anchor="ctr"/>
          <a:lstStyle/>
          <a:p>
            <a:pPr algn="ctr"/>
            <a:endParaRPr lang="fr-FR"/>
          </a:p>
        </p:txBody>
      </p:sp>
      <p:sp>
        <p:nvSpPr>
          <p:cNvPr id="114" name="Glyph114"/>
          <p:cNvSpPr/>
          <p:nvPr/>
        </p:nvSpPr>
        <p:spPr>
          <a:xfrm>
            <a:off x="5903926" y="1169148"/>
            <a:ext cx="75000" cy="75000"/>
          </a:xfrm>
          <a:prstGeom prst="ellipse">
            <a:avLst/>
          </a:prstGeom>
          <a:solidFill>
            <a:schemeClr val="bg1"/>
          </a:solidFill>
          <a:ln>
            <a:noFill/>
          </a:ln>
        </p:spPr>
        <p:txBody>
          <a:bodyPr rtlCol="0" anchor="ctr"/>
          <a:lstStyle/>
          <a:p>
            <a:pPr algn="ctr"/>
            <a:endParaRPr lang="fr-FR"/>
          </a:p>
        </p:txBody>
      </p:sp>
      <p:sp>
        <p:nvSpPr>
          <p:cNvPr id="115" name="Glyph115"/>
          <p:cNvSpPr/>
          <p:nvPr/>
        </p:nvSpPr>
        <p:spPr>
          <a:xfrm>
            <a:off x="6213074" y="1169148"/>
            <a:ext cx="75000" cy="75000"/>
          </a:xfrm>
          <a:prstGeom prst="ellipse">
            <a:avLst/>
          </a:prstGeom>
          <a:solidFill>
            <a:schemeClr val="bg1"/>
          </a:solidFill>
          <a:ln>
            <a:noFill/>
          </a:ln>
        </p:spPr>
        <p:txBody>
          <a:bodyPr rtlCol="0" anchor="ctr"/>
          <a:lstStyle/>
          <a:p>
            <a:pPr algn="ctr"/>
            <a:endParaRPr lang="fr-FR"/>
          </a:p>
        </p:txBody>
      </p:sp>
      <p:cxnSp>
        <p:nvCxnSpPr>
          <p:cNvPr id="122" name="NetLine122"/>
          <p:cNvCxnSpPr/>
          <p:nvPr/>
        </p:nvCxnSpPr>
        <p:spPr>
          <a:xfrm>
            <a:off x="5941426" y="897500"/>
            <a:ext cx="169574" cy="169574"/>
          </a:xfrm>
          <a:prstGeom prst="line">
            <a:avLst/>
          </a:prstGeom>
          <a:ln w="12700">
            <a:solidFill>
              <a:schemeClr val="bg1"/>
            </a:solidFill>
          </a:ln>
        </p:spPr>
      </p:cxnSp>
      <p:cxnSp>
        <p:nvCxnSpPr>
          <p:cNvPr id="123" name="NetLine123"/>
          <p:cNvCxnSpPr/>
          <p:nvPr/>
        </p:nvCxnSpPr>
        <p:spPr>
          <a:xfrm>
            <a:off x="6111000" y="897500"/>
            <a:ext cx="139574" cy="169574"/>
          </a:xfrm>
          <a:prstGeom prst="line">
            <a:avLst/>
          </a:prstGeom>
          <a:ln w="12700">
            <a:solidFill>
              <a:schemeClr val="bg1"/>
            </a:solidFill>
          </a:ln>
        </p:spPr>
      </p:cxnSp>
      <p:cxnSp>
        <p:nvCxnSpPr>
          <p:cNvPr id="124" name="NetLine124"/>
          <p:cNvCxnSpPr/>
          <p:nvPr/>
        </p:nvCxnSpPr>
        <p:spPr>
          <a:xfrm>
            <a:off x="5941426" y="1067074"/>
            <a:ext cx="169574" cy="139574"/>
          </a:xfrm>
          <a:prstGeom prst="line">
            <a:avLst/>
          </a:prstGeom>
          <a:ln w="12700">
            <a:solidFill>
              <a:schemeClr val="bg1"/>
            </a:solidFill>
          </a:ln>
        </p:spPr>
      </p:cxnSp>
      <p:cxnSp>
        <p:nvCxnSpPr>
          <p:cNvPr id="125" name="NetLine125"/>
          <p:cNvCxnSpPr/>
          <p:nvPr/>
        </p:nvCxnSpPr>
        <p:spPr>
          <a:xfrm>
            <a:off x="6111000" y="1067074"/>
            <a:ext cx="139574" cy="139574"/>
          </a:xfrm>
          <a:prstGeom prst="line">
            <a:avLst/>
          </a:prstGeom>
          <a:ln w="12700">
            <a:solidFill>
              <a:schemeClr val="bg1"/>
            </a:solidFill>
          </a:ln>
        </p:spPr>
      </p:cxnSp>
      <p:sp>
        <p:nvSpPr>
          <p:cNvPr id="120" name="IconCircle120"/>
          <p:cNvSpPr/>
          <p:nvPr/>
        </p:nvSpPr>
        <p:spPr>
          <a:xfrm>
            <a:off x="9117612" y="780000"/>
            <a:ext cx="544148" cy="544148"/>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Glyph121"/>
          <p:cNvSpPr/>
          <p:nvPr/>
        </p:nvSpPr>
        <p:spPr>
          <a:xfrm>
            <a:off x="9234686" y="1044148"/>
            <a:ext cx="80000" cy="140000"/>
          </a:xfrm>
          <a:prstGeom prst="rect">
            <a:avLst/>
          </a:prstGeom>
          <a:solidFill>
            <a:schemeClr val="bg1"/>
          </a:solidFill>
          <a:ln>
            <a:noFill/>
          </a:ln>
        </p:spPr>
        <p:txBody>
          <a:bodyPr rtlCol="0" anchor="ctr"/>
          <a:lstStyle/>
          <a:p>
            <a:pPr algn="ctr"/>
            <a:endParaRPr lang="fr-FR"/>
          </a:p>
        </p:txBody>
      </p:sp>
      <p:sp>
        <p:nvSpPr>
          <p:cNvPr id="4" name="Glyph122"/>
          <p:cNvSpPr/>
          <p:nvPr/>
        </p:nvSpPr>
        <p:spPr>
          <a:xfrm>
            <a:off x="9349686" y="974148"/>
            <a:ext cx="80000" cy="210000"/>
          </a:xfrm>
          <a:prstGeom prst="rect">
            <a:avLst/>
          </a:prstGeom>
          <a:solidFill>
            <a:schemeClr val="bg1"/>
          </a:solidFill>
          <a:ln>
            <a:noFill/>
          </a:ln>
        </p:spPr>
        <p:txBody>
          <a:bodyPr rtlCol="0" anchor="ctr"/>
          <a:lstStyle/>
          <a:p>
            <a:pPr algn="ctr"/>
            <a:endParaRPr lang="fr-FR"/>
          </a:p>
        </p:txBody>
      </p:sp>
      <p:sp>
        <p:nvSpPr>
          <p:cNvPr id="6" name="Glyph123"/>
          <p:cNvSpPr/>
          <p:nvPr/>
        </p:nvSpPr>
        <p:spPr>
          <a:xfrm>
            <a:off x="9464686" y="894148"/>
            <a:ext cx="80000" cy="290000"/>
          </a:xfrm>
          <a:prstGeom prst="rect">
            <a:avLst/>
          </a:prstGeom>
          <a:solidFill>
            <a:schemeClr val="bg1"/>
          </a:solidFill>
          <a:ln>
            <a:noFill/>
          </a:ln>
        </p:spPr>
        <p:txBody>
          <a:bodyPr rtlCol="0" anchor="ctr"/>
          <a:lstStyle/>
          <a:p>
            <a:pPr algn="ctr"/>
            <a:endParaRPr lang="fr-FR"/>
          </a:p>
        </p:txBody>
      </p:sp>
      <p:sp>
        <p:nvSpPr>
          <p:cNvPr id="200" name="RoadmapLabel2"/>
          <p:cNvSpPr txBox="1"/>
          <p:nvPr/>
        </p:nvSpPr>
        <p:spPr>
          <a:xfrm>
            <a:off x="1255471" y="4350000"/>
            <a:ext cx="10822455" cy="320000"/>
          </a:xfrm>
          <a:prstGeom prst="rect">
            <a:avLst/>
          </a:prstGeom>
          <a:noFill/>
        </p:spPr>
        <p:txBody>
          <a:bodyPr wrap="square" rtlCol="0">
            <a:noAutofit/>
          </a:bodyPr>
          <a:lstStyle/>
          <a:p>
            <a:r>
              <a:rPr lang="fr-FR" sz="1300" b="1">
                <a:solidFill>
                  <a:srgbClr val="C00000"/>
                </a:solidFill>
                <a:latin typeface="Arial" panose="020B0604020202020204"/>
                <a:cs typeface="Arial" panose="020B0604020202020204"/>
              </a:rPr>
              <a:t>Maturité et adoption : feuille de route pour le secteur financier</a:t>
            </a:r>
          </a:p>
        </p:txBody>
      </p:sp>
      <p:sp>
        <p:nvSpPr>
          <p:cNvPr id="210" name="HLine"/>
          <p:cNvSpPr/>
          <p:nvPr/>
        </p:nvSpPr>
        <p:spPr>
          <a:xfrm>
            <a:off x="1500000" y="5350000"/>
            <a:ext cx="9200000" cy="25400"/>
          </a:xfrm>
          <a:prstGeom prst="rect">
            <a:avLst/>
          </a:prstGeom>
          <a:solidFill>
            <a:srgbClr val="C00000"/>
          </a:solidFill>
          <a:ln>
            <a:noFill/>
          </a:ln>
        </p:spPr>
        <p:txBody>
          <a:bodyPr/>
          <a:lstStyle/>
          <a:p>
            <a:endParaRPr lang="fr-FR"/>
          </a:p>
        </p:txBody>
      </p:sp>
      <p:sp>
        <p:nvSpPr>
          <p:cNvPr id="220" name="HNode220"/>
          <p:cNvSpPr/>
          <p:nvPr/>
        </p:nvSpPr>
        <p:spPr>
          <a:xfrm>
            <a:off x="1420000" y="5282700"/>
            <a:ext cx="160000" cy="160000"/>
          </a:xfrm>
          <a:prstGeom prst="ellipse">
            <a:avLst/>
          </a:prstGeom>
          <a:solidFill>
            <a:srgbClr val="C00000"/>
          </a:solidFill>
          <a:ln w="19050">
            <a:solidFill>
              <a:schemeClr val="bg1"/>
            </a:solidFill>
          </a:ln>
        </p:spPr>
        <p:txBody>
          <a:bodyPr/>
          <a:lstStyle/>
          <a:p>
            <a:endParaRPr lang="fr-FR"/>
          </a:p>
        </p:txBody>
      </p:sp>
      <p:sp>
        <p:nvSpPr>
          <p:cNvPr id="230" name="HText230"/>
          <p:cNvSpPr txBox="1"/>
          <p:nvPr/>
        </p:nvSpPr>
        <p:spPr>
          <a:xfrm>
            <a:off x="250000" y="5550000"/>
            <a:ext cx="2500000" cy="1200000"/>
          </a:xfrm>
          <a:prstGeom prst="rect">
            <a:avLst/>
          </a:prstGeom>
          <a:noFill/>
        </p:spPr>
        <p:txBody>
          <a:bodyPr wrap="square" rtlCol="0">
            <a:noAutofit/>
          </a:bodyPr>
          <a:lstStyle/>
          <a:p>
            <a:pPr algn="ctr"/>
            <a:r>
              <a:rPr lang="fr-FR" sz="1100" b="1">
                <a:solidFill>
                  <a:srgbClr val="C00000"/>
                </a:solidFill>
                <a:latin typeface="Arial" panose="020B0604020202020204"/>
                <a:cs typeface="Arial" panose="020B0604020202020204"/>
              </a:rPr>
              <a:t>Aujourd’hui</a:t>
            </a:r>
          </a:p>
          <a:p>
            <a:pPr algn="ctr"/>
            <a:r>
              <a:rPr lang="fr-FR" sz="1000">
                <a:solidFill>
                  <a:srgbClr val="000000"/>
                </a:solidFill>
                <a:latin typeface="Arial" panose="020B0604020202020204"/>
                <a:cs typeface="Arial" panose="020B0604020202020204"/>
              </a:rPr>
              <a:t>Expérimentation : POC sur l’optimisation de portefeuille et le pricing (ère NISQ)</a:t>
            </a:r>
          </a:p>
        </p:txBody>
      </p:sp>
      <p:sp>
        <p:nvSpPr>
          <p:cNvPr id="221" name="HNode221"/>
          <p:cNvSpPr/>
          <p:nvPr/>
        </p:nvSpPr>
        <p:spPr>
          <a:xfrm>
            <a:off x="4486666" y="5282700"/>
            <a:ext cx="160000" cy="160000"/>
          </a:xfrm>
          <a:prstGeom prst="ellipse">
            <a:avLst/>
          </a:prstGeom>
          <a:solidFill>
            <a:srgbClr val="C00000"/>
          </a:solidFill>
          <a:ln w="19050">
            <a:solidFill>
              <a:schemeClr val="bg1"/>
            </a:solidFill>
          </a:ln>
        </p:spPr>
        <p:txBody>
          <a:bodyPr/>
          <a:lstStyle/>
          <a:p>
            <a:endParaRPr lang="fr-FR"/>
          </a:p>
        </p:txBody>
      </p:sp>
      <p:sp>
        <p:nvSpPr>
          <p:cNvPr id="231" name="HText231"/>
          <p:cNvSpPr txBox="1"/>
          <p:nvPr/>
        </p:nvSpPr>
        <p:spPr>
          <a:xfrm>
            <a:off x="3316666" y="5550000"/>
            <a:ext cx="2500000" cy="1200000"/>
          </a:xfrm>
          <a:prstGeom prst="rect">
            <a:avLst/>
          </a:prstGeom>
          <a:noFill/>
        </p:spPr>
        <p:txBody>
          <a:bodyPr wrap="square" rtlCol="0">
            <a:noAutofit/>
          </a:bodyPr>
          <a:lstStyle/>
          <a:p>
            <a:pPr algn="ctr"/>
            <a:r>
              <a:rPr lang="fr-FR" sz="1100" b="1">
                <a:solidFill>
                  <a:srgbClr val="C00000"/>
                </a:solidFill>
                <a:latin typeface="Arial" panose="020B0604020202020204"/>
                <a:cs typeface="Arial" panose="020B0604020202020204"/>
              </a:rPr>
              <a:t>2-4 ans</a:t>
            </a:r>
          </a:p>
          <a:p>
            <a:pPr algn="ctr"/>
            <a:r>
              <a:rPr lang="fr-FR" sz="1000">
                <a:solidFill>
                  <a:srgbClr val="000000"/>
                </a:solidFill>
                <a:latin typeface="Arial" panose="020B0604020202020204"/>
                <a:cs typeface="Arial" panose="020B0604020202020204"/>
              </a:rPr>
              <a:t>Avantage hybride sur des cas d’usage ciblés ; montée en compétences internes</a:t>
            </a:r>
          </a:p>
        </p:txBody>
      </p:sp>
      <p:sp>
        <p:nvSpPr>
          <p:cNvPr id="222" name="HNode222"/>
          <p:cNvSpPr/>
          <p:nvPr/>
        </p:nvSpPr>
        <p:spPr>
          <a:xfrm>
            <a:off x="7553332" y="5282700"/>
            <a:ext cx="160000" cy="160000"/>
          </a:xfrm>
          <a:prstGeom prst="ellipse">
            <a:avLst/>
          </a:prstGeom>
          <a:solidFill>
            <a:srgbClr val="C00000"/>
          </a:solidFill>
          <a:ln w="19050">
            <a:solidFill>
              <a:schemeClr val="bg1"/>
            </a:solidFill>
          </a:ln>
        </p:spPr>
        <p:txBody>
          <a:bodyPr/>
          <a:lstStyle/>
          <a:p>
            <a:endParaRPr lang="fr-FR"/>
          </a:p>
        </p:txBody>
      </p:sp>
      <p:sp>
        <p:nvSpPr>
          <p:cNvPr id="232" name="HText232"/>
          <p:cNvSpPr txBox="1"/>
          <p:nvPr/>
        </p:nvSpPr>
        <p:spPr>
          <a:xfrm>
            <a:off x="6383332" y="5550000"/>
            <a:ext cx="2500000" cy="1200000"/>
          </a:xfrm>
          <a:prstGeom prst="rect">
            <a:avLst/>
          </a:prstGeom>
          <a:noFill/>
        </p:spPr>
        <p:txBody>
          <a:bodyPr wrap="square" rtlCol="0">
            <a:noAutofit/>
          </a:bodyPr>
          <a:lstStyle/>
          <a:p>
            <a:pPr algn="ctr"/>
            <a:r>
              <a:rPr lang="fr-FR" sz="1100" b="1">
                <a:solidFill>
                  <a:srgbClr val="C00000"/>
                </a:solidFill>
                <a:latin typeface="Arial" panose="020B0604020202020204"/>
                <a:cs typeface="Arial" panose="020B0604020202020204"/>
              </a:rPr>
              <a:t>5-8 ans</a:t>
            </a:r>
          </a:p>
          <a:p>
            <a:pPr algn="ctr"/>
            <a:r>
              <a:rPr lang="fr-FR" sz="1000">
                <a:solidFill>
                  <a:srgbClr val="000000"/>
                </a:solidFill>
                <a:latin typeface="Arial" panose="020B0604020202020204"/>
                <a:cs typeface="Arial" panose="020B0604020202020204"/>
              </a:rPr>
              <a:t>Matériel tolérant aux pannes émergent ; intégration progressive en production</a:t>
            </a:r>
          </a:p>
        </p:txBody>
      </p:sp>
      <p:sp>
        <p:nvSpPr>
          <p:cNvPr id="223" name="HNode223"/>
          <p:cNvSpPr/>
          <p:nvPr/>
        </p:nvSpPr>
        <p:spPr>
          <a:xfrm>
            <a:off x="10620000" y="5282700"/>
            <a:ext cx="160000" cy="160000"/>
          </a:xfrm>
          <a:prstGeom prst="ellipse">
            <a:avLst/>
          </a:prstGeom>
          <a:solidFill>
            <a:srgbClr val="C00000"/>
          </a:solidFill>
          <a:ln w="19050">
            <a:solidFill>
              <a:schemeClr val="bg1"/>
            </a:solidFill>
          </a:ln>
        </p:spPr>
        <p:txBody>
          <a:bodyPr/>
          <a:lstStyle/>
          <a:p>
            <a:endParaRPr lang="fr-FR"/>
          </a:p>
        </p:txBody>
      </p:sp>
      <p:sp>
        <p:nvSpPr>
          <p:cNvPr id="233" name="HText233"/>
          <p:cNvSpPr txBox="1"/>
          <p:nvPr/>
        </p:nvSpPr>
        <p:spPr>
          <a:xfrm>
            <a:off x="9450000" y="5550000"/>
            <a:ext cx="2500000" cy="1200000"/>
          </a:xfrm>
          <a:prstGeom prst="rect">
            <a:avLst/>
          </a:prstGeom>
          <a:noFill/>
        </p:spPr>
        <p:txBody>
          <a:bodyPr wrap="square" rtlCol="0">
            <a:noAutofit/>
          </a:bodyPr>
          <a:lstStyle/>
          <a:p>
            <a:pPr algn="ctr"/>
            <a:r>
              <a:rPr lang="fr-FR" sz="1100" b="1">
                <a:solidFill>
                  <a:srgbClr val="C00000"/>
                </a:solidFill>
                <a:latin typeface="Arial" panose="020B0604020202020204"/>
                <a:cs typeface="Arial" panose="020B0604020202020204"/>
              </a:rPr>
              <a:t>10-15 ans</a:t>
            </a:r>
          </a:p>
          <a:p>
            <a:pPr algn="ctr"/>
            <a:r>
              <a:rPr lang="fr-FR" sz="1000">
                <a:solidFill>
                  <a:srgbClr val="000000"/>
                </a:solidFill>
                <a:latin typeface="Arial" panose="020B0604020202020204"/>
                <a:cs typeface="Arial" panose="020B0604020202020204"/>
              </a:rPr>
              <a:t>Migration PQC généralisée ; quantique comme coprocesseur standard</a:t>
            </a:r>
          </a:p>
        </p:txBody>
      </p:sp>
    </p:spTree>
    <p:extLst>
      <p:ext uri="{BB962C8B-B14F-4D97-AF65-F5344CB8AC3E}">
        <p14:creationId xmlns:p14="http://schemas.microsoft.com/office/powerpoint/2010/main" val="567715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1719408" y="44616"/>
            <a:ext cx="10822455" cy="300679"/>
          </a:xfrm>
        </p:spPr>
        <p:txBody>
          <a:bodyPr/>
          <a:lstStyle/>
          <a:p>
            <a:r>
              <a:rPr lang="fr-FR" sz="1600" b="1"/>
              <a:t>Q-Day : risques, vecteurs d’attaque et transition PQC sectorielle</a:t>
            </a:r>
          </a:p>
        </p:txBody>
      </p:sp>
      <p:sp>
        <p:nvSpPr>
          <p:cNvPr id="2" name="ZoneTexte 1"/>
          <p:cNvSpPr txBox="1"/>
          <p:nvPr/>
        </p:nvSpPr>
        <p:spPr>
          <a:xfrm>
            <a:off x="166074" y="156410"/>
            <a:ext cx="374968" cy="253916"/>
          </a:xfrm>
          <a:prstGeom prst="rect">
            <a:avLst/>
          </a:prstGeom>
          <a:noFill/>
        </p:spPr>
        <p:txBody>
          <a:bodyPr wrap="square" lIns="91440" tIns="45720" rIns="91440" bIns="45720" rtlCol="0" anchor="ctr">
            <a:spAutoFit/>
          </a:bodyPr>
          <a:lstStyle/>
          <a:p>
            <a:pPr marL="0" marR="0" lvl="0" indent="0" algn="ctr" defTabSz="914400" rtl="0" eaLnBrk="1" fontAlgn="auto" latinLnBrk="0" hangingPunct="1">
              <a:buNone/>
            </a:pPr>
            <a:r>
              <a:rPr lang="fr-FR" sz="1050" b="0">
                <a:solidFill>
                  <a:srgbClr val="000000"/>
                </a:solidFill>
                <a:latin typeface="Arial" panose="020B0604020202020204"/>
                <a:cs typeface="Arial" panose="020B0604020202020204"/>
              </a:rPr>
              <a:t>7</a:t>
            </a:r>
          </a:p>
        </p:txBody>
      </p:sp>
      <p:sp>
        <p:nvSpPr>
          <p:cNvPr id="6" name="ContentBox6"/>
          <p:cNvSpPr/>
          <p:nvPr/>
        </p:nvSpPr>
        <p:spPr>
          <a:xfrm>
            <a:off x="1255471" y="537523"/>
            <a:ext cx="6827825" cy="6093865"/>
          </a:xfrm>
          <a:prstGeom prst="roundRect">
            <a:avLst>
              <a:gd name="adj" fmla="val 7375"/>
            </a:avLst>
          </a:prstGeom>
          <a:solidFill>
            <a:schemeClr val="bg1">
              <a:lumMod val="85000"/>
              <a:alpha val="25000"/>
            </a:schemeClr>
          </a:solidFill>
          <a:ln w="12700" cap="flat" cmpd="sng" algn="ctr">
            <a:noFill/>
          </a:ln>
        </p:spPr>
        <p:txBody>
          <a:bodyPr spcFirstLastPara="0" vert="horz" wrap="square" lIns="137160" tIns="91440" rIns="137160" bIns="91440" numCol="1" spcCol="1270" anchor="t" anchorCtr="0">
            <a:noAutofit/>
          </a:bodyPr>
          <a:lstStyle/>
          <a:p>
            <a:pPr algn="just"/>
            <a:r>
              <a:rPr lang="fr-FR" sz="1400" b="1">
                <a:solidFill>
                  <a:srgbClr val="C00000"/>
                </a:solidFill>
                <a:latin typeface="Arial" panose="020B0604020202020204"/>
                <a:cs typeface="Arial" panose="020B0604020202020204"/>
              </a:rPr>
              <a:t>Deux vecteurs de menace immédiats</a:t>
            </a:r>
          </a:p>
          <a:p>
            <a:pPr algn="just"/>
            <a:r>
              <a:rPr lang="fr-FR" sz="1100" b="1">
                <a:solidFill>
                  <a:srgbClr val="C00000"/>
                </a:solidFill>
                <a:latin typeface="Arial" panose="020B0604020202020204"/>
                <a:cs typeface="Arial" panose="020B0604020202020204"/>
              </a:rPr>
              <a:t>Harvest Now, Decrypt Later (HNDL). </a:t>
            </a:r>
            <a:r>
              <a:rPr lang="fr-FR" sz="1100">
                <a:solidFill>
                  <a:srgbClr val="000000"/>
                </a:solidFill>
                <a:latin typeface="Arial" panose="020B0604020202020204"/>
                <a:cs typeface="Arial" panose="020B0604020202020204"/>
              </a:rPr>
              <a:t>Des acteurs malveillants capturent dès aujourd’hui les flux chiffrés (SWIFT, TLS bancaire, communications gouvernementales) dans l’espoir de les déchiffrer lors du Q-Day. La Commission européenne (NIS2 amendé, fév. 2026) qualifie cette menace d’« active dès maintenant ».</a:t>
            </a:r>
          </a:p>
          <a:p>
            <a:pPr algn="just"/>
            <a:r>
              <a:rPr lang="fr-FR" sz="1100" b="1">
                <a:solidFill>
                  <a:srgbClr val="C00000"/>
                </a:solidFill>
                <a:latin typeface="Arial" panose="020B0604020202020204"/>
                <a:cs typeface="Arial" panose="020B0604020202020204"/>
              </a:rPr>
              <a:t>Rupture de la signature numérique. </a:t>
            </a:r>
            <a:r>
              <a:rPr lang="fr-FR" sz="1100">
                <a:solidFill>
                  <a:srgbClr val="000000"/>
                </a:solidFill>
                <a:latin typeface="Arial" panose="020B0604020202020204"/>
                <a:cs typeface="Arial" panose="020B0604020202020204"/>
              </a:rPr>
              <a:t>Forger une signature RSA ou ECDSA permettrait de falsifier des transactions, des mises à jour logicielles ou des certificats d’authentification — vecteur critique pour les infrastructures de marché (CSD, CCP, systèmes de paiement).</a:t>
            </a:r>
          </a:p>
          <a:p>
            <a:endParaRPr lang="fr-FR" sz="600"/>
          </a:p>
          <a:p>
            <a:pPr algn="just"/>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r>
              <a:rPr lang="fr-FR" sz="1400" b="1">
                <a:solidFill>
                  <a:srgbClr val="C00000"/>
                </a:solidFill>
                <a:latin typeface="Arial" panose="020B0604020202020204"/>
                <a:cs typeface="Arial" panose="020B0604020202020204"/>
              </a:rPr>
              <a:t>Les secteurs les plus exposés selon EY, McKinsey et KPMG</a:t>
            </a:r>
          </a:p>
          <a:p>
            <a:pPr algn="just"/>
            <a:r>
              <a:rPr lang="fr-FR" sz="1100" b="1">
                <a:solidFill>
                  <a:srgbClr val="C00000"/>
                </a:solidFill>
                <a:latin typeface="Arial" panose="020B0604020202020204"/>
                <a:cs typeface="Arial" panose="020B0604020202020204"/>
              </a:rPr>
              <a:t>Finance &amp; banques. </a:t>
            </a:r>
            <a:r>
              <a:rPr lang="fr-FR" sz="1100">
                <a:solidFill>
                  <a:srgbClr val="000000"/>
                </a:solidFill>
                <a:latin typeface="Arial" panose="020B0604020202020204"/>
                <a:cs typeface="Arial" panose="020B0604020202020204"/>
              </a:rPr>
              <a:t>Transactions interbancaires, tokenisation d’actifs, blockchain. JPMorgan, HSBC et Goldman Sachs déploient déjà des solutions PQC hybrides (McKinsey, 2026).</a:t>
            </a:r>
          </a:p>
          <a:p>
            <a:pPr algn="just"/>
            <a:r>
              <a:rPr lang="fr-FR" sz="1100" b="1">
                <a:solidFill>
                  <a:srgbClr val="C00000"/>
                </a:solidFill>
                <a:latin typeface="Arial" panose="020B0604020202020204"/>
                <a:cs typeface="Arial" panose="020B0604020202020204"/>
              </a:rPr>
              <a:t>Infrastructures critiques. </a:t>
            </a:r>
            <a:r>
              <a:rPr lang="fr-FR" sz="1100">
                <a:solidFill>
                  <a:srgbClr val="000000"/>
                </a:solidFill>
                <a:latin typeface="Arial" panose="020B0604020202020204"/>
                <a:cs typeface="Arial" panose="020B0604020202020204"/>
              </a:rPr>
              <a:t>Énergie, télécoms, santé, défense. 65 % des organisations craignent les attaques HNDL ; 95 % n’ont pas de plan de transition formalisé (DigiCert / KPMG, 2025).</a:t>
            </a:r>
          </a:p>
          <a:p>
            <a:pPr algn="just"/>
            <a:r>
              <a:rPr lang="fr-FR" sz="1100" b="1">
                <a:solidFill>
                  <a:srgbClr val="C00000"/>
                </a:solidFill>
                <a:latin typeface="Arial" panose="020B0604020202020204"/>
                <a:cs typeface="Arial" panose="020B0604020202020204"/>
              </a:rPr>
              <a:t>Gouvernements &amp; souveraineté. </a:t>
            </a:r>
            <a:r>
              <a:rPr lang="fr-FR" sz="1100">
                <a:solidFill>
                  <a:srgbClr val="000000"/>
                </a:solidFill>
                <a:latin typeface="Arial" panose="020B0604020202020204"/>
                <a:cs typeface="Arial" panose="020B0604020202020204"/>
              </a:rPr>
              <a:t>Données classifiées, communications diplomatiques. Le gouvernement américain impose la migration PQC de tous les systèmes fédéraux d’ici 2035 (OMB / CNSA 2.0)..</a:t>
            </a:r>
          </a:p>
          <a:p>
            <a:endParaRPr lang="fr-FR" sz="600"/>
          </a:p>
          <a:p>
            <a:pPr algn="just"/>
            <a:endParaRPr lang="fr-FR" sz="800" i="1">
              <a:solidFill>
                <a:srgbClr val="595959"/>
              </a:solidFill>
              <a:latin typeface="Arial" panose="020B0604020202020204"/>
              <a:cs typeface="Arial" panose="020B0604020202020204"/>
            </a:endParaRPr>
          </a:p>
          <a:p>
            <a:pPr algn="just"/>
            <a:endParaRPr lang="fr-FR" sz="800" i="1">
              <a:solidFill>
                <a:srgbClr val="595959"/>
              </a:solidFill>
              <a:latin typeface="Arial" panose="020B0604020202020204"/>
              <a:cs typeface="Arial" panose="020B0604020202020204"/>
            </a:endParaRPr>
          </a:p>
          <a:p>
            <a:pPr algn="just"/>
            <a:endParaRPr lang="fr-FR" sz="800" i="1">
              <a:solidFill>
                <a:srgbClr val="595959"/>
              </a:solidFill>
              <a:latin typeface="Arial" panose="020B0604020202020204"/>
              <a:cs typeface="Arial" panose="020B0604020202020204"/>
            </a:endParaRPr>
          </a:p>
          <a:p>
            <a:pPr algn="just"/>
            <a:endParaRPr lang="fr-FR" sz="800" i="1">
              <a:solidFill>
                <a:srgbClr val="595959"/>
              </a:solidFill>
              <a:latin typeface="Arial" panose="020B0604020202020204"/>
              <a:cs typeface="Arial" panose="020B0604020202020204"/>
            </a:endParaRPr>
          </a:p>
          <a:p>
            <a:pPr algn="just"/>
            <a:endParaRPr lang="fr-FR" sz="800" i="1">
              <a:solidFill>
                <a:srgbClr val="595959"/>
              </a:solidFill>
              <a:latin typeface="Arial" panose="020B0604020202020204"/>
              <a:cs typeface="Arial" panose="020B0604020202020204"/>
            </a:endParaRPr>
          </a:p>
          <a:p>
            <a:pPr algn="just"/>
            <a:endParaRPr lang="fr-FR" sz="800" i="1">
              <a:solidFill>
                <a:srgbClr val="595959"/>
              </a:solidFill>
              <a:latin typeface="Arial" panose="020B0604020202020204"/>
              <a:cs typeface="Arial" panose="020B0604020202020204"/>
            </a:endParaRPr>
          </a:p>
          <a:p>
            <a:pPr algn="just"/>
            <a:endParaRPr lang="fr-FR" sz="800" i="1">
              <a:solidFill>
                <a:srgbClr val="595959"/>
              </a:solidFill>
              <a:latin typeface="Arial" panose="020B0604020202020204"/>
              <a:cs typeface="Arial" panose="020B0604020202020204"/>
            </a:endParaRPr>
          </a:p>
          <a:p>
            <a:pPr algn="just"/>
            <a:endParaRPr lang="fr-FR" sz="800" i="1">
              <a:solidFill>
                <a:srgbClr val="595959"/>
              </a:solidFill>
              <a:latin typeface="Arial" panose="020B0604020202020204"/>
              <a:cs typeface="Arial" panose="020B0604020202020204"/>
            </a:endParaRPr>
          </a:p>
          <a:p>
            <a:pPr algn="just"/>
            <a:endParaRPr lang="fr-FR" sz="800" i="1">
              <a:solidFill>
                <a:srgbClr val="595959"/>
              </a:solidFill>
              <a:latin typeface="Arial" panose="020B0604020202020204"/>
              <a:cs typeface="Arial" panose="020B0604020202020204"/>
            </a:endParaRPr>
          </a:p>
          <a:p>
            <a:pPr algn="just"/>
            <a:endParaRPr lang="fr-FR" sz="800" i="1">
              <a:solidFill>
                <a:srgbClr val="595959"/>
              </a:solidFill>
              <a:latin typeface="Arial" panose="020B0604020202020204"/>
              <a:cs typeface="Arial" panose="020B0604020202020204"/>
            </a:endParaRPr>
          </a:p>
          <a:p>
            <a:pPr algn="just"/>
            <a:endParaRPr lang="fr-FR" sz="800" i="1">
              <a:solidFill>
                <a:srgbClr val="595959"/>
              </a:solidFill>
              <a:latin typeface="Arial" panose="020B0604020202020204"/>
              <a:cs typeface="Arial" panose="020B0604020202020204"/>
            </a:endParaRPr>
          </a:p>
          <a:p>
            <a:pPr algn="just"/>
            <a:r>
              <a:rPr lang="fr-FR" sz="800" i="1">
                <a:solidFill>
                  <a:srgbClr val="595959"/>
                </a:solidFill>
                <a:latin typeface="Arial" panose="020B0604020202020204"/>
                <a:cs typeface="Arial" panose="020B0604020202020204"/>
              </a:rPr>
              <a:t>Sources : McKinsey Quantum Cybersecurity (avr. 2026) • EY Netherlands (fév. 2026) • KPMG Quantum Readiness (2025) • NIS Cooperation Group / CE Roadmap PQC (juin 2025) • G7 CEG Quantum Roadmap (2025) • NIST FIPS 203/204/205 (août 2024)</a:t>
            </a:r>
          </a:p>
        </p:txBody>
      </p:sp>
      <p:sp>
        <p:nvSpPr>
          <p:cNvPr id="100" name="IconCircle100"/>
          <p:cNvSpPr/>
          <p:nvPr/>
        </p:nvSpPr>
        <p:spPr>
          <a:xfrm>
            <a:off x="510450" y="1000000"/>
            <a:ext cx="544148" cy="54414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Glyph101"/>
          <p:cNvSpPr/>
          <p:nvPr/>
        </p:nvSpPr>
        <p:spPr>
          <a:xfrm>
            <a:off x="662524" y="1274148"/>
            <a:ext cx="240000" cy="180000"/>
          </a:xfrm>
          <a:prstGeom prst="roundRect">
            <a:avLst>
              <a:gd name="adj" fmla="val 16000"/>
            </a:avLst>
          </a:prstGeom>
          <a:solidFill>
            <a:schemeClr val="bg1"/>
          </a:solidFill>
          <a:ln>
            <a:noFill/>
          </a:ln>
        </p:spPr>
        <p:txBody>
          <a:bodyPr rtlCol="0" anchor="ctr"/>
          <a:lstStyle/>
          <a:p>
            <a:pPr algn="ctr"/>
            <a:endParaRPr lang="fr-FR"/>
          </a:p>
        </p:txBody>
      </p:sp>
      <p:sp>
        <p:nvSpPr>
          <p:cNvPr id="102" name="Glyph102"/>
          <p:cNvSpPr/>
          <p:nvPr/>
        </p:nvSpPr>
        <p:spPr>
          <a:xfrm>
            <a:off x="692524" y="1174148"/>
            <a:ext cx="180000" cy="160000"/>
          </a:xfrm>
          <a:prstGeom prst="blockArc">
            <a:avLst/>
          </a:prstGeom>
          <a:noFill/>
          <a:ln w="19050">
            <a:solidFill>
              <a:schemeClr val="bg1"/>
            </a:solidFill>
          </a:ln>
        </p:spPr>
        <p:txBody>
          <a:bodyPr rtlCol="0" anchor="ctr"/>
          <a:lstStyle/>
          <a:p>
            <a:pPr algn="ctr"/>
            <a:endParaRPr lang="fr-FR"/>
          </a:p>
        </p:txBody>
      </p:sp>
      <p:sp>
        <p:nvSpPr>
          <p:cNvPr id="110" name="IconCircle110"/>
          <p:cNvSpPr/>
          <p:nvPr/>
        </p:nvSpPr>
        <p:spPr>
          <a:xfrm>
            <a:off x="510450" y="3500000"/>
            <a:ext cx="544148" cy="54414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Glyph111"/>
          <p:cNvSpPr/>
          <p:nvPr/>
        </p:nvSpPr>
        <p:spPr>
          <a:xfrm>
            <a:off x="622524" y="3612074"/>
            <a:ext cx="320000" cy="320000"/>
          </a:xfrm>
          <a:prstGeom prst="plaque">
            <a:avLst>
              <a:gd name="adj" fmla="val 20000"/>
            </a:avLst>
          </a:prstGeom>
          <a:solidFill>
            <a:schemeClr val="bg1"/>
          </a:solidFill>
          <a:ln>
            <a:noFill/>
          </a:ln>
        </p:spPr>
        <p:txBody>
          <a:bodyPr rtlCol="0" anchor="ctr"/>
          <a:lstStyle/>
          <a:p>
            <a:pPr algn="ctr"/>
            <a:endParaRPr lang="fr-FR"/>
          </a:p>
        </p:txBody>
      </p:sp>
      <p:sp>
        <p:nvSpPr>
          <p:cNvPr id="121" name="Glyph121"/>
          <p:cNvSpPr/>
          <p:nvPr/>
        </p:nvSpPr>
        <p:spPr>
          <a:xfrm>
            <a:off x="612524" y="5772074"/>
            <a:ext cx="340000" cy="200000"/>
          </a:xfrm>
          <a:prstGeom prst="rightArrow">
            <a:avLst/>
          </a:prstGeom>
          <a:solidFill>
            <a:schemeClr val="bg1"/>
          </a:solidFill>
          <a:ln>
            <a:noFill/>
          </a:ln>
        </p:spPr>
        <p:txBody>
          <a:bodyPr rtlCol="0" anchor="ctr"/>
          <a:lstStyle/>
          <a:p>
            <a:pPr algn="ctr"/>
            <a:endParaRPr lang="fr-FR"/>
          </a:p>
        </p:txBody>
      </p:sp>
      <p:sp>
        <p:nvSpPr>
          <p:cNvPr id="40" name="RightColTitle"/>
          <p:cNvSpPr txBox="1"/>
          <p:nvPr/>
        </p:nvSpPr>
        <p:spPr>
          <a:xfrm>
            <a:off x="8284830" y="440000"/>
            <a:ext cx="3735170" cy="320000"/>
          </a:xfrm>
          <a:prstGeom prst="rect">
            <a:avLst/>
          </a:prstGeom>
          <a:noFill/>
        </p:spPr>
        <p:txBody>
          <a:bodyPr wrap="square" rtlCol="0">
            <a:noAutofit/>
          </a:bodyPr>
          <a:lstStyle/>
          <a:p>
            <a:r>
              <a:rPr lang="fr-FR" sz="1200" b="1">
                <a:solidFill>
                  <a:srgbClr val="C00000"/>
                </a:solidFill>
                <a:latin typeface="Arial" panose="020B0604020202020204"/>
                <a:cs typeface="Arial" panose="020B0604020202020204"/>
              </a:rPr>
              <a:t>Cadre réglementaire mondial de transition PQC</a:t>
            </a:r>
          </a:p>
        </p:txBody>
      </p:sp>
      <p:sp>
        <p:nvSpPr>
          <p:cNvPr id="41" name="TL41"/>
          <p:cNvSpPr/>
          <p:nvPr/>
        </p:nvSpPr>
        <p:spPr>
          <a:xfrm>
            <a:off x="8550000" y="1080000"/>
            <a:ext cx="25400" cy="5000000"/>
          </a:xfrm>
          <a:prstGeom prst="rect">
            <a:avLst/>
          </a:prstGeom>
          <a:solidFill>
            <a:schemeClr val="accent1">
              <a:lumMod val="60000"/>
              <a:lumOff val="40000"/>
            </a:schemeClr>
          </a:solidFill>
          <a:ln>
            <a:noFill/>
          </a:ln>
        </p:spPr>
        <p:txBody>
          <a:bodyPr/>
          <a:lstStyle/>
          <a:p>
            <a:endParaRPr lang="fr-FR"/>
          </a:p>
        </p:txBody>
      </p:sp>
      <p:sp>
        <p:nvSpPr>
          <p:cNvPr id="42" name="TN42"/>
          <p:cNvSpPr/>
          <p:nvPr/>
        </p:nvSpPr>
        <p:spPr>
          <a:xfrm>
            <a:off x="8482700" y="1020000"/>
            <a:ext cx="160000" cy="160000"/>
          </a:xfrm>
          <a:prstGeom prst="ellipse">
            <a:avLst/>
          </a:prstGeom>
          <a:solidFill>
            <a:srgbClr val="C00000"/>
          </a:solidFill>
          <a:ln w="19050">
            <a:solidFill>
              <a:schemeClr val="bg1"/>
            </a:solidFill>
          </a:ln>
        </p:spPr>
        <p:txBody>
          <a:bodyPr/>
          <a:lstStyle/>
          <a:p>
            <a:endParaRPr lang="fr-FR"/>
          </a:p>
        </p:txBody>
      </p:sp>
      <p:sp>
        <p:nvSpPr>
          <p:cNvPr id="43" name="TN43"/>
          <p:cNvSpPr/>
          <p:nvPr/>
        </p:nvSpPr>
        <p:spPr>
          <a:xfrm>
            <a:off x="8482700" y="2520000"/>
            <a:ext cx="160000" cy="160000"/>
          </a:xfrm>
          <a:prstGeom prst="ellipse">
            <a:avLst/>
          </a:prstGeom>
          <a:solidFill>
            <a:srgbClr val="C00000"/>
          </a:solidFill>
          <a:ln w="19050">
            <a:solidFill>
              <a:schemeClr val="bg1"/>
            </a:solidFill>
          </a:ln>
        </p:spPr>
        <p:txBody>
          <a:bodyPr/>
          <a:lstStyle/>
          <a:p>
            <a:endParaRPr lang="fr-FR"/>
          </a:p>
        </p:txBody>
      </p:sp>
      <p:sp>
        <p:nvSpPr>
          <p:cNvPr id="44" name="TN44"/>
          <p:cNvSpPr/>
          <p:nvPr/>
        </p:nvSpPr>
        <p:spPr>
          <a:xfrm>
            <a:off x="8482700" y="4120000"/>
            <a:ext cx="160000" cy="160000"/>
          </a:xfrm>
          <a:prstGeom prst="ellipse">
            <a:avLst/>
          </a:prstGeom>
          <a:solidFill>
            <a:srgbClr val="C00000"/>
          </a:solidFill>
          <a:ln w="19050">
            <a:solidFill>
              <a:schemeClr val="bg1"/>
            </a:solidFill>
          </a:ln>
        </p:spPr>
        <p:txBody>
          <a:bodyPr/>
          <a:lstStyle/>
          <a:p>
            <a:endParaRPr lang="fr-FR"/>
          </a:p>
        </p:txBody>
      </p:sp>
      <p:sp>
        <p:nvSpPr>
          <p:cNvPr id="45" name="TN45"/>
          <p:cNvSpPr/>
          <p:nvPr/>
        </p:nvSpPr>
        <p:spPr>
          <a:xfrm>
            <a:off x="8482700" y="5820000"/>
            <a:ext cx="160000" cy="160000"/>
          </a:xfrm>
          <a:prstGeom prst="ellipse">
            <a:avLst/>
          </a:prstGeom>
          <a:solidFill>
            <a:srgbClr val="C00000"/>
          </a:solidFill>
          <a:ln w="19050">
            <a:solidFill>
              <a:schemeClr val="bg1"/>
            </a:solidFill>
          </a:ln>
        </p:spPr>
        <p:txBody>
          <a:bodyPr/>
          <a:lstStyle/>
          <a:p>
            <a:endParaRPr lang="fr-FR"/>
          </a:p>
        </p:txBody>
      </p:sp>
      <p:sp>
        <p:nvSpPr>
          <p:cNvPr id="46" name="TT46"/>
          <p:cNvSpPr txBox="1"/>
          <p:nvPr/>
        </p:nvSpPr>
        <p:spPr>
          <a:xfrm>
            <a:off x="8700000" y="830000"/>
            <a:ext cx="3320000" cy="1400000"/>
          </a:xfrm>
          <a:prstGeom prst="rect">
            <a:avLst/>
          </a:prstGeom>
          <a:noFill/>
        </p:spPr>
        <p:txBody>
          <a:bodyPr wrap="square" rtlCol="0">
            <a:noAutofit/>
          </a:bodyPr>
          <a:lstStyle/>
          <a:p>
            <a:pPr algn="l"/>
            <a:r>
              <a:rPr lang="fr-FR" sz="1050" b="1">
                <a:solidFill>
                  <a:srgbClr val="C00000"/>
                </a:solidFill>
                <a:latin typeface="Arial" panose="020B0604020202020204"/>
                <a:cs typeface="Arial" panose="020B0604020202020204"/>
              </a:rPr>
              <a:t>NIST (août 2024)</a:t>
            </a:r>
          </a:p>
          <a:p>
            <a:pPr algn="l"/>
            <a:r>
              <a:rPr lang="fr-FR" sz="950">
                <a:solidFill>
                  <a:srgbClr val="000000"/>
                </a:solidFill>
                <a:latin typeface="Arial" panose="020B0604020202020204"/>
                <a:cs typeface="Arial" panose="020B0604020202020204"/>
              </a:rPr>
              <a:t>Publication de FIPS 203/204/205 : 3 standards PQC finalisés. Dépréciation obligatoire des algorithmes vulnérables d’ici 2035.</a:t>
            </a:r>
          </a:p>
        </p:txBody>
      </p:sp>
      <p:sp>
        <p:nvSpPr>
          <p:cNvPr id="47" name="TT47"/>
          <p:cNvSpPr txBox="1"/>
          <p:nvPr/>
        </p:nvSpPr>
        <p:spPr>
          <a:xfrm>
            <a:off x="8700000" y="2350000"/>
            <a:ext cx="3320000" cy="1500000"/>
          </a:xfrm>
          <a:prstGeom prst="rect">
            <a:avLst/>
          </a:prstGeom>
          <a:noFill/>
        </p:spPr>
        <p:txBody>
          <a:bodyPr wrap="square" rtlCol="0">
            <a:noAutofit/>
          </a:bodyPr>
          <a:lstStyle/>
          <a:p>
            <a:pPr algn="l"/>
            <a:r>
              <a:rPr lang="fr-FR" sz="1050" b="1">
                <a:solidFill>
                  <a:srgbClr val="C00000"/>
                </a:solidFill>
                <a:latin typeface="Arial" panose="020B0604020202020204"/>
                <a:cs typeface="Arial" panose="020B0604020202020204"/>
              </a:rPr>
              <a:t>UE fin 2026</a:t>
            </a:r>
          </a:p>
          <a:p>
            <a:pPr algn="l"/>
            <a:r>
              <a:rPr lang="fr-FR" sz="950">
                <a:solidFill>
                  <a:srgbClr val="000000"/>
                </a:solidFill>
                <a:latin typeface="Arial" panose="020B0604020202020204"/>
                <a:cs typeface="Arial" panose="020B0604020202020204"/>
              </a:rPr>
              <a:t>Roadmap CE (NIS CG, juin 2025) : inventaires cryptographiques nationaux et premières stratégies PQC requises dans chaque État membre.</a:t>
            </a:r>
          </a:p>
        </p:txBody>
      </p:sp>
      <p:sp>
        <p:nvSpPr>
          <p:cNvPr id="48" name="TT48"/>
          <p:cNvSpPr txBox="1"/>
          <p:nvPr/>
        </p:nvSpPr>
        <p:spPr>
          <a:xfrm>
            <a:off x="8700000" y="3950000"/>
            <a:ext cx="3320000" cy="1500000"/>
          </a:xfrm>
          <a:prstGeom prst="rect">
            <a:avLst/>
          </a:prstGeom>
          <a:noFill/>
        </p:spPr>
        <p:txBody>
          <a:bodyPr wrap="square" rtlCol="0">
            <a:noAutofit/>
          </a:bodyPr>
          <a:lstStyle/>
          <a:p>
            <a:pPr algn="l"/>
            <a:r>
              <a:rPr lang="fr-FR" sz="1050" b="1">
                <a:solidFill>
                  <a:srgbClr val="C00000"/>
                </a:solidFill>
                <a:latin typeface="Arial" panose="020B0604020202020204"/>
                <a:cs typeface="Arial" panose="020B0604020202020204"/>
              </a:rPr>
              <a:t>UE &amp; G7 fin 2030</a:t>
            </a:r>
          </a:p>
          <a:p>
            <a:pPr algn="l"/>
            <a:r>
              <a:rPr lang="fr-FR" sz="950">
                <a:solidFill>
                  <a:srgbClr val="000000"/>
                </a:solidFill>
                <a:latin typeface="Arial" panose="020B0604020202020204"/>
                <a:cs typeface="Arial" panose="020B0604020202020204"/>
              </a:rPr>
              <a:t>Migration PQC obligatoire pour les systèmes à haut risque, incluant les infrastructures financières critiques (DORA, NIS2). G7 CEG : feuille de route pour le secteur financier mondial.</a:t>
            </a:r>
          </a:p>
        </p:txBody>
      </p:sp>
      <p:sp>
        <p:nvSpPr>
          <p:cNvPr id="49" name="TT49"/>
          <p:cNvSpPr txBox="1"/>
          <p:nvPr/>
        </p:nvSpPr>
        <p:spPr>
          <a:xfrm>
            <a:off x="8700000" y="5480000"/>
            <a:ext cx="3320000" cy="1000000"/>
          </a:xfrm>
          <a:prstGeom prst="rect">
            <a:avLst/>
          </a:prstGeom>
          <a:noFill/>
        </p:spPr>
        <p:txBody>
          <a:bodyPr wrap="square" rtlCol="0">
            <a:noAutofit/>
          </a:bodyPr>
          <a:lstStyle/>
          <a:p>
            <a:pPr algn="l"/>
            <a:r>
              <a:rPr lang="fr-FR" sz="1050" b="1">
                <a:solidFill>
                  <a:srgbClr val="C00000"/>
                </a:solidFill>
                <a:latin typeface="Arial" panose="020B0604020202020204"/>
                <a:cs typeface="Arial" panose="020B0604020202020204"/>
              </a:rPr>
              <a:t>Horizon 2035</a:t>
            </a:r>
          </a:p>
          <a:p>
            <a:pPr algn="l"/>
            <a:r>
              <a:rPr lang="fr-FR" sz="950">
                <a:solidFill>
                  <a:srgbClr val="000000"/>
                </a:solidFill>
                <a:latin typeface="Arial" panose="020B0604020202020204"/>
                <a:cs typeface="Arial" panose="020B0604020202020204"/>
              </a:rPr>
              <a:t>Complétion cible (UE, États-Unis CNSA 2.0, UK NCSC) pour l’ensemble des systèmes. Seulement 5 % des organisations ont aujourd’hui implémenté le chiffrement post-quantique.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E1337-509A-A789-7949-9CADC0489121}"/>
            </a:ext>
          </a:extLst>
        </p:cNvPr>
        <p:cNvGrpSpPr/>
        <p:nvPr/>
      </p:nvGrpSpPr>
      <p:grpSpPr>
        <a:xfrm>
          <a:off x="0" y="0"/>
          <a:ext cx="0" cy="0"/>
          <a:chOff x="0" y="0"/>
          <a:chExt cx="0" cy="0"/>
        </a:xfrm>
      </p:grpSpPr>
      <p:sp>
        <p:nvSpPr>
          <p:cNvPr id="3" name="Titel 2"/>
          <p:cNvSpPr>
            <a:spLocks noGrp="1"/>
          </p:cNvSpPr>
          <p:nvPr>
            <p:ph type="title"/>
          </p:nvPr>
        </p:nvSpPr>
        <p:spPr>
          <a:xfrm>
            <a:off x="1719408" y="44616"/>
            <a:ext cx="10822455" cy="300679"/>
          </a:xfrm>
        </p:spPr>
        <p:txBody>
          <a:bodyPr/>
          <a:lstStyle/>
          <a:p>
            <a:r>
              <a:rPr lang="fr-FR" sz="1600" b="1"/>
              <a:t>VI. Perspectives d’avenir et cybersécurité : le « Q-Day »</a:t>
            </a:r>
          </a:p>
        </p:txBody>
      </p:sp>
      <p:sp>
        <p:nvSpPr>
          <p:cNvPr id="2" name="ZoneTexte 1"/>
          <p:cNvSpPr txBox="1"/>
          <p:nvPr/>
        </p:nvSpPr>
        <p:spPr>
          <a:xfrm>
            <a:off x="166074" y="156410"/>
            <a:ext cx="374968" cy="253916"/>
          </a:xfrm>
          <a:prstGeom prst="rect">
            <a:avLst/>
          </a:prstGeom>
          <a:noFill/>
        </p:spPr>
        <p:txBody>
          <a:bodyPr wrap="square" lIns="91440" tIns="45720" rIns="91440" bIns="45720" rtlCol="0" anchor="ctr">
            <a:spAutoFit/>
          </a:bodyPr>
          <a:lstStyle/>
          <a:p>
            <a:pPr marL="0" marR="0" lvl="0" indent="0" algn="ctr" defTabSz="914400" rtl="0" eaLnBrk="1" fontAlgn="auto" latinLnBrk="0" hangingPunct="1">
              <a:buNone/>
            </a:pPr>
            <a:r>
              <a:rPr lang="fr-FR" sz="1050" b="0">
                <a:solidFill>
                  <a:srgbClr val="000000"/>
                </a:solidFill>
                <a:latin typeface="Arial" panose="020B0604020202020204"/>
                <a:cs typeface="Arial" panose="020B0604020202020204"/>
              </a:rPr>
              <a:t>7</a:t>
            </a:r>
          </a:p>
        </p:txBody>
      </p:sp>
      <p:sp>
        <p:nvSpPr>
          <p:cNvPr id="6" name="ContentBox6"/>
          <p:cNvSpPr/>
          <p:nvPr/>
        </p:nvSpPr>
        <p:spPr>
          <a:xfrm>
            <a:off x="1255471" y="537523"/>
            <a:ext cx="6827825" cy="6093865"/>
          </a:xfrm>
          <a:prstGeom prst="roundRect">
            <a:avLst>
              <a:gd name="adj" fmla="val 7375"/>
            </a:avLst>
          </a:prstGeom>
          <a:solidFill>
            <a:schemeClr val="bg1">
              <a:lumMod val="85000"/>
              <a:alpha val="25000"/>
            </a:schemeClr>
          </a:solidFill>
          <a:ln w="12700" cap="flat" cmpd="sng" algn="ctr">
            <a:noFill/>
          </a:ln>
        </p:spPr>
        <p:txBody>
          <a:bodyPr spcFirstLastPara="0" vert="horz" wrap="square" lIns="137160" tIns="91440" rIns="137160" bIns="91440" numCol="1" spcCol="1270" anchor="t" anchorCtr="0">
            <a:noAutofit/>
          </a:bodyPr>
          <a:lstStyle/>
          <a:p>
            <a:pPr algn="just"/>
            <a:r>
              <a:rPr lang="fr-FR" sz="1400" b="1">
                <a:solidFill>
                  <a:srgbClr val="C00000"/>
                </a:solidFill>
                <a:latin typeface="Arial" panose="020B0604020202020204"/>
                <a:cs typeface="Arial" panose="020B0604020202020204"/>
              </a:rPr>
              <a:t>La menace cybersécurité : le « Q-Day »</a:t>
            </a:r>
          </a:p>
          <a:p>
            <a:pPr marL="171450" indent="-171450" algn="just">
              <a:buFont typeface="Arial" panose="020B0604020202020204" pitchFamily="34" charset="0"/>
              <a:buChar char="•"/>
            </a:pPr>
            <a:r>
              <a:rPr lang="fr-FR" sz="1100">
                <a:solidFill>
                  <a:srgbClr val="000000"/>
                </a:solidFill>
                <a:latin typeface="Arial" panose="020B0604020202020204"/>
                <a:cs typeface="Arial" panose="020B0604020202020204"/>
              </a:rPr>
              <a:t>Un ordinateur quantique à grande échelle représente un risque majeur pour la sécurité mondiale. L’algorithme quantique de Shor est capable de factoriser de grands nombres entiers en un temps record.</a:t>
            </a:r>
          </a:p>
          <a:p>
            <a:pPr marL="171450" indent="-171450" algn="just">
              <a:buFont typeface="Arial" panose="020B0604020202020204" pitchFamily="34" charset="0"/>
              <a:buChar char="•"/>
            </a:pPr>
            <a:r>
              <a:rPr lang="fr-FR" sz="1100">
                <a:solidFill>
                  <a:srgbClr val="000000"/>
                </a:solidFill>
                <a:latin typeface="Arial" panose="020B0604020202020204"/>
                <a:cs typeface="Arial" panose="020B0604020202020204"/>
              </a:rPr>
              <a:t>Cela lui permettrait de casser les systèmes de cryptographie asymétrique actuels (RSA), qui protègent la quasi-totalité des transactions bancaires, communications gouvernementales et données chiffrées sur Internet.</a:t>
            </a:r>
          </a:p>
          <a:p>
            <a:pPr marL="171450" indent="-171450" algn="just">
              <a:buFont typeface="Arial" panose="020B0604020202020204" pitchFamily="34" charset="0"/>
              <a:buChar char="•"/>
            </a:pPr>
            <a:r>
              <a:rPr lang="fr-FR" sz="1100" i="1">
                <a:solidFill>
                  <a:srgbClr val="000000"/>
                </a:solidFill>
                <a:latin typeface="Arial" panose="020B0604020202020204"/>
                <a:cs typeface="Arial" panose="020B0604020202020204"/>
              </a:rPr>
              <a:t>Ce jour fatidique est appelé le Q-Day.</a:t>
            </a:r>
          </a:p>
          <a:p>
            <a:endParaRPr lang="fr-FR" sz="600"/>
          </a:p>
          <a:p>
            <a:pPr algn="just"/>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r>
              <a:rPr lang="fr-FR" sz="1400" b="1">
                <a:solidFill>
                  <a:srgbClr val="C00000"/>
                </a:solidFill>
                <a:latin typeface="Arial" panose="020B0604020202020204"/>
                <a:cs typeface="Arial" panose="020B0604020202020204"/>
              </a:rPr>
              <a:t>La réponse : la cryptographie post-quantique (PQC)</a:t>
            </a:r>
          </a:p>
          <a:p>
            <a:pPr marL="171450" indent="-171450" algn="just">
              <a:buFont typeface="Arial" panose="020B0604020202020204" pitchFamily="34" charset="0"/>
              <a:buChar char="•"/>
            </a:pPr>
            <a:r>
              <a:rPr lang="fr-FR" sz="1100">
                <a:solidFill>
                  <a:srgbClr val="000000"/>
                </a:solidFill>
                <a:latin typeface="Arial" panose="020B0604020202020204"/>
                <a:cs typeface="Arial" panose="020B0604020202020204"/>
              </a:rPr>
              <a:t>Pour contrer cette menace, institutions financières et gouvernements migrent déjà vers la PQC, qui repose sur des problèmes mathématiques insolubles tant pour les ordinateurs classiques que quantiques.</a:t>
            </a:r>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endParaRPr lang="fr-FR" sz="1400" b="1">
              <a:solidFill>
                <a:srgbClr val="C00000"/>
              </a:solidFill>
              <a:latin typeface="Arial" panose="020B0604020202020204"/>
              <a:cs typeface="Arial" panose="020B0604020202020204"/>
            </a:endParaRPr>
          </a:p>
          <a:p>
            <a:pPr algn="just"/>
            <a:r>
              <a:rPr lang="fr-FR" sz="1400" b="1">
                <a:solidFill>
                  <a:srgbClr val="C00000"/>
                </a:solidFill>
                <a:latin typeface="Arial" panose="020B0604020202020204"/>
                <a:cs typeface="Arial" panose="020B0604020202020204"/>
              </a:rPr>
              <a:t>Conclusion</a:t>
            </a:r>
          </a:p>
          <a:p>
            <a:pPr marL="171450" indent="-171450" algn="just">
              <a:buFont typeface="Arial" panose="020B0604020202020204" pitchFamily="34" charset="0"/>
              <a:buChar char="•"/>
            </a:pPr>
            <a:r>
              <a:rPr lang="fr-FR" sz="1100">
                <a:solidFill>
                  <a:srgbClr val="000000"/>
                </a:solidFill>
                <a:latin typeface="Arial" panose="020B0604020202020204"/>
                <a:cs typeface="Arial" panose="020B0604020202020204"/>
              </a:rPr>
              <a:t>L’informatique quantique ne remplacera pas les ordinateurs classiques, mais agira comme un accélérateur ou coprocesseur pour résoudre des problèmes jusqu’ici insolubles.</a:t>
            </a:r>
          </a:p>
          <a:p>
            <a:pPr marL="171450" indent="-171450" algn="just">
              <a:buFont typeface="Arial" panose="020B0604020202020204" pitchFamily="34" charset="0"/>
              <a:buChar char="•"/>
            </a:pPr>
            <a:r>
              <a:rPr lang="fr-FR" sz="1100" i="1">
                <a:solidFill>
                  <a:srgbClr val="000000"/>
                </a:solidFill>
                <a:latin typeface="Arial" panose="020B0604020202020204"/>
                <a:cs typeface="Arial" panose="020B0604020202020204"/>
              </a:rPr>
              <a:t>Le secteur financier, en se positionnant tôt sur cette technologie, s’assure un avantage stratégique majeur pour la gestion des risques et la prise de décision de demain.</a:t>
            </a:r>
          </a:p>
        </p:txBody>
      </p:sp>
      <p:sp>
        <p:nvSpPr>
          <p:cNvPr id="100" name="IconCircle100"/>
          <p:cNvSpPr/>
          <p:nvPr/>
        </p:nvSpPr>
        <p:spPr>
          <a:xfrm>
            <a:off x="475551" y="1102074"/>
            <a:ext cx="544148" cy="544148"/>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Glyph101"/>
          <p:cNvSpPr/>
          <p:nvPr/>
        </p:nvSpPr>
        <p:spPr>
          <a:xfrm>
            <a:off x="634656" y="1328111"/>
            <a:ext cx="240000" cy="180000"/>
          </a:xfrm>
          <a:prstGeom prst="roundRect">
            <a:avLst>
              <a:gd name="adj" fmla="val 16000"/>
            </a:avLst>
          </a:prstGeom>
          <a:solidFill>
            <a:schemeClr val="bg1"/>
          </a:solidFill>
          <a:ln>
            <a:noFill/>
          </a:ln>
        </p:spPr>
        <p:txBody>
          <a:bodyPr rtlCol="0" anchor="ctr"/>
          <a:lstStyle/>
          <a:p>
            <a:pPr algn="ctr"/>
            <a:endParaRPr lang="fr-FR"/>
          </a:p>
        </p:txBody>
      </p:sp>
      <p:sp>
        <p:nvSpPr>
          <p:cNvPr id="102" name="Glyph102"/>
          <p:cNvSpPr/>
          <p:nvPr/>
        </p:nvSpPr>
        <p:spPr>
          <a:xfrm>
            <a:off x="657625" y="1214148"/>
            <a:ext cx="180000" cy="160000"/>
          </a:xfrm>
          <a:prstGeom prst="blockArc">
            <a:avLst/>
          </a:prstGeom>
          <a:noFill/>
          <a:ln w="19050">
            <a:solidFill>
              <a:schemeClr val="bg1"/>
            </a:solidFill>
          </a:ln>
        </p:spPr>
        <p:txBody>
          <a:bodyPr rtlCol="0" anchor="ctr"/>
          <a:lstStyle/>
          <a:p>
            <a:pPr algn="ctr"/>
            <a:endParaRPr lang="fr-FR"/>
          </a:p>
        </p:txBody>
      </p:sp>
      <p:sp>
        <p:nvSpPr>
          <p:cNvPr id="110" name="IconCircle110"/>
          <p:cNvSpPr/>
          <p:nvPr/>
        </p:nvSpPr>
        <p:spPr>
          <a:xfrm>
            <a:off x="475220" y="3156926"/>
            <a:ext cx="544148" cy="544148"/>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Glyph111"/>
          <p:cNvSpPr/>
          <p:nvPr/>
        </p:nvSpPr>
        <p:spPr>
          <a:xfrm>
            <a:off x="587625" y="3269000"/>
            <a:ext cx="320000" cy="320000"/>
          </a:xfrm>
          <a:prstGeom prst="plaque">
            <a:avLst>
              <a:gd name="adj" fmla="val 20000"/>
            </a:avLst>
          </a:prstGeom>
          <a:solidFill>
            <a:schemeClr val="bg1"/>
          </a:solidFill>
          <a:ln>
            <a:noFill/>
          </a:ln>
        </p:spPr>
        <p:txBody>
          <a:bodyPr rtlCol="0" anchor="ctr"/>
          <a:lstStyle/>
          <a:p>
            <a:pPr algn="ctr"/>
            <a:endParaRPr lang="fr-FR"/>
          </a:p>
        </p:txBody>
      </p:sp>
      <p:sp>
        <p:nvSpPr>
          <p:cNvPr id="120" name="IconCircle120"/>
          <p:cNvSpPr/>
          <p:nvPr/>
        </p:nvSpPr>
        <p:spPr>
          <a:xfrm>
            <a:off x="477971" y="5111778"/>
            <a:ext cx="544148" cy="544148"/>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Glyph121"/>
          <p:cNvSpPr/>
          <p:nvPr/>
        </p:nvSpPr>
        <p:spPr>
          <a:xfrm>
            <a:off x="584656" y="5283852"/>
            <a:ext cx="340000" cy="200000"/>
          </a:xfrm>
          <a:prstGeom prst="rightArrow">
            <a:avLst/>
          </a:prstGeom>
          <a:solidFill>
            <a:schemeClr val="bg1"/>
          </a:solidFill>
          <a:ln>
            <a:noFill/>
          </a:ln>
        </p:spPr>
        <p:txBody>
          <a:bodyPr rtlCol="0" anchor="ctr"/>
          <a:lstStyle/>
          <a:p>
            <a:pPr algn="ctr"/>
            <a:endParaRPr lang="fr-FR"/>
          </a:p>
        </p:txBody>
      </p:sp>
      <p:sp>
        <p:nvSpPr>
          <p:cNvPr id="41" name="TimelineLine"/>
          <p:cNvSpPr/>
          <p:nvPr/>
        </p:nvSpPr>
        <p:spPr>
          <a:xfrm>
            <a:off x="8550000" y="1080000"/>
            <a:ext cx="25400" cy="4500000"/>
          </a:xfrm>
          <a:prstGeom prst="rect">
            <a:avLst/>
          </a:prstGeom>
          <a:solidFill>
            <a:srgbClr val="C00000"/>
          </a:solidFill>
          <a:ln>
            <a:noFill/>
          </a:ln>
        </p:spPr>
        <p:txBody>
          <a:bodyPr/>
          <a:lstStyle/>
          <a:p>
            <a:endParaRPr lang="fr-FR"/>
          </a:p>
        </p:txBody>
      </p:sp>
      <p:sp>
        <p:nvSpPr>
          <p:cNvPr id="42" name="TimelineNode42"/>
          <p:cNvSpPr/>
          <p:nvPr/>
        </p:nvSpPr>
        <p:spPr>
          <a:xfrm>
            <a:off x="8482700" y="1020000"/>
            <a:ext cx="160000" cy="160000"/>
          </a:xfrm>
          <a:prstGeom prst="ellipse">
            <a:avLst/>
          </a:prstGeom>
          <a:solidFill>
            <a:srgbClr val="C00000"/>
          </a:solidFill>
          <a:ln w="19050">
            <a:solidFill>
              <a:schemeClr val="bg1"/>
            </a:solidFill>
          </a:ln>
        </p:spPr>
        <p:txBody>
          <a:bodyPr/>
          <a:lstStyle/>
          <a:p>
            <a:endParaRPr lang="fr-FR"/>
          </a:p>
        </p:txBody>
      </p:sp>
      <p:sp>
        <p:nvSpPr>
          <p:cNvPr id="43" name="TimelineNode43"/>
          <p:cNvSpPr/>
          <p:nvPr/>
        </p:nvSpPr>
        <p:spPr>
          <a:xfrm>
            <a:off x="8482700" y="2620000"/>
            <a:ext cx="160000" cy="160000"/>
          </a:xfrm>
          <a:prstGeom prst="ellipse">
            <a:avLst/>
          </a:prstGeom>
          <a:solidFill>
            <a:srgbClr val="C00000"/>
          </a:solidFill>
          <a:ln w="19050">
            <a:solidFill>
              <a:schemeClr val="bg1"/>
            </a:solidFill>
          </a:ln>
        </p:spPr>
        <p:txBody>
          <a:bodyPr/>
          <a:lstStyle/>
          <a:p>
            <a:endParaRPr lang="fr-FR"/>
          </a:p>
        </p:txBody>
      </p:sp>
      <p:sp>
        <p:nvSpPr>
          <p:cNvPr id="44" name="TimelineNode44"/>
          <p:cNvSpPr/>
          <p:nvPr/>
        </p:nvSpPr>
        <p:spPr>
          <a:xfrm>
            <a:off x="8482700" y="4270000"/>
            <a:ext cx="160000" cy="160000"/>
          </a:xfrm>
          <a:prstGeom prst="ellipse">
            <a:avLst/>
          </a:prstGeom>
          <a:solidFill>
            <a:srgbClr val="C00000"/>
          </a:solidFill>
          <a:ln w="19050">
            <a:solidFill>
              <a:schemeClr val="bg1"/>
            </a:solidFill>
          </a:ln>
        </p:spPr>
        <p:txBody>
          <a:bodyPr/>
          <a:lstStyle/>
          <a:p>
            <a:endParaRPr lang="fr-FR"/>
          </a:p>
        </p:txBody>
      </p:sp>
      <p:sp>
        <p:nvSpPr>
          <p:cNvPr id="45" name="TimelineNode45"/>
          <p:cNvSpPr/>
          <p:nvPr/>
        </p:nvSpPr>
        <p:spPr>
          <a:xfrm>
            <a:off x="8482700" y="5370000"/>
            <a:ext cx="160000" cy="160000"/>
          </a:xfrm>
          <a:prstGeom prst="ellipse">
            <a:avLst/>
          </a:prstGeom>
          <a:solidFill>
            <a:srgbClr val="C00000"/>
          </a:solidFill>
          <a:ln w="19050">
            <a:solidFill>
              <a:schemeClr val="bg1"/>
            </a:solidFill>
          </a:ln>
        </p:spPr>
        <p:txBody>
          <a:bodyPr/>
          <a:lstStyle/>
          <a:p>
            <a:endParaRPr lang="fr-FR"/>
          </a:p>
        </p:txBody>
      </p:sp>
      <p:sp>
        <p:nvSpPr>
          <p:cNvPr id="46" name="TimelineText46"/>
          <p:cNvSpPr txBox="1"/>
          <p:nvPr/>
        </p:nvSpPr>
        <p:spPr>
          <a:xfrm>
            <a:off x="8700000" y="850000"/>
            <a:ext cx="3270000" cy="1300000"/>
          </a:xfrm>
          <a:prstGeom prst="rect">
            <a:avLst/>
          </a:prstGeom>
          <a:noFill/>
        </p:spPr>
        <p:txBody>
          <a:bodyPr wrap="square" rtlCol="0">
            <a:noAutofit/>
          </a:bodyPr>
          <a:lstStyle/>
          <a:p>
            <a:pPr algn="l"/>
            <a:r>
              <a:rPr lang="fr-FR" sz="1200" b="1">
                <a:solidFill>
                  <a:srgbClr val="C00000"/>
                </a:solidFill>
                <a:latin typeface="Arial" panose="020B0604020202020204"/>
                <a:cs typeface="Arial" panose="020B0604020202020204"/>
              </a:rPr>
              <a:t>Aujourd’hui : ère NISQ</a:t>
            </a:r>
          </a:p>
          <a:p>
            <a:pPr algn="l"/>
            <a:r>
              <a:rPr lang="fr-FR" sz="1100">
                <a:solidFill>
                  <a:srgbClr val="000000"/>
                </a:solidFill>
                <a:latin typeface="Arial" panose="020B0604020202020204"/>
                <a:cs typeface="Arial" panose="020B0604020202020204"/>
              </a:rPr>
              <a:t>Quelques dizaines à centaines de qubits physiques, mais « bruyants » (sujets aux erreurs).</a:t>
            </a:r>
          </a:p>
        </p:txBody>
      </p:sp>
      <p:sp>
        <p:nvSpPr>
          <p:cNvPr id="47" name="TimelineText47"/>
          <p:cNvSpPr txBox="1"/>
          <p:nvPr/>
        </p:nvSpPr>
        <p:spPr>
          <a:xfrm>
            <a:off x="8700000" y="2450000"/>
            <a:ext cx="3270000" cy="1500000"/>
          </a:xfrm>
          <a:prstGeom prst="rect">
            <a:avLst/>
          </a:prstGeom>
          <a:noFill/>
        </p:spPr>
        <p:txBody>
          <a:bodyPr wrap="square" rtlCol="0">
            <a:noAutofit/>
          </a:bodyPr>
          <a:lstStyle/>
          <a:p>
            <a:pPr algn="l"/>
            <a:r>
              <a:rPr lang="fr-FR" sz="1200" b="1">
                <a:solidFill>
                  <a:srgbClr val="C00000"/>
                </a:solidFill>
                <a:latin typeface="Arial" panose="020B0604020202020204"/>
                <a:cs typeface="Arial" panose="020B0604020202020204"/>
              </a:rPr>
              <a:t>Recherche en cours</a:t>
            </a:r>
          </a:p>
          <a:p>
            <a:pPr algn="l"/>
            <a:r>
              <a:rPr lang="fr-FR" sz="1100">
                <a:solidFill>
                  <a:srgbClr val="000000"/>
                </a:solidFill>
                <a:latin typeface="Arial" panose="020B0604020202020204"/>
                <a:cs typeface="Arial" panose="020B0604020202020204"/>
              </a:rPr>
              <a:t>Correction d’erreurs quantiques pour atteindre un ordinateur quantique tolérant aux pannes.</a:t>
            </a:r>
          </a:p>
        </p:txBody>
      </p:sp>
      <p:sp>
        <p:nvSpPr>
          <p:cNvPr id="48" name="TimelineText48"/>
          <p:cNvSpPr txBox="1"/>
          <p:nvPr/>
        </p:nvSpPr>
        <p:spPr>
          <a:xfrm>
            <a:off x="8700000" y="4100000"/>
            <a:ext cx="3270000" cy="1100000"/>
          </a:xfrm>
          <a:prstGeom prst="rect">
            <a:avLst/>
          </a:prstGeom>
          <a:noFill/>
        </p:spPr>
        <p:txBody>
          <a:bodyPr wrap="square" rtlCol="0">
            <a:noAutofit/>
          </a:bodyPr>
          <a:lstStyle/>
          <a:p>
            <a:pPr algn="l"/>
            <a:r>
              <a:rPr lang="fr-FR" sz="1200" b="1">
                <a:solidFill>
                  <a:srgbClr val="C00000"/>
                </a:solidFill>
                <a:latin typeface="Arial" panose="020B0604020202020204"/>
                <a:cs typeface="Arial" panose="020B0604020202020204"/>
              </a:rPr>
              <a:t>Horizon 10-15 ans</a:t>
            </a:r>
          </a:p>
          <a:p>
            <a:pPr algn="l"/>
            <a:r>
              <a:rPr lang="fr-FR" sz="1100">
                <a:solidFill>
                  <a:srgbClr val="000000"/>
                </a:solidFill>
                <a:latin typeface="Arial" panose="020B0604020202020204"/>
                <a:cs typeface="Arial" panose="020B0604020202020204"/>
              </a:rPr>
              <a:t>Possibles ordinateurs à millions de qubits physiques — risque de « Q-Day ».</a:t>
            </a:r>
          </a:p>
        </p:txBody>
      </p:sp>
      <p:sp>
        <p:nvSpPr>
          <p:cNvPr id="49" name="TimelineText49"/>
          <p:cNvSpPr txBox="1"/>
          <p:nvPr/>
        </p:nvSpPr>
        <p:spPr>
          <a:xfrm>
            <a:off x="8700000" y="5200000"/>
            <a:ext cx="3270000" cy="1100000"/>
          </a:xfrm>
          <a:prstGeom prst="rect">
            <a:avLst/>
          </a:prstGeom>
          <a:noFill/>
        </p:spPr>
        <p:txBody>
          <a:bodyPr wrap="square" rtlCol="0">
            <a:noAutofit/>
          </a:bodyPr>
          <a:lstStyle/>
          <a:p>
            <a:pPr algn="l"/>
            <a:r>
              <a:rPr lang="fr-FR" sz="1200" b="1">
                <a:solidFill>
                  <a:srgbClr val="C00000"/>
                </a:solidFill>
                <a:latin typeface="Arial" panose="020B0604020202020204"/>
                <a:cs typeface="Arial" panose="020B0604020202020204"/>
              </a:rPr>
              <a:t>Dès aujourd’hui</a:t>
            </a:r>
          </a:p>
          <a:p>
            <a:pPr algn="l"/>
            <a:r>
              <a:rPr lang="fr-FR" sz="1100">
                <a:solidFill>
                  <a:srgbClr val="000000"/>
                </a:solidFill>
                <a:latin typeface="Arial" panose="020B0604020202020204"/>
                <a:cs typeface="Arial" panose="020B0604020202020204"/>
              </a:rPr>
              <a:t>Migration progressive vers la cryptographie post-quantique (PQC).</a:t>
            </a:r>
          </a:p>
        </p:txBody>
      </p:sp>
    </p:spTree>
    <p:extLst>
      <p:ext uri="{BB962C8B-B14F-4D97-AF65-F5344CB8AC3E}">
        <p14:creationId xmlns:p14="http://schemas.microsoft.com/office/powerpoint/2010/main" val="886935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4FBAC-10DD-8FE0-9F12-1B45EEDB214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66B75E9-E2B4-7F00-FC74-660827ED8642}"/>
              </a:ext>
            </a:extLst>
          </p:cNvPr>
          <p:cNvSpPr>
            <a:spLocks noGrp="1"/>
          </p:cNvSpPr>
          <p:nvPr>
            <p:ph type="title"/>
          </p:nvPr>
        </p:nvSpPr>
        <p:spPr>
          <a:xfrm>
            <a:off x="747124" y="2998256"/>
            <a:ext cx="7985395" cy="430744"/>
          </a:xfrm>
        </p:spPr>
        <p:txBody>
          <a:bodyPr/>
          <a:lstStyle/>
          <a:p>
            <a:r>
              <a:rPr kumimoji="0" lang="fr-FR" altLang="de-DE" sz="2800" b="1" i="0" u="none" strike="noStrike" kern="1200" cap="none" spc="0" normalizeH="0" baseline="0" noProof="0">
                <a:ln>
                  <a:noFill/>
                </a:ln>
                <a:solidFill>
                  <a:srgbClr val="FFFFFF"/>
                </a:solidFill>
                <a:effectLst/>
                <a:uLnTx/>
                <a:uFillTx/>
                <a:latin typeface="Segoe UI"/>
                <a:ea typeface="+mj-ea"/>
                <a:cs typeface="Segoe UI"/>
                <a:sym typeface="Arial"/>
              </a:rPr>
              <a:t>APPENDIX</a:t>
            </a:r>
            <a:endParaRPr lang="fr-FR"/>
          </a:p>
        </p:txBody>
      </p:sp>
      <p:sp>
        <p:nvSpPr>
          <p:cNvPr id="5" name="Espace réservé du numéro de diapositive 4">
            <a:extLst>
              <a:ext uri="{FF2B5EF4-FFF2-40B4-BE49-F238E27FC236}">
                <a16:creationId xmlns:a16="http://schemas.microsoft.com/office/drawing/2014/main" id="{978402B9-A66E-7D4B-23EE-7249A24D2209}"/>
              </a:ext>
            </a:extLst>
          </p:cNvPr>
          <p:cNvSpPr>
            <a:spLocks noGrp="1"/>
          </p:cNvSpPr>
          <p:nvPr>
            <p:ph type="sldNum" sz="quarter" idx="15"/>
          </p:nvPr>
        </p:nvSpPr>
        <p:spPr/>
        <p:txBody>
          <a:bodyPr/>
          <a:lstStyle/>
          <a:p>
            <a:r>
              <a:rPr lang="en-US"/>
              <a:t>2</a:t>
            </a:r>
          </a:p>
        </p:txBody>
      </p:sp>
    </p:spTree>
    <p:extLst>
      <p:ext uri="{BB962C8B-B14F-4D97-AF65-F5344CB8AC3E}">
        <p14:creationId xmlns:p14="http://schemas.microsoft.com/office/powerpoint/2010/main" val="12472256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4162&quot;&gt;&lt;version val=&quot;2707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2&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3&quot;&gt;&lt;elem m_fUsage=&quot;6.51321559900000046639E+00&quot;&gt;&lt;m_msothmcolidx val=&quot;0&quot;/&gt;&lt;m_rgb r=&quot;BD&quot; g=&quot;20&quot; b=&quot;27&quot;/&gt;&lt;m_nBrightness tagver0=&quot;26206&quot; tagname0=&quot;m_nBrightnessUNRECOGNIZED&quot; val=&quot;0&quot;/&gt;&lt;/elem&gt;&lt;elem m_fUsage=&quot;1.63715960793000947504E+00&quot;&gt;&lt;m_msothmcolidx val=&quot;0&quot;/&gt;&lt;m_rgb r=&quot;B7&quot; g=&quot;1C&quot; b=&quot;1C&quot;/&gt;&lt;m_nBrightness tagver0=&quot;26206&quot; tagname0=&quot;m_nBrightnessUNRECOGNIZED&quot; val=&quot;0&quot;/&gt;&lt;/elem&gt;&lt;elem m_fUsage=&quot;3.48678440100000153201E-01&quot;&gt;&lt;m_msothmcolidx val=&quot;0&quot;/&gt;&lt;m_rgb r=&quot;FB&quot; g=&quot;B6&quot; b=&quot;95&quot;/&gt;&lt;m_nBrightness tagver0=&quot;26206&quot; tagname0=&quot;m_nBrightnessUNRECOGNIZED&quot; val=&quot;0&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5tvRxxGO6m5jkDpwnxtuDA"/>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xMq9Ev2S2Ctux_NDY1xDA"/>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5tvRxxGO6m5jkDpwnxtuDA"/>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xMq9Ev2S2Ctux_NDY1xDA"/>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GENERALI_TEMPLATE_16-9">
  <a:themeElements>
    <a:clrScheme name="Generali">
      <a:dk1>
        <a:sysClr val="windowText" lastClr="000000"/>
      </a:dk1>
      <a:lt1>
        <a:srgbClr val="FFFFFF"/>
      </a:lt1>
      <a:dk2>
        <a:srgbClr val="C21C1D"/>
      </a:dk2>
      <a:lt2>
        <a:srgbClr val="FEEEE6"/>
      </a:lt2>
      <a:accent1>
        <a:srgbClr val="D8D8D8"/>
      </a:accent1>
      <a:accent2>
        <a:srgbClr val="C25439"/>
      </a:accent2>
      <a:accent3>
        <a:srgbClr val="E9B09A"/>
      </a:accent3>
      <a:accent4>
        <a:srgbClr val="D8D8D8"/>
      </a:accent4>
      <a:accent5>
        <a:srgbClr val="7F7F7F"/>
      </a:accent5>
      <a:accent6>
        <a:srgbClr val="4F5152"/>
      </a:accent6>
      <a:hlink>
        <a:srgbClr val="BD2027"/>
      </a:hlink>
      <a:folHlink>
        <a:srgbClr val="C25439"/>
      </a:folHlink>
    </a:clrScheme>
    <a:fontScheme name="BE_typografia">
      <a:majorFont>
        <a:latin typeface="Arial Regular"/>
        <a:ea typeface="Arial Italic"/>
        <a:cs typeface=""/>
      </a:majorFont>
      <a:minorFont>
        <a:latin typeface="Arial Regular"/>
        <a:ea typeface="Arial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00000"/>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sz="1400" dirty="0">
            <a:latin typeface="Arial" pitchFamily="34" charset="0"/>
            <a:cs typeface="Arial" pitchFamily="34" charset="0"/>
          </a:defRPr>
        </a:defPPr>
      </a:lstStyle>
      <a:style>
        <a:lnRef idx="2">
          <a:schemeClr val="accent3">
            <a:shade val="50000"/>
          </a:schemeClr>
        </a:lnRef>
        <a:fillRef idx="1">
          <a:schemeClr val="accent3"/>
        </a:fillRef>
        <a:effectRef idx="0">
          <a:schemeClr val="accent3"/>
        </a:effectRef>
        <a:fontRef idx="minor">
          <a:schemeClr val="lt1"/>
        </a:fontRef>
      </a:style>
    </a:spDef>
    <a:lnDef>
      <a:spPr>
        <a:ln>
          <a:solidFill>
            <a:schemeClr val="tx2"/>
          </a:solidFill>
        </a:ln>
      </a:spPr>
      <a:bodyPr/>
      <a:lstStyle/>
      <a:style>
        <a:lnRef idx="1">
          <a:schemeClr val="accent6"/>
        </a:lnRef>
        <a:fillRef idx="0">
          <a:schemeClr val="accent6"/>
        </a:fillRef>
        <a:effectRef idx="0">
          <a:schemeClr val="accent6"/>
        </a:effectRef>
        <a:fontRef idx="minor">
          <a:schemeClr val="tx1"/>
        </a:fontRef>
      </a:style>
    </a:lnDef>
    <a:txDef>
      <a:spPr>
        <a:noFill/>
      </a:spPr>
      <a:bodyPr wrap="square" rtlCol="0">
        <a:spAutoFit/>
      </a:bodyPr>
      <a:lstStyle>
        <a:defPPr>
          <a:defRPr sz="1300" dirty="0" err="1" smtClean="0"/>
        </a:defPPr>
      </a:lstStyle>
    </a:txDef>
  </a:objectDefaults>
  <a:extraClrSchemeLst/>
</a:theme>
</file>

<file path=ppt/theme/theme2.xml><?xml version="1.0" encoding="utf-8"?>
<a:theme xmlns:a="http://schemas.openxmlformats.org/drawingml/2006/main" name="COVERS">
  <a:themeElements>
    <a:clrScheme name="GENERALI">
      <a:dk1>
        <a:srgbClr val="000000"/>
      </a:dk1>
      <a:lt1>
        <a:srgbClr val="FFFFFF"/>
      </a:lt1>
      <a:dk2>
        <a:srgbClr val="000000"/>
      </a:dk2>
      <a:lt2>
        <a:srgbClr val="FFFFFF"/>
      </a:lt2>
      <a:accent1>
        <a:srgbClr val="C21B17"/>
      </a:accent1>
      <a:accent2>
        <a:srgbClr val="323232"/>
      </a:accent2>
      <a:accent3>
        <a:srgbClr val="707070"/>
      </a:accent3>
      <a:accent4>
        <a:srgbClr val="A0A0A0"/>
      </a:accent4>
      <a:accent5>
        <a:srgbClr val="DCDCDC"/>
      </a:accent5>
      <a:accent6>
        <a:srgbClr val="AA1B17"/>
      </a:accent6>
      <a:hlink>
        <a:srgbClr val="C11A16"/>
      </a:hlink>
      <a:folHlink>
        <a:srgbClr val="32323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7_PAGES">
  <a:themeElements>
    <a:clrScheme name="GENERALI">
      <a:dk1>
        <a:srgbClr val="000000"/>
      </a:dk1>
      <a:lt1>
        <a:srgbClr val="FFFFFF"/>
      </a:lt1>
      <a:dk2>
        <a:srgbClr val="000000"/>
      </a:dk2>
      <a:lt2>
        <a:srgbClr val="FFFFFF"/>
      </a:lt2>
      <a:accent1>
        <a:srgbClr val="C21B17"/>
      </a:accent1>
      <a:accent2>
        <a:srgbClr val="323232"/>
      </a:accent2>
      <a:accent3>
        <a:srgbClr val="707070"/>
      </a:accent3>
      <a:accent4>
        <a:srgbClr val="A0A0A0"/>
      </a:accent4>
      <a:accent5>
        <a:srgbClr val="DCDCDC"/>
      </a:accent5>
      <a:accent6>
        <a:srgbClr val="AA1B17"/>
      </a:accent6>
      <a:hlink>
        <a:srgbClr val="C11A16"/>
      </a:hlink>
      <a:folHlink>
        <a:srgbClr val="32323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1_Custom Design">
  <a:themeElements>
    <a:clrScheme name="GENERALI">
      <a:dk1>
        <a:srgbClr val="000000"/>
      </a:dk1>
      <a:lt1>
        <a:srgbClr val="FFFFFF"/>
      </a:lt1>
      <a:dk2>
        <a:srgbClr val="000000"/>
      </a:dk2>
      <a:lt2>
        <a:srgbClr val="FFFFFF"/>
      </a:lt2>
      <a:accent1>
        <a:srgbClr val="C21B17"/>
      </a:accent1>
      <a:accent2>
        <a:srgbClr val="323232"/>
      </a:accent2>
      <a:accent3>
        <a:srgbClr val="707070"/>
      </a:accent3>
      <a:accent4>
        <a:srgbClr val="A0A0A0"/>
      </a:accent4>
      <a:accent5>
        <a:srgbClr val="DCDCDC"/>
      </a:accent5>
      <a:accent6>
        <a:srgbClr val="AA1B17"/>
      </a:accent6>
      <a:hlink>
        <a:srgbClr val="C11A16"/>
      </a:hlink>
      <a:folHlink>
        <a:srgbClr val="32323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INDEX">
  <a:themeElements>
    <a:clrScheme name="GENERALI">
      <a:dk1>
        <a:srgbClr val="000000"/>
      </a:dk1>
      <a:lt1>
        <a:srgbClr val="FFFFFF"/>
      </a:lt1>
      <a:dk2>
        <a:srgbClr val="000000"/>
      </a:dk2>
      <a:lt2>
        <a:srgbClr val="FFFFFF"/>
      </a:lt2>
      <a:accent1>
        <a:srgbClr val="C21B17"/>
      </a:accent1>
      <a:accent2>
        <a:srgbClr val="323232"/>
      </a:accent2>
      <a:accent3>
        <a:srgbClr val="707070"/>
      </a:accent3>
      <a:accent4>
        <a:srgbClr val="A0A0A0"/>
      </a:accent4>
      <a:accent5>
        <a:srgbClr val="DCDCDC"/>
      </a:accent5>
      <a:accent6>
        <a:srgbClr val="AA1B17"/>
      </a:accent6>
      <a:hlink>
        <a:srgbClr val="C11A16"/>
      </a:hlink>
      <a:folHlink>
        <a:srgbClr val="32323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1_DIVIDERS">
  <a:themeElements>
    <a:clrScheme name="GENERALI">
      <a:dk1>
        <a:srgbClr val="000000"/>
      </a:dk1>
      <a:lt1>
        <a:srgbClr val="FFFFFF"/>
      </a:lt1>
      <a:dk2>
        <a:srgbClr val="000000"/>
      </a:dk2>
      <a:lt2>
        <a:srgbClr val="FFFFFF"/>
      </a:lt2>
      <a:accent1>
        <a:srgbClr val="C21B17"/>
      </a:accent1>
      <a:accent2>
        <a:srgbClr val="323232"/>
      </a:accent2>
      <a:accent3>
        <a:srgbClr val="707070"/>
      </a:accent3>
      <a:accent4>
        <a:srgbClr val="A0A0A0"/>
      </a:accent4>
      <a:accent5>
        <a:srgbClr val="DCDCDC"/>
      </a:accent5>
      <a:accent6>
        <a:srgbClr val="AA1B17"/>
      </a:accent6>
      <a:hlink>
        <a:srgbClr val="C11A16"/>
      </a:hlink>
      <a:folHlink>
        <a:srgbClr val="32323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6_PAGES">
  <a:themeElements>
    <a:clrScheme name="GENERALI">
      <a:dk1>
        <a:srgbClr val="000000"/>
      </a:dk1>
      <a:lt1>
        <a:srgbClr val="FFFFFF"/>
      </a:lt1>
      <a:dk2>
        <a:srgbClr val="000000"/>
      </a:dk2>
      <a:lt2>
        <a:srgbClr val="FFFFFF"/>
      </a:lt2>
      <a:accent1>
        <a:srgbClr val="C21B17"/>
      </a:accent1>
      <a:accent2>
        <a:srgbClr val="323232"/>
      </a:accent2>
      <a:accent3>
        <a:srgbClr val="707070"/>
      </a:accent3>
      <a:accent4>
        <a:srgbClr val="A0A0A0"/>
      </a:accent4>
      <a:accent5>
        <a:srgbClr val="DCDCDC"/>
      </a:accent5>
      <a:accent6>
        <a:srgbClr val="AA1B17"/>
      </a:accent6>
      <a:hlink>
        <a:srgbClr val="C11A16"/>
      </a:hlink>
      <a:folHlink>
        <a:srgbClr val="32323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noFill/>
        <a:ln w="3175" cap="flat" cmpd="sng" algn="ctr">
          <a:solidFill>
            <a:sysClr val="windowText" lastClr="000000"/>
          </a:solidFill>
          <a:prstDash val="dash"/>
        </a:ln>
        <a:effectLst>
          <a:outerShdw blurRad="40000" dist="20000" dir="5400000" rotWithShape="0">
            <a:srgbClr val="000000">
              <a:alpha val="38000"/>
            </a:srgbClr>
          </a:outerShdw>
        </a:effectLst>
      </a:spPr>
      <a:bodyPr/>
      <a:lstStyle/>
    </a:lnDef>
  </a:objectDefaults>
  <a:extraClrSchemeLst/>
</a:theme>
</file>

<file path=ppt/theme/theme8.xml><?xml version="1.0" encoding="utf-8"?>
<a:theme xmlns:a="http://schemas.openxmlformats.org/drawingml/2006/main" name="1_INDEX">
  <a:themeElements>
    <a:clrScheme name="GENERALI">
      <a:dk1>
        <a:srgbClr val="000000"/>
      </a:dk1>
      <a:lt1>
        <a:srgbClr val="FFFFFF"/>
      </a:lt1>
      <a:dk2>
        <a:srgbClr val="000000"/>
      </a:dk2>
      <a:lt2>
        <a:srgbClr val="FFFFFF"/>
      </a:lt2>
      <a:accent1>
        <a:srgbClr val="C21B17"/>
      </a:accent1>
      <a:accent2>
        <a:srgbClr val="323232"/>
      </a:accent2>
      <a:accent3>
        <a:srgbClr val="707070"/>
      </a:accent3>
      <a:accent4>
        <a:srgbClr val="A0A0A0"/>
      </a:accent4>
      <a:accent5>
        <a:srgbClr val="DCDCDC"/>
      </a:accent5>
      <a:accent6>
        <a:srgbClr val="AA1B17"/>
      </a:accent6>
      <a:hlink>
        <a:srgbClr val="C11A16"/>
      </a:hlink>
      <a:folHlink>
        <a:srgbClr val="32323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9.xml><?xml version="1.0" encoding="utf-8"?>
<a:theme xmlns:a="http://schemas.openxmlformats.org/drawingml/2006/main" name="3_COVERS">
  <a:themeElements>
    <a:clrScheme name="GENERALI">
      <a:dk1>
        <a:srgbClr val="000000"/>
      </a:dk1>
      <a:lt1>
        <a:srgbClr val="FFFFFF"/>
      </a:lt1>
      <a:dk2>
        <a:srgbClr val="000000"/>
      </a:dk2>
      <a:lt2>
        <a:srgbClr val="FFFFFF"/>
      </a:lt2>
      <a:accent1>
        <a:srgbClr val="C21B17"/>
      </a:accent1>
      <a:accent2>
        <a:srgbClr val="323232"/>
      </a:accent2>
      <a:accent3>
        <a:srgbClr val="707070"/>
      </a:accent3>
      <a:accent4>
        <a:srgbClr val="A0A0A0"/>
      </a:accent4>
      <a:accent5>
        <a:srgbClr val="DCDCDC"/>
      </a:accent5>
      <a:accent6>
        <a:srgbClr val="AA1B17"/>
      </a:accent6>
      <a:hlink>
        <a:srgbClr val="C11A16"/>
      </a:hlink>
      <a:folHlink>
        <a:srgbClr val="32323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0.xml><?xml version="1.0" encoding="utf-8"?>
<a:theme xmlns:a="http://schemas.openxmlformats.org/drawingml/2006/main" name="8_PAGES">
  <a:themeElements>
    <a:clrScheme name="GENERALI">
      <a:dk1>
        <a:srgbClr val="000000"/>
      </a:dk1>
      <a:lt1>
        <a:srgbClr val="FFFFFF"/>
      </a:lt1>
      <a:dk2>
        <a:srgbClr val="000000"/>
      </a:dk2>
      <a:lt2>
        <a:srgbClr val="FFFFFF"/>
      </a:lt2>
      <a:accent1>
        <a:srgbClr val="C21B17"/>
      </a:accent1>
      <a:accent2>
        <a:srgbClr val="323232"/>
      </a:accent2>
      <a:accent3>
        <a:srgbClr val="707070"/>
      </a:accent3>
      <a:accent4>
        <a:srgbClr val="A0A0A0"/>
      </a:accent4>
      <a:accent5>
        <a:srgbClr val="DCDCDC"/>
      </a:accent5>
      <a:accent6>
        <a:srgbClr val="AA1B17"/>
      </a:accent6>
      <a:hlink>
        <a:srgbClr val="C11A16"/>
      </a:hlink>
      <a:folHlink>
        <a:srgbClr val="32323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noFill/>
        <a:ln w="3175" cap="flat" cmpd="sng" algn="ctr">
          <a:solidFill>
            <a:sysClr val="windowText" lastClr="000000"/>
          </a:solidFill>
          <a:prstDash val="dash"/>
        </a:ln>
        <a:effectLst>
          <a:outerShdw blurRad="40000" dist="20000" dir="5400000" rotWithShape="0">
            <a:srgbClr val="000000">
              <a:alpha val="38000"/>
            </a:srgbClr>
          </a:outerShdw>
        </a:effectLst>
      </a:spPr>
      <a:bodyPr/>
      <a:lstStyle/>
    </a:lnDef>
  </a:objectDefaults>
  <a:extraClrSchemeLst/>
</a:theme>
</file>

<file path=ppt/theme/theme11.xml><?xml version="1.0" encoding="utf-8"?>
<a:theme xmlns:a="http://schemas.openxmlformats.org/drawingml/2006/main" name="2_DIVIDERS">
  <a:themeElements>
    <a:clrScheme name="GENERALI">
      <a:dk1>
        <a:srgbClr val="000000"/>
      </a:dk1>
      <a:lt1>
        <a:srgbClr val="FFFFFF"/>
      </a:lt1>
      <a:dk2>
        <a:srgbClr val="000000"/>
      </a:dk2>
      <a:lt2>
        <a:srgbClr val="FFFFFF"/>
      </a:lt2>
      <a:accent1>
        <a:srgbClr val="C21B17"/>
      </a:accent1>
      <a:accent2>
        <a:srgbClr val="323232"/>
      </a:accent2>
      <a:accent3>
        <a:srgbClr val="707070"/>
      </a:accent3>
      <a:accent4>
        <a:srgbClr val="A0A0A0"/>
      </a:accent4>
      <a:accent5>
        <a:srgbClr val="DCDCDC"/>
      </a:accent5>
      <a:accent6>
        <a:srgbClr val="AA1B17"/>
      </a:accent6>
      <a:hlink>
        <a:srgbClr val="C11A16"/>
      </a:hlink>
      <a:folHlink>
        <a:srgbClr val="32323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10E230A34C0124E8F2E204D0CBF8E9D" ma:contentTypeVersion="8" ma:contentTypeDescription="Create a new document." ma:contentTypeScope="" ma:versionID="7d5682d4fc317426113e07c1c323419b">
  <xsd:schema xmlns:xsd="http://www.w3.org/2001/XMLSchema" xmlns:xs="http://www.w3.org/2001/XMLSchema" xmlns:p="http://schemas.microsoft.com/office/2006/metadata/properties" xmlns:ns2="937341cb-ed47-43a5-ad1f-4ef6817d7f24" targetNamespace="http://schemas.microsoft.com/office/2006/metadata/properties" ma:root="true" ma:fieldsID="c01af8900c852e9c5b4cf1cf2c3bbfbb" ns2:_="">
    <xsd:import namespace="937341cb-ed47-43a5-ad1f-4ef6817d7f2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7341cb-ed47-43a5-ad1f-4ef6817d7f2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BBSettings xmlns="http://schemas.bloomberg.com/settings/1.0">
  <Item name="DocumentId_Charts">{DE186FCE-5AF5-4BF0-9259-E4F7CE4A8BBA}</Item>
</BBSetting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7D59E4-AAC1-424D-B109-B977E26D86DA}">
  <ds:schemaRefs>
    <ds:schemaRef ds:uri="937341cb-ed47-43a5-ad1f-4ef6817d7f2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D507F51-6E40-40A1-BD5F-475947297CF1}">
  <ds:schemaRefs>
    <ds:schemaRef ds:uri="937341cb-ed47-43a5-ad1f-4ef6817d7f2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48E55FC-6EEC-4252-89BF-D87A04DB3006}">
  <ds:schemaRefs>
    <ds:schemaRef ds:uri="http://schemas.bloomberg.com/settings/1.0"/>
  </ds:schemaRefs>
</ds:datastoreItem>
</file>

<file path=customXml/itemProps4.xml><?xml version="1.0" encoding="utf-8"?>
<ds:datastoreItem xmlns:ds="http://schemas.openxmlformats.org/officeDocument/2006/customXml" ds:itemID="{44286BA6-0CB6-431D-A9F8-DE8274B1183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4302</Words>
  <Application>Microsoft Office PowerPoint</Application>
  <PresentationFormat>Grand écran</PresentationFormat>
  <Paragraphs>317</Paragraphs>
  <Slides>17</Slides>
  <Notes>2</Notes>
  <HiddenSlides>2</HiddenSlides>
  <MMClips>0</MMClips>
  <ScaleCrop>false</ScaleCrop>
  <HeadingPairs>
    <vt:vector size="6" baseType="variant">
      <vt:variant>
        <vt:lpstr>Polices utilisées</vt:lpstr>
      </vt:variant>
      <vt:variant>
        <vt:i4>8</vt:i4>
      </vt:variant>
      <vt:variant>
        <vt:lpstr>Thème</vt:lpstr>
      </vt:variant>
      <vt:variant>
        <vt:i4>11</vt:i4>
      </vt:variant>
      <vt:variant>
        <vt:lpstr>Titres des diapositives</vt:lpstr>
      </vt:variant>
      <vt:variant>
        <vt:i4>17</vt:i4>
      </vt:variant>
    </vt:vector>
  </HeadingPairs>
  <TitlesOfParts>
    <vt:vector size="36" baseType="lpstr">
      <vt:lpstr>Aptos</vt:lpstr>
      <vt:lpstr>arial</vt:lpstr>
      <vt:lpstr>arial</vt:lpstr>
      <vt:lpstr>Arial Regular</vt:lpstr>
      <vt:lpstr>Calibri</vt:lpstr>
      <vt:lpstr>Segoe UI</vt:lpstr>
      <vt:lpstr>Symbol</vt:lpstr>
      <vt:lpstr>Wingdings</vt:lpstr>
      <vt:lpstr>2_GENERALI_TEMPLATE_16-9</vt:lpstr>
      <vt:lpstr>COVERS</vt:lpstr>
      <vt:lpstr>7_PAGES</vt:lpstr>
      <vt:lpstr>1_Custom Design</vt:lpstr>
      <vt:lpstr>INDEX</vt:lpstr>
      <vt:lpstr>1_DIVIDERS</vt:lpstr>
      <vt:lpstr>6_PAGES</vt:lpstr>
      <vt:lpstr>1_INDEX</vt:lpstr>
      <vt:lpstr>3_COVERS</vt:lpstr>
      <vt:lpstr>8_PAGES</vt:lpstr>
      <vt:lpstr>2_DIVIDERS</vt:lpstr>
      <vt:lpstr>Réunion de marché</vt:lpstr>
      <vt:lpstr>Weekly macro &amp; market Catch Up</vt:lpstr>
      <vt:lpstr>Quantum Computing - An Introduction</vt:lpstr>
      <vt:lpstr>I. La crise de la physique classique </vt:lpstr>
      <vt:lpstr>I. La crise de la physique classique </vt:lpstr>
      <vt:lpstr>Présentation PowerPoint</vt:lpstr>
      <vt:lpstr>II. De la dualité onde-corpuscule à l’équation de schrödinger</vt:lpstr>
      <vt:lpstr>Les principes qui en découlent</vt:lpstr>
      <vt:lpstr>III. Informatique quantique</vt:lpstr>
      <vt:lpstr>exemple</vt:lpstr>
      <vt:lpstr>II. Quantum : origines et principes fondamentaux</vt:lpstr>
      <vt:lpstr>III. De la physique à la machine : l’informatique quantique</vt:lpstr>
      <vt:lpstr>IV. Applications concrètes en finance</vt:lpstr>
      <vt:lpstr>V. L’écosystème quantique et son adoption par le secteur financier</vt:lpstr>
      <vt:lpstr>Q-Day : risques, vecteurs d’attaque et transition PQC sectorielle</vt:lpstr>
      <vt:lpstr>VI. Perspectives d’avenir et cybersécurité : le « Q-Day »</vt:lpstr>
      <vt:lpstr>APPENDIX</vt:lpstr>
    </vt:vector>
  </TitlesOfParts>
  <Company>Generali Business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Braganti Lorenzo</dc:creator>
  <cp:keywords>Internal</cp:keywords>
  <cp:lastModifiedBy>MANNAI Yassine</cp:lastModifiedBy>
  <cp:revision>1</cp:revision>
  <cp:lastPrinted>2026-03-11T07:48:53Z</cp:lastPrinted>
  <dcterms:created xsi:type="dcterms:W3CDTF">2018-09-13T17:33:59Z</dcterms:created>
  <dcterms:modified xsi:type="dcterms:W3CDTF">2026-06-16T08:59:59Z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ad12b7ba-ef86-4f0f-95c5-981728d9bff2</vt:lpwstr>
  </property>
  <property fmtid="{D5CDD505-2E9C-101B-9397-08002B2CF9AE}" pid="3" name="Classification">
    <vt:lpwstr>Internal</vt:lpwstr>
  </property>
  <property fmtid="{D5CDD505-2E9C-101B-9397-08002B2CF9AE}" pid="4" name="MSIP_Label_5bf4bb52-9e9d-4296-940a-59002820a53c_Enabled">
    <vt:lpwstr>true</vt:lpwstr>
  </property>
  <property fmtid="{D5CDD505-2E9C-101B-9397-08002B2CF9AE}" pid="5" name="MSIP_Label_5bf4bb52-9e9d-4296-940a-59002820a53c_SetDate">
    <vt:lpwstr>2021-09-06T10:46:33Z</vt:lpwstr>
  </property>
  <property fmtid="{D5CDD505-2E9C-101B-9397-08002B2CF9AE}" pid="6" name="MSIP_Label_5bf4bb52-9e9d-4296-940a-59002820a53c_Method">
    <vt:lpwstr>Standard</vt:lpwstr>
  </property>
  <property fmtid="{D5CDD505-2E9C-101B-9397-08002B2CF9AE}" pid="7" name="MSIP_Label_5bf4bb52-9e9d-4296-940a-59002820a53c_Name">
    <vt:lpwstr>5bf4bb52-9e9d-4296-940a-59002820a53c</vt:lpwstr>
  </property>
  <property fmtid="{D5CDD505-2E9C-101B-9397-08002B2CF9AE}" pid="8" name="MSIP_Label_5bf4bb52-9e9d-4296-940a-59002820a53c_SiteId">
    <vt:lpwstr>cbeb3ecc-6f45-4183-b5a8-088140deae5d</vt:lpwstr>
  </property>
  <property fmtid="{D5CDD505-2E9C-101B-9397-08002B2CF9AE}" pid="9" name="MSIP_Label_5bf4bb52-9e9d-4296-940a-59002820a53c_ActionId">
    <vt:lpwstr>2273e326-eb35-4cc0-8da2-52b6268fb72b</vt:lpwstr>
  </property>
  <property fmtid="{D5CDD505-2E9C-101B-9397-08002B2CF9AE}" pid="10" name="MSIP_Label_5bf4bb52-9e9d-4296-940a-59002820a53c_ContentBits">
    <vt:lpwstr>0</vt:lpwstr>
  </property>
  <property fmtid="{D5CDD505-2E9C-101B-9397-08002B2CF9AE}" pid="11" name="_NewReviewCycle">
    <vt:lpwstr/>
  </property>
  <property fmtid="{D5CDD505-2E9C-101B-9397-08002B2CF9AE}" pid="12" name="ContentTypeId">
    <vt:lpwstr>0x010100A10E230A34C0124E8F2E204D0CBF8E9D</vt:lpwstr>
  </property>
  <property fmtid="{D5CDD505-2E9C-101B-9397-08002B2CF9AE}" pid="13" name="MSIP_Label_5bf4bb52-9e9d-4296-940a-59002820a53c_Tag">
    <vt:lpwstr>10, 3, 0, 2</vt:lpwstr>
  </property>
</Properties>
</file>