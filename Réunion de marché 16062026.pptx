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2.xml" ContentType="application/vnd.openxmlformats-officedocument.theme+xml"/>
  <Override PartName="/ppt/tags/tag52.xml" ContentType="application/vnd.openxmlformats-officedocument.presentationml.tags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theme/theme3.xml" ContentType="application/vnd.openxmlformats-officedocument.theme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theme/theme4.xml" ContentType="application/vnd.openxmlformats-officedocument.theme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theme/theme5.xml" ContentType="application/vnd.openxmlformats-officedocument.theme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6.xml" ContentType="application/vnd.openxmlformats-officedocument.theme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theme/theme7.xml" ContentType="application/vnd.openxmlformats-officedocument.theme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theme/theme8.xml" ContentType="application/vnd.openxmlformats-officedocument.theme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slideLayouts/slideLayout102.xml" ContentType="application/vnd.openxmlformats-officedocument.presentationml.slideLayout+xml"/>
  <Override PartName="/ppt/theme/theme9.xml" ContentType="application/vnd.openxmlformats-officedocument.theme+xml"/>
  <Override PartName="/ppt/tags/tag78.xml" ContentType="application/vnd.openxmlformats-officedocument.presentationml.tags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theme/theme10.xml" ContentType="application/vnd.openxmlformats-officedocument.theme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theme/theme11.xml" ContentType="application/vnd.openxmlformats-officedocument.theme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heme/theme12.xml" ContentType="application/vnd.openxmlformats-officedocument.theme+xml"/>
  <Override PartName="/ppt/theme/theme13.xml" ContentType="application/vnd.openxmlformats-officedocument.theme+xml"/>
  <Override PartName="/ppt/tags/tag94.xml" ContentType="application/vnd.openxmlformats-officedocument.presentationml.tags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5"/>
    <p:sldMasterId id="2147483818" r:id="rId6"/>
    <p:sldMasterId id="2147483820" r:id="rId7"/>
    <p:sldMasterId id="2147483891" r:id="rId8"/>
    <p:sldMasterId id="2147484673" r:id="rId9"/>
    <p:sldMasterId id="2147484607" r:id="rId10"/>
    <p:sldMasterId id="2147484419" r:id="rId11"/>
    <p:sldMasterId id="2147484839" r:id="rId12"/>
    <p:sldMasterId id="2147484845" r:id="rId13"/>
    <p:sldMasterId id="2147484847" r:id="rId14"/>
    <p:sldMasterId id="2147484859" r:id="rId15"/>
  </p:sldMasterIdLst>
  <p:notesMasterIdLst>
    <p:notesMasterId r:id="rId18"/>
  </p:notesMasterIdLst>
  <p:handoutMasterIdLst>
    <p:handoutMasterId r:id="rId19"/>
  </p:handoutMasterIdLst>
  <p:sldIdLst>
    <p:sldId id="2147482496" r:id="rId16"/>
    <p:sldId id="2147482497" r:id="rId17"/>
  </p:sldIdLst>
  <p:sldSz cx="12192000" cy="6858000"/>
  <p:notesSz cx="7099300" cy="10234613"/>
  <p:custDataLst>
    <p:tags r:id="rId2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3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32C5F35-C6B3-DF0B-59D5-EE89546FE93A}" name="Wolburg, Martin" initials="MW" userId="S::V175634@generali.de::1dbda3dd-f974-47c9-9a71-c58c5542529a" providerId="AD"/>
  <p188:author id="{3AC7C960-0501-687C-A955-CDC935919D10}" name="GHERARDI Enzo" initials="EG" userId="S::b304gmp@groupe.generali.fr::2fcda6ce-b45c-465d-98df-4e8272547bde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ISCH Jean-Baptiste" initials="FJ" lastIdx="1" clrIdx="0">
    <p:extLst>
      <p:ext uri="{19B8F6BF-5375-455C-9EA6-DF929625EA0E}">
        <p15:presenceInfo xmlns:p15="http://schemas.microsoft.com/office/powerpoint/2012/main" userId="S::b301bxn@groupe.generali.fr::d041bd13-5512-4dc6-bf9e-45605280b40a" providerId="AD"/>
      </p:ext>
    </p:extLst>
  </p:cmAuthor>
  <p:cmAuthor id="2" name="ANDRES Frederic" initials="AF" lastIdx="1" clrIdx="1">
    <p:extLst>
      <p:ext uri="{19B8F6BF-5375-455C-9EA6-DF929625EA0E}">
        <p15:presenceInfo xmlns:p15="http://schemas.microsoft.com/office/powerpoint/2012/main" userId="S::b300owk@groupe.generali.fr::d65a21e8-2650-44e2-8b27-eb7da760433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59"/>
    <a:srgbClr val="9BFFC8"/>
    <a:srgbClr val="47B0FF"/>
    <a:srgbClr val="69BFFF"/>
    <a:srgbClr val="C00000"/>
    <a:srgbClr val="C21B17"/>
    <a:srgbClr val="000000"/>
    <a:srgbClr val="DF0000"/>
    <a:srgbClr val="FF9933"/>
    <a:srgbClr val="ACD4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01FC7C-00D6-4C84-B861-4CAB1856D05C}" v="102" dt="2026-06-12T08:43:51.1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Style moyen 3 - Accentuation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25E5076-3810-47DD-B79F-674D7AD40C01}" styleName="Style foncé 1 - Accentuation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7" autoAdjust="0"/>
  </p:normalViewPr>
  <p:slideViewPr>
    <p:cSldViewPr snapToGrid="0">
      <p:cViewPr varScale="1">
        <p:scale>
          <a:sx n="111" d="100"/>
          <a:sy n="111" d="100"/>
        </p:scale>
        <p:origin x="558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3223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4.xml"/><Relationship Id="rId13" Type="http://schemas.openxmlformats.org/officeDocument/2006/relationships/slideMaster" Target="slideMasters/slideMaster9.xml"/><Relationship Id="rId18" Type="http://schemas.openxmlformats.org/officeDocument/2006/relationships/notesMaster" Target="notesMasters/notesMaster1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Master" Target="slideMasters/slideMaster3.xml"/><Relationship Id="rId12" Type="http://schemas.openxmlformats.org/officeDocument/2006/relationships/slideMaster" Target="slideMasters/slideMaster8.xml"/><Relationship Id="rId17" Type="http://schemas.openxmlformats.org/officeDocument/2006/relationships/slide" Target="slides/slide2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.xml"/><Relationship Id="rId20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Master" Target="slideMasters/slideMaster7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1.xml"/><Relationship Id="rId15" Type="http://schemas.openxmlformats.org/officeDocument/2006/relationships/slideMaster" Target="slideMasters/slideMaster11.xml"/><Relationship Id="rId23" Type="http://schemas.openxmlformats.org/officeDocument/2006/relationships/viewProps" Target="viewProps.xml"/><Relationship Id="rId28" Type="http://schemas.microsoft.com/office/2018/10/relationships/authors" Target="authors.xml"/><Relationship Id="rId10" Type="http://schemas.openxmlformats.org/officeDocument/2006/relationships/slideMaster" Target="slideMasters/slideMaster6.xml"/><Relationship Id="rId19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slideMaster" Target="slideMasters/slideMaster5.xml"/><Relationship Id="rId14" Type="http://schemas.openxmlformats.org/officeDocument/2006/relationships/slideMaster" Target="slideMasters/slideMaster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UVIER Mathilde" userId="2a1d1d93-afbc-445e-8ed8-5388a1e0aaea" providerId="ADAL" clId="{E0F656F1-1343-43E8-A495-16A8DD075090}"/>
    <pc:docChg chg="custSel delSld modSld delMainMaster">
      <pc:chgData name="BOUVIER Mathilde" userId="2a1d1d93-afbc-445e-8ed8-5388a1e0aaea" providerId="ADAL" clId="{E0F656F1-1343-43E8-A495-16A8DD075090}" dt="2026-06-12T08:44:08.653" v="706" actId="1076"/>
      <pc:docMkLst>
        <pc:docMk/>
      </pc:docMkLst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1241156518" sldId="443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1771351800" sldId="2147482468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3964769023" sldId="2147482469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2001627588" sldId="2147482470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1256943766" sldId="2147482471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736842165" sldId="2147482472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2114187924" sldId="2147482473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4226487319" sldId="2147482474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1443379935" sldId="2147482475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4186443252" sldId="2147482476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1530857806" sldId="2147482477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3030638262" sldId="2147482478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352270876" sldId="2147482479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461534912" sldId="2147482480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2644311587" sldId="2147482481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2913624798" sldId="2147482482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2244524098" sldId="2147482485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1895846215" sldId="2147482486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1721522941" sldId="2147482487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3675044955" sldId="2147482488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1388706339" sldId="2147482489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735865297" sldId="2147482490"/>
        </pc:sldMkLst>
      </pc:sldChg>
      <pc:sldChg chg="modSp mod">
        <pc:chgData name="BOUVIER Mathilde" userId="2a1d1d93-afbc-445e-8ed8-5388a1e0aaea" providerId="ADAL" clId="{E0F656F1-1343-43E8-A495-16A8DD075090}" dt="2026-06-12T08:00:49.892" v="9" actId="20577"/>
        <pc:sldMkLst>
          <pc:docMk/>
          <pc:sldMk cId="3026808034" sldId="2147482496"/>
        </pc:sldMkLst>
        <pc:spChg chg="mod">
          <ac:chgData name="BOUVIER Mathilde" userId="2a1d1d93-afbc-445e-8ed8-5388a1e0aaea" providerId="ADAL" clId="{E0F656F1-1343-43E8-A495-16A8DD075090}" dt="2026-06-12T08:00:49.892" v="9" actId="20577"/>
          <ac:spMkLst>
            <pc:docMk/>
            <pc:sldMk cId="3026808034" sldId="2147482496"/>
            <ac:spMk id="6" creationId="{DD99818F-9197-4FDE-846A-7938FB95B618}"/>
          </ac:spMkLst>
        </pc:spChg>
      </pc:sldChg>
      <pc:sldChg chg="addSp delSp modSp mod">
        <pc:chgData name="BOUVIER Mathilde" userId="2a1d1d93-afbc-445e-8ed8-5388a1e0aaea" providerId="ADAL" clId="{E0F656F1-1343-43E8-A495-16A8DD075090}" dt="2026-06-12T08:44:08.653" v="706" actId="1076"/>
        <pc:sldMkLst>
          <pc:docMk/>
          <pc:sldMk cId="2283618724" sldId="2147482497"/>
        </pc:sldMkLst>
        <pc:spChg chg="mod">
          <ac:chgData name="BOUVIER Mathilde" userId="2a1d1d93-afbc-445e-8ed8-5388a1e0aaea" providerId="ADAL" clId="{E0F656F1-1343-43E8-A495-16A8DD075090}" dt="2026-06-12T08:38:21.405" v="622" actId="20577"/>
          <ac:spMkLst>
            <pc:docMk/>
            <pc:sldMk cId="2283618724" sldId="2147482497"/>
            <ac:spMk id="6" creationId="{150AE148-8EC5-DDE3-095C-B9AF08A8B78F}"/>
          </ac:spMkLst>
        </pc:spChg>
        <pc:spChg chg="mod">
          <ac:chgData name="BOUVIER Mathilde" userId="2a1d1d93-afbc-445e-8ed8-5388a1e0aaea" providerId="ADAL" clId="{E0F656F1-1343-43E8-A495-16A8DD075090}" dt="2026-06-12T08:44:08.653" v="706" actId="1076"/>
          <ac:spMkLst>
            <pc:docMk/>
            <pc:sldMk cId="2283618724" sldId="2147482497"/>
            <ac:spMk id="10" creationId="{DA22DD93-AC91-7A01-36A9-3DBCECBA8C55}"/>
          </ac:spMkLst>
        </pc:spChg>
        <pc:spChg chg="del">
          <ac:chgData name="BOUVIER Mathilde" userId="2a1d1d93-afbc-445e-8ed8-5388a1e0aaea" providerId="ADAL" clId="{E0F656F1-1343-43E8-A495-16A8DD075090}" dt="2026-06-12T08:12:13.341" v="93" actId="478"/>
          <ac:spMkLst>
            <pc:docMk/>
            <pc:sldMk cId="2283618724" sldId="2147482497"/>
            <ac:spMk id="18" creationId="{0BFA08A5-F937-2EDA-7487-6FF5077A2824}"/>
          </ac:spMkLst>
        </pc:spChg>
        <pc:grpChg chg="add mod">
          <ac:chgData name="BOUVIER Mathilde" userId="2a1d1d93-afbc-445e-8ed8-5388a1e0aaea" providerId="ADAL" clId="{E0F656F1-1343-43E8-A495-16A8DD075090}" dt="2026-06-12T08:36:11.065" v="554" actId="1076"/>
          <ac:grpSpMkLst>
            <pc:docMk/>
            <pc:sldMk cId="2283618724" sldId="2147482497"/>
            <ac:grpSpMk id="22" creationId="{83E0A2B5-75B4-6795-DD21-92D6356C852E}"/>
          </ac:grpSpMkLst>
        </pc:grpChg>
        <pc:picChg chg="del">
          <ac:chgData name="BOUVIER Mathilde" userId="2a1d1d93-afbc-445e-8ed8-5388a1e0aaea" providerId="ADAL" clId="{E0F656F1-1343-43E8-A495-16A8DD075090}" dt="2026-06-12T08:12:11.161" v="91" actId="478"/>
          <ac:picMkLst>
            <pc:docMk/>
            <pc:sldMk cId="2283618724" sldId="2147482497"/>
            <ac:picMk id="8" creationId="{8A123218-839D-6FD4-AF26-ED7B698B61BC}"/>
          </ac:picMkLst>
        </pc:picChg>
        <pc:picChg chg="add mod">
          <ac:chgData name="BOUVIER Mathilde" userId="2a1d1d93-afbc-445e-8ed8-5388a1e0aaea" providerId="ADAL" clId="{E0F656F1-1343-43E8-A495-16A8DD075090}" dt="2026-06-12T08:36:02.032" v="552" actId="164"/>
          <ac:picMkLst>
            <pc:docMk/>
            <pc:sldMk cId="2283618724" sldId="2147482497"/>
            <ac:picMk id="16" creationId="{C813EA1D-E9A9-337C-45C7-969E4E7AA873}"/>
          </ac:picMkLst>
        </pc:picChg>
        <pc:picChg chg="del">
          <ac:chgData name="BOUVIER Mathilde" userId="2a1d1d93-afbc-445e-8ed8-5388a1e0aaea" providerId="ADAL" clId="{E0F656F1-1343-43E8-A495-16A8DD075090}" dt="2026-06-12T08:12:11.750" v="92" actId="478"/>
          <ac:picMkLst>
            <pc:docMk/>
            <pc:sldMk cId="2283618724" sldId="2147482497"/>
            <ac:picMk id="17" creationId="{66E02320-4354-BC44-8C3C-2D789034F731}"/>
          </ac:picMkLst>
        </pc:picChg>
        <pc:picChg chg="add mod">
          <ac:chgData name="BOUVIER Mathilde" userId="2a1d1d93-afbc-445e-8ed8-5388a1e0aaea" providerId="ADAL" clId="{E0F656F1-1343-43E8-A495-16A8DD075090}" dt="2026-06-12T08:36:02.032" v="552" actId="164"/>
          <ac:picMkLst>
            <pc:docMk/>
            <pc:sldMk cId="2283618724" sldId="2147482497"/>
            <ac:picMk id="21" creationId="{B28D07D9-E099-FF0A-80CE-A4BCD5E6301F}"/>
          </ac:picMkLst>
        </pc:picChg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290714632" sldId="2147482498"/>
        </pc:sldMkLst>
      </pc:sldChg>
      <pc:sldChg chg="del">
        <pc:chgData name="BOUVIER Mathilde" userId="2a1d1d93-afbc-445e-8ed8-5388a1e0aaea" providerId="ADAL" clId="{E0F656F1-1343-43E8-A495-16A8DD075090}" dt="2026-06-12T07:56:55.112" v="0" actId="47"/>
        <pc:sldMkLst>
          <pc:docMk/>
          <pc:sldMk cId="1724663471" sldId="2147482499"/>
        </pc:sldMkLst>
      </pc:sldChg>
      <pc:sldMasterChg chg="del delSldLayout">
        <pc:chgData name="BOUVIER Mathilde" userId="2a1d1d93-afbc-445e-8ed8-5388a1e0aaea" providerId="ADAL" clId="{E0F656F1-1343-43E8-A495-16A8DD075090}" dt="2026-06-12T07:56:55.112" v="0" actId="47"/>
        <pc:sldMasterMkLst>
          <pc:docMk/>
          <pc:sldMasterMk cId="2654875363" sldId="2147484869"/>
        </pc:sldMasterMkLst>
        <pc:sldLayoutChg chg="del">
          <pc:chgData name="BOUVIER Mathilde" userId="2a1d1d93-afbc-445e-8ed8-5388a1e0aaea" providerId="ADAL" clId="{E0F656F1-1343-43E8-A495-16A8DD075090}" dt="2026-06-12T07:56:55.112" v="0" actId="47"/>
          <pc:sldLayoutMkLst>
            <pc:docMk/>
            <pc:sldMasterMk cId="2654875363" sldId="2147484869"/>
            <pc:sldLayoutMk cId="3328105262" sldId="2147484870"/>
          </pc:sldLayoutMkLst>
        </pc:sldLayoutChg>
        <pc:sldLayoutChg chg="del">
          <pc:chgData name="BOUVIER Mathilde" userId="2a1d1d93-afbc-445e-8ed8-5388a1e0aaea" providerId="ADAL" clId="{E0F656F1-1343-43E8-A495-16A8DD075090}" dt="2026-06-12T07:56:55.112" v="0" actId="47"/>
          <pc:sldLayoutMkLst>
            <pc:docMk/>
            <pc:sldMasterMk cId="2654875363" sldId="2147484869"/>
            <pc:sldLayoutMk cId="94791037" sldId="2147484871"/>
          </pc:sldLayoutMkLst>
        </pc:sldLayoutChg>
        <pc:sldLayoutChg chg="del">
          <pc:chgData name="BOUVIER Mathilde" userId="2a1d1d93-afbc-445e-8ed8-5388a1e0aaea" providerId="ADAL" clId="{E0F656F1-1343-43E8-A495-16A8DD075090}" dt="2026-06-12T07:56:55.112" v="0" actId="47"/>
          <pc:sldLayoutMkLst>
            <pc:docMk/>
            <pc:sldMasterMk cId="2654875363" sldId="2147484869"/>
            <pc:sldLayoutMk cId="1453992450" sldId="2147484872"/>
          </pc:sldLayoutMkLst>
        </pc:sldLayoutChg>
        <pc:sldLayoutChg chg="del">
          <pc:chgData name="BOUVIER Mathilde" userId="2a1d1d93-afbc-445e-8ed8-5388a1e0aaea" providerId="ADAL" clId="{E0F656F1-1343-43E8-A495-16A8DD075090}" dt="2026-06-12T07:56:55.112" v="0" actId="47"/>
          <pc:sldLayoutMkLst>
            <pc:docMk/>
            <pc:sldMasterMk cId="2654875363" sldId="2147484869"/>
            <pc:sldLayoutMk cId="529254335" sldId="2147484873"/>
          </pc:sldLayoutMkLst>
        </pc:sldLayoutChg>
        <pc:sldLayoutChg chg="del">
          <pc:chgData name="BOUVIER Mathilde" userId="2a1d1d93-afbc-445e-8ed8-5388a1e0aaea" providerId="ADAL" clId="{E0F656F1-1343-43E8-A495-16A8DD075090}" dt="2026-06-12T07:56:55.112" v="0" actId="47"/>
          <pc:sldLayoutMkLst>
            <pc:docMk/>
            <pc:sldMasterMk cId="2654875363" sldId="2147484869"/>
            <pc:sldLayoutMk cId="3124087383" sldId="2147484874"/>
          </pc:sldLayoutMkLst>
        </pc:sldLayoutChg>
        <pc:sldLayoutChg chg="del">
          <pc:chgData name="BOUVIER Mathilde" userId="2a1d1d93-afbc-445e-8ed8-5388a1e0aaea" providerId="ADAL" clId="{E0F656F1-1343-43E8-A495-16A8DD075090}" dt="2026-06-12T07:56:55.112" v="0" actId="47"/>
          <pc:sldLayoutMkLst>
            <pc:docMk/>
            <pc:sldMasterMk cId="2654875363" sldId="2147484869"/>
            <pc:sldLayoutMk cId="129218715" sldId="2147484875"/>
          </pc:sldLayoutMkLst>
        </pc:sldLayoutChg>
        <pc:sldLayoutChg chg="del">
          <pc:chgData name="BOUVIER Mathilde" userId="2a1d1d93-afbc-445e-8ed8-5388a1e0aaea" providerId="ADAL" clId="{E0F656F1-1343-43E8-A495-16A8DD075090}" dt="2026-06-12T07:56:55.112" v="0" actId="47"/>
          <pc:sldLayoutMkLst>
            <pc:docMk/>
            <pc:sldMasterMk cId="2654875363" sldId="2147484869"/>
            <pc:sldLayoutMk cId="1392024461" sldId="2147484876"/>
          </pc:sldLayoutMkLst>
        </pc:sldLayoutChg>
        <pc:sldLayoutChg chg="del">
          <pc:chgData name="BOUVIER Mathilde" userId="2a1d1d93-afbc-445e-8ed8-5388a1e0aaea" providerId="ADAL" clId="{E0F656F1-1343-43E8-A495-16A8DD075090}" dt="2026-06-12T07:56:55.112" v="0" actId="47"/>
          <pc:sldLayoutMkLst>
            <pc:docMk/>
            <pc:sldMasterMk cId="2654875363" sldId="2147484869"/>
            <pc:sldLayoutMk cId="3116763670" sldId="2147484877"/>
          </pc:sldLayoutMkLst>
        </pc:sldLayoutChg>
        <pc:sldLayoutChg chg="del">
          <pc:chgData name="BOUVIER Mathilde" userId="2a1d1d93-afbc-445e-8ed8-5388a1e0aaea" providerId="ADAL" clId="{E0F656F1-1343-43E8-A495-16A8DD075090}" dt="2026-06-12T07:56:55.112" v="0" actId="47"/>
          <pc:sldLayoutMkLst>
            <pc:docMk/>
            <pc:sldMasterMk cId="2654875363" sldId="2147484869"/>
            <pc:sldLayoutMk cId="2874511516" sldId="2147484878"/>
          </pc:sldLayoutMkLst>
        </pc:sldLayoutChg>
        <pc:sldLayoutChg chg="del">
          <pc:chgData name="BOUVIER Mathilde" userId="2a1d1d93-afbc-445e-8ed8-5388a1e0aaea" providerId="ADAL" clId="{E0F656F1-1343-43E8-A495-16A8DD075090}" dt="2026-06-12T07:56:55.112" v="0" actId="47"/>
          <pc:sldLayoutMkLst>
            <pc:docMk/>
            <pc:sldMasterMk cId="2654875363" sldId="2147484869"/>
            <pc:sldLayoutMk cId="1604537424" sldId="2147484879"/>
          </pc:sldLayoutMkLst>
        </pc:sldLayoutChg>
        <pc:sldLayoutChg chg="del">
          <pc:chgData name="BOUVIER Mathilde" userId="2a1d1d93-afbc-445e-8ed8-5388a1e0aaea" providerId="ADAL" clId="{E0F656F1-1343-43E8-A495-16A8DD075090}" dt="2026-06-12T07:56:55.112" v="0" actId="47"/>
          <pc:sldLayoutMkLst>
            <pc:docMk/>
            <pc:sldMasterMk cId="2654875363" sldId="2147484869"/>
            <pc:sldLayoutMk cId="804608078" sldId="2147484880"/>
          </pc:sldLayoutMkLst>
        </pc:sldLayoutChg>
        <pc:sldLayoutChg chg="del">
          <pc:chgData name="BOUVIER Mathilde" userId="2a1d1d93-afbc-445e-8ed8-5388a1e0aaea" providerId="ADAL" clId="{E0F656F1-1343-43E8-A495-16A8DD075090}" dt="2026-06-12T07:56:55.112" v="0" actId="47"/>
          <pc:sldLayoutMkLst>
            <pc:docMk/>
            <pc:sldMasterMk cId="2654875363" sldId="2147484869"/>
            <pc:sldLayoutMk cId="3286322339" sldId="2147484881"/>
          </pc:sldLayoutMkLst>
        </pc:sldLayoutChg>
        <pc:sldLayoutChg chg="del">
          <pc:chgData name="BOUVIER Mathilde" userId="2a1d1d93-afbc-445e-8ed8-5388a1e0aaea" providerId="ADAL" clId="{E0F656F1-1343-43E8-A495-16A8DD075090}" dt="2026-06-12T07:56:55.112" v="0" actId="47"/>
          <pc:sldLayoutMkLst>
            <pc:docMk/>
            <pc:sldMasterMk cId="2654875363" sldId="2147484869"/>
            <pc:sldLayoutMk cId="2280152065" sldId="2147484882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45FB1D5A-6BE2-5C82-B924-F7A5B71A35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2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7B0B2F5-8CD5-83DD-66B8-AA65F35F86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9" y="2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351FE2-FEE7-4842-9A2C-7F298C69426C}" type="datetimeFigureOut">
              <a:rPr lang="fr-FR" smtClean="0"/>
              <a:t>12/06/2026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853AF58-2CE9-C5A0-4841-6A9095B3260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852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03FC4F1-B014-2DB0-B329-93A13466E17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9" y="9721852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BDFECC-D584-4D2B-BC9D-A0B99EB7089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33807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69808" cy="496332"/>
          </a:xfrm>
          <a:prstGeom prst="rect">
            <a:avLst/>
          </a:prstGeom>
        </p:spPr>
        <p:txBody>
          <a:bodyPr vert="horz" lIns="92057" tIns="46028" rIns="92057" bIns="46028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2009" y="1"/>
            <a:ext cx="2969808" cy="496332"/>
          </a:xfrm>
          <a:prstGeom prst="rect">
            <a:avLst/>
          </a:prstGeom>
        </p:spPr>
        <p:txBody>
          <a:bodyPr vert="horz" lIns="92057" tIns="46028" rIns="92057" bIns="46028" rtlCol="0"/>
          <a:lstStyle>
            <a:lvl1pPr algn="r">
              <a:defRPr sz="1200"/>
            </a:lvl1pPr>
          </a:lstStyle>
          <a:p>
            <a:fld id="{002DE18B-83F5-4334-AA20-6C9E067D6C11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7475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057" tIns="46028" rIns="92057" bIns="4602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341" y="4715155"/>
            <a:ext cx="5482722" cy="4466987"/>
          </a:xfrm>
          <a:prstGeom prst="rect">
            <a:avLst/>
          </a:prstGeom>
        </p:spPr>
        <p:txBody>
          <a:bodyPr vert="horz" lIns="92057" tIns="46028" rIns="92057" bIns="4602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69808" cy="496332"/>
          </a:xfrm>
          <a:prstGeom prst="rect">
            <a:avLst/>
          </a:prstGeom>
        </p:spPr>
        <p:txBody>
          <a:bodyPr vert="horz" lIns="92057" tIns="46028" rIns="92057" bIns="46028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2009" y="9428583"/>
            <a:ext cx="2969808" cy="496332"/>
          </a:xfrm>
          <a:prstGeom prst="rect">
            <a:avLst/>
          </a:prstGeom>
        </p:spPr>
        <p:txBody>
          <a:bodyPr vert="horz" lIns="92057" tIns="46028" rIns="92057" bIns="46028" rtlCol="0" anchor="b"/>
          <a:lstStyle>
            <a:lvl1pPr algn="r">
              <a:defRPr sz="1200"/>
            </a:lvl1pPr>
          </a:lstStyle>
          <a:p>
            <a:fld id="{1A9E3E84-B50E-41DE-AC0F-524BF5AF61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59542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kern="0">
              <a:solidFill>
                <a:prstClr val="black">
                  <a:lumMod val="65000"/>
                  <a:lumOff val="3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Tx/>
              <a:buNone/>
              <a:tabLst/>
              <a:defRPr/>
            </a:pPr>
            <a:fld id="{00000000-1234-1234-1234-123412341234}" type="slidenum">
              <a:rPr kumimoji="0" lang="it-IT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Tx/>
                <a:buNone/>
                <a:tabLst/>
                <a:defRPr/>
              </a:pPr>
              <a:t>2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302062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oleObject" Target="../embeddings/oleObject2.bin"/><Relationship Id="rId7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8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9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0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1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2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3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4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5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6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7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8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9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0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1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2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3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4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5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6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7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8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9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0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1.xml"/><Relationship Id="rId6" Type="http://schemas.openxmlformats.org/officeDocument/2006/relationships/image" Target="../media/image3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2.png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2.png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4.xml"/><Relationship Id="rId4" Type="http://schemas.openxmlformats.org/officeDocument/2006/relationships/image" Target="../media/image14.emf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56.xml"/><Relationship Id="rId4" Type="http://schemas.openxmlformats.org/officeDocument/2006/relationships/image" Target="../media/image14.emf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5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5" Type="http://schemas.openxmlformats.org/officeDocument/2006/relationships/image" Target="../media/image21.emf"/><Relationship Id="rId4" Type="http://schemas.openxmlformats.org/officeDocument/2006/relationships/oleObject" Target="../embeddings/oleObject10.bin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5.xml"/><Relationship Id="rId4" Type="http://schemas.openxmlformats.org/officeDocument/2006/relationships/image" Target="../media/image20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5.xml"/><Relationship Id="rId4" Type="http://schemas.openxmlformats.org/officeDocument/2006/relationships/image" Target="../media/image26.png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6.xml"/><Relationship Id="rId4" Type="http://schemas.openxmlformats.org/officeDocument/2006/relationships/image" Target="../media/image28.png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6.xml"/><Relationship Id="rId4" Type="http://schemas.openxmlformats.org/officeDocument/2006/relationships/image" Target="../media/image12.png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6.xml"/><Relationship Id="rId4" Type="http://schemas.openxmlformats.org/officeDocument/2006/relationships/image" Target="../media/image12.png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6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5" Type="http://schemas.openxmlformats.org/officeDocument/2006/relationships/image" Target="../media/image5.emf"/><Relationship Id="rId4" Type="http://schemas.openxmlformats.org/officeDocument/2006/relationships/oleObject" Target="../embeddings/oleObject12.bin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4.xml"/><Relationship Id="rId4" Type="http://schemas.openxmlformats.org/officeDocument/2006/relationships/image" Target="../media/image7.emf"/></Relationships>
</file>

<file path=ppt/slideLayouts/_rels/slideLayout8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5.xml"/><Relationship Id="rId4" Type="http://schemas.openxmlformats.org/officeDocument/2006/relationships/image" Target="../media/image7.emf"/></Relationships>
</file>

<file path=ppt/slideLayouts/_rels/slideLayout8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6.xml"/><Relationship Id="rId4" Type="http://schemas.openxmlformats.org/officeDocument/2006/relationships/image" Target="../media/image7.emf"/></Relationships>
</file>

<file path=ppt/slideLayouts/_rels/slideLayout8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7.xml"/><Relationship Id="rId4" Type="http://schemas.openxmlformats.org/officeDocument/2006/relationships/image" Target="../media/image7.emf"/></Relationships>
</file>

<file path=ppt/slideLayouts/_rels/slideLayout9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8.xml"/><Relationship Id="rId4" Type="http://schemas.openxmlformats.org/officeDocument/2006/relationships/image" Target="../media/image7.emf"/></Relationships>
</file>

<file path=ppt/slideLayouts/_rels/slideLayout9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9.xml"/><Relationship Id="rId4" Type="http://schemas.openxmlformats.org/officeDocument/2006/relationships/image" Target="../media/image7.emf"/></Relationships>
</file>

<file path=ppt/slideLayouts/_rels/slideLayout9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70.xml"/><Relationship Id="rId4" Type="http://schemas.openxmlformats.org/officeDocument/2006/relationships/image" Target="../media/image7.emf"/></Relationships>
</file>

<file path=ppt/slideLayouts/_rels/slideLayout9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71.xml"/><Relationship Id="rId4" Type="http://schemas.openxmlformats.org/officeDocument/2006/relationships/image" Target="../media/image7.emf"/></Relationships>
</file>

<file path=ppt/slideLayouts/_rels/slideLayout9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72.xml"/><Relationship Id="rId4" Type="http://schemas.openxmlformats.org/officeDocument/2006/relationships/image" Target="../media/image7.emf"/></Relationships>
</file>

<file path=ppt/slideLayouts/_rels/slideLayout9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73.xml"/><Relationship Id="rId4" Type="http://schemas.openxmlformats.org/officeDocument/2006/relationships/image" Target="../media/image7.emf"/></Relationships>
</file>

<file path=ppt/slideLayouts/_rels/slideLayout9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74.xml"/><Relationship Id="rId4" Type="http://schemas.openxmlformats.org/officeDocument/2006/relationships/image" Target="../media/image7.emf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8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5" Type="http://schemas.openxmlformats.org/officeDocument/2006/relationships/image" Target="../media/image21.emf"/><Relationship Id="rId4" Type="http://schemas.openxmlformats.org/officeDocument/2006/relationships/oleObject" Target="../embeddings/oleObject10.bin"/></Relationships>
</file>

<file path=ppt/slideLayouts/_rels/slideLayout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8.xml"/><Relationship Id="rId4" Type="http://schemas.openxmlformats.org/officeDocument/2006/relationships/image" Target="../media/image20.png"/></Relationships>
</file>

<file path=ppt/slideLayouts/_rels/slideLayout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8.xml"/><Relationship Id="rId4" Type="http://schemas.openxmlformats.org/officeDocument/2006/relationships/image" Target="../media/image26.png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0.xml"/><Relationship Id="rId1" Type="http://schemas.openxmlformats.org/officeDocument/2006/relationships/tags" Target="../tags/tag80.xml"/><Relationship Id="rId4" Type="http://schemas.openxmlformats.org/officeDocument/2006/relationships/image" Target="../media/image7.emf"/></Relationships>
</file>

<file path=ppt/slideLayouts/_rels/slideLayout10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0.xml"/><Relationship Id="rId1" Type="http://schemas.openxmlformats.org/officeDocument/2006/relationships/tags" Target="../tags/tag81.xml"/><Relationship Id="rId4" Type="http://schemas.openxmlformats.org/officeDocument/2006/relationships/image" Target="../media/image7.emf"/></Relationships>
</file>

<file path=ppt/slideLayouts/_rels/slideLayout10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0.xml"/><Relationship Id="rId1" Type="http://schemas.openxmlformats.org/officeDocument/2006/relationships/tags" Target="../tags/tag82.xml"/><Relationship Id="rId4" Type="http://schemas.openxmlformats.org/officeDocument/2006/relationships/image" Target="../media/image7.emf"/></Relationships>
</file>

<file path=ppt/slideLayouts/_rels/slideLayout10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0.xml"/><Relationship Id="rId1" Type="http://schemas.openxmlformats.org/officeDocument/2006/relationships/tags" Target="../tags/tag83.xml"/><Relationship Id="rId4" Type="http://schemas.openxmlformats.org/officeDocument/2006/relationships/image" Target="../media/image7.emf"/></Relationships>
</file>

<file path=ppt/slideLayouts/_rels/slideLayout10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0.xml"/><Relationship Id="rId1" Type="http://schemas.openxmlformats.org/officeDocument/2006/relationships/tags" Target="../tags/tag84.xml"/><Relationship Id="rId4" Type="http://schemas.openxmlformats.org/officeDocument/2006/relationships/image" Target="../media/image7.emf"/></Relationships>
</file>

<file path=ppt/slideLayouts/_rels/slideLayout10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0.xml"/><Relationship Id="rId1" Type="http://schemas.openxmlformats.org/officeDocument/2006/relationships/tags" Target="../tags/tag85.xml"/><Relationship Id="rId4" Type="http://schemas.openxmlformats.org/officeDocument/2006/relationships/image" Target="../media/image7.emf"/></Relationships>
</file>

<file path=ppt/slideLayouts/_rels/slideLayout10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0.xml"/><Relationship Id="rId1" Type="http://schemas.openxmlformats.org/officeDocument/2006/relationships/tags" Target="../tags/tag86.xml"/><Relationship Id="rId4" Type="http://schemas.openxmlformats.org/officeDocument/2006/relationships/image" Target="../media/image7.emf"/></Relationships>
</file>

<file path=ppt/slideLayouts/_rels/slideLayout1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0.xml"/><Relationship Id="rId1" Type="http://schemas.openxmlformats.org/officeDocument/2006/relationships/tags" Target="../tags/tag87.xml"/><Relationship Id="rId4" Type="http://schemas.openxmlformats.org/officeDocument/2006/relationships/image" Target="../media/image7.emf"/></Relationships>
</file>

<file path=ppt/slideLayouts/_rels/slideLayout1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0.xml"/><Relationship Id="rId1" Type="http://schemas.openxmlformats.org/officeDocument/2006/relationships/tags" Target="../tags/tag88.xml"/><Relationship Id="rId4" Type="http://schemas.openxmlformats.org/officeDocument/2006/relationships/image" Target="../media/image7.emf"/></Relationships>
</file>

<file path=ppt/slideLayouts/_rels/slideLayout1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0.xml"/><Relationship Id="rId1" Type="http://schemas.openxmlformats.org/officeDocument/2006/relationships/tags" Target="../tags/tag89.xml"/><Relationship Id="rId4" Type="http://schemas.openxmlformats.org/officeDocument/2006/relationships/image" Target="../media/image7.emf"/></Relationships>
</file>

<file path=ppt/slideLayouts/_rels/slideLayout1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0.xml"/><Relationship Id="rId1" Type="http://schemas.openxmlformats.org/officeDocument/2006/relationships/tags" Target="../tags/tag90.xml"/><Relationship Id="rId4" Type="http://schemas.openxmlformats.org/officeDocument/2006/relationships/image" Target="../media/image7.emf"/></Relationships>
</file>

<file path=ppt/slideLayouts/_rels/slideLayout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1.xml"/><Relationship Id="rId4" Type="http://schemas.openxmlformats.org/officeDocument/2006/relationships/image" Target="../media/image28.png"/></Relationships>
</file>

<file path=ppt/slideLayouts/_rels/slideLayout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1.xml"/><Relationship Id="rId4" Type="http://schemas.openxmlformats.org/officeDocument/2006/relationships/image" Target="../media/image12.png"/></Relationships>
</file>

<file path=ppt/slideLayouts/_rels/slideLayout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1.xml"/><Relationship Id="rId4" Type="http://schemas.openxmlformats.org/officeDocument/2006/relationships/image" Target="../media/image12.png"/></Relationships>
</file>

<file path=ppt/slideLayouts/_rels/slideLayout1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1.xml"/><Relationship Id="rId2" Type="http://schemas.openxmlformats.org/officeDocument/2006/relationships/tags" Target="../tags/tag93.xml"/><Relationship Id="rId1" Type="http://schemas.openxmlformats.org/officeDocument/2006/relationships/tags" Target="../tags/tag92.xml"/><Relationship Id="rId5" Type="http://schemas.openxmlformats.org/officeDocument/2006/relationships/image" Target="../media/image5.emf"/><Relationship Id="rId4" Type="http://schemas.openxmlformats.org/officeDocument/2006/relationships/oleObject" Target="../embeddings/oleObject12.bin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sicurazioni Generali Group Strategy Templat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17788879"/>
              </p:ext>
            </p:extLst>
          </p:nvPr>
        </p:nvGraphicFramePr>
        <p:xfrm>
          <a:off x="2122" y="1590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1" name="Object 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2" y="1590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Immagine 4" descr="07.jpg"/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19" name="Connettore 1 11"/>
          <p:cNvCxnSpPr/>
          <p:nvPr userDrawn="1"/>
        </p:nvCxnSpPr>
        <p:spPr>
          <a:xfrm>
            <a:off x="383119" y="5359400"/>
            <a:ext cx="11425767" cy="0"/>
          </a:xfrm>
          <a:prstGeom prst="line">
            <a:avLst/>
          </a:prstGeom>
          <a:ln w="19050" cmpd="sng">
            <a:solidFill>
              <a:schemeClr val="bg1"/>
            </a:solidFill>
            <a:prstDash val="soli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Connettore 1 12"/>
          <p:cNvCxnSpPr/>
          <p:nvPr userDrawn="1"/>
        </p:nvCxnSpPr>
        <p:spPr>
          <a:xfrm>
            <a:off x="383119" y="3503083"/>
            <a:ext cx="11425767" cy="0"/>
          </a:xfrm>
          <a:prstGeom prst="line">
            <a:avLst/>
          </a:prstGeom>
          <a:ln w="19050" cmpd="sng">
            <a:solidFill>
              <a:schemeClr val="bg1"/>
            </a:solidFill>
            <a:prstDash val="soli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3187700" y="3877247"/>
            <a:ext cx="8509000" cy="110799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 rt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US" sz="2400" b="0" kern="12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GB" sz="2800" b="1">
                <a:solidFill>
                  <a:schemeClr val="bg1"/>
                </a:solidFill>
              </a:rPr>
              <a:t>Chapter Title</a:t>
            </a:r>
            <a:endParaRPr lang="en-GB" sz="2000" i="1">
              <a:solidFill>
                <a:schemeClr val="bg1"/>
              </a:solidFill>
            </a:endParaRPr>
          </a:p>
        </p:txBody>
      </p:sp>
      <p:pic>
        <p:nvPicPr>
          <p:cNvPr id="23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pic>
        <p:nvPicPr>
          <p:cNvPr id="9" name="Picture 74" descr="File:Logo Generali group.png"/>
          <p:cNvPicPr>
            <a:picLocks noChangeAspect="1" noChangeArrowheads="1"/>
          </p:cNvPicPr>
          <p:nvPr userDrawn="1"/>
        </p:nvPicPr>
        <p:blipFill>
          <a:blip r:embed="rId7" cstate="print">
            <a:biLevel thresh="25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118" y="3683389"/>
            <a:ext cx="1819781" cy="1495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4797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86466130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81" imgH="381" progId="TCLayout.ActiveDocument.1">
                  <p:embed/>
                </p:oleObj>
              </mc:Choice>
              <mc:Fallback>
                <p:oleObj name="Diapositiva think-cell" r:id="rId3" imgW="381" imgH="381" progId="TCLayout.ActiveDocument.1">
                  <p:embed/>
                  <p:pic>
                    <p:nvPicPr>
                      <p:cNvPr id="12" name="Object 1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</a:t>
            </a:r>
            <a:r>
              <a:rPr lang="en-GB" sz="700" err="1">
                <a:solidFill>
                  <a:srgbClr val="C21C1D"/>
                </a:solidFill>
                <a:latin typeface="Arial"/>
                <a:cs typeface="Arial"/>
              </a:rPr>
              <a:t>Assicurazioni</a:t>
            </a: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 Generali</a:t>
            </a:r>
          </a:p>
        </p:txBody>
      </p:sp>
      <p:sp>
        <p:nvSpPr>
          <p:cNvPr id="23" name="Segnaposto testo 15"/>
          <p:cNvSpPr>
            <a:spLocks noGrp="1"/>
          </p:cNvSpPr>
          <p:nvPr>
            <p:ph type="body" sz="quarter" idx="13" hasCustomPrompt="1"/>
          </p:nvPr>
        </p:nvSpPr>
        <p:spPr>
          <a:xfrm>
            <a:off x="324984" y="148285"/>
            <a:ext cx="2964165" cy="89768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lnSpc>
                <a:spcPts val="700"/>
              </a:lnSpc>
              <a:defRPr sz="70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/>
              <a:t>Section 00</a:t>
            </a:r>
          </a:p>
        </p:txBody>
      </p:sp>
    </p:spTree>
    <p:extLst>
      <p:ext uri="{BB962C8B-B14F-4D97-AF65-F5344CB8AC3E}">
        <p14:creationId xmlns:p14="http://schemas.microsoft.com/office/powerpoint/2010/main" val="1163532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8889947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1002315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0731331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  <p:sp>
        <p:nvSpPr>
          <p:cNvPr id="23" name="Segnaposto testo 15"/>
          <p:cNvSpPr>
            <a:spLocks noGrp="1"/>
          </p:cNvSpPr>
          <p:nvPr>
            <p:ph type="body" sz="quarter" idx="13" hasCustomPrompt="1"/>
          </p:nvPr>
        </p:nvSpPr>
        <p:spPr>
          <a:xfrm>
            <a:off x="324984" y="148285"/>
            <a:ext cx="2964165" cy="89768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lnSpc>
                <a:spcPts val="700"/>
              </a:lnSpc>
              <a:defRPr sz="70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/>
              <a:t>Section 00</a:t>
            </a:r>
          </a:p>
        </p:txBody>
      </p:sp>
    </p:spTree>
    <p:extLst>
      <p:ext uri="{BB962C8B-B14F-4D97-AF65-F5344CB8AC3E}">
        <p14:creationId xmlns:p14="http://schemas.microsoft.com/office/powerpoint/2010/main" val="870356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0355923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1368975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65223527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7784834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6441270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1568982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1877537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3788269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95381266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955392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3799180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27050902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87338841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  <p:sp>
        <p:nvSpPr>
          <p:cNvPr id="23" name="Segnaposto testo 15"/>
          <p:cNvSpPr>
            <a:spLocks noGrp="1"/>
          </p:cNvSpPr>
          <p:nvPr>
            <p:ph type="body" sz="quarter" idx="13" hasCustomPrompt="1"/>
          </p:nvPr>
        </p:nvSpPr>
        <p:spPr>
          <a:xfrm>
            <a:off x="324984" y="148285"/>
            <a:ext cx="2964165" cy="89768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lnSpc>
                <a:spcPts val="700"/>
              </a:lnSpc>
              <a:defRPr sz="70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/>
              <a:t>Section 00</a:t>
            </a:r>
          </a:p>
        </p:txBody>
      </p:sp>
    </p:spTree>
    <p:extLst>
      <p:ext uri="{BB962C8B-B14F-4D97-AF65-F5344CB8AC3E}">
        <p14:creationId xmlns:p14="http://schemas.microsoft.com/office/powerpoint/2010/main" val="2477137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58867663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40631413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43861950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25734542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9747241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22514618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14797180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3969793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88705588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  <p:sp>
        <p:nvSpPr>
          <p:cNvPr id="23" name="Segnaposto testo 15"/>
          <p:cNvSpPr>
            <a:spLocks noGrp="1"/>
          </p:cNvSpPr>
          <p:nvPr>
            <p:ph type="body" sz="quarter" idx="13" hasCustomPrompt="1"/>
          </p:nvPr>
        </p:nvSpPr>
        <p:spPr>
          <a:xfrm>
            <a:off x="324984" y="148285"/>
            <a:ext cx="2964165" cy="89768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lnSpc>
                <a:spcPts val="700"/>
              </a:lnSpc>
              <a:defRPr sz="70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/>
              <a:t>Section 00</a:t>
            </a:r>
          </a:p>
        </p:txBody>
      </p:sp>
    </p:spTree>
    <p:extLst>
      <p:ext uri="{BB962C8B-B14F-4D97-AF65-F5344CB8AC3E}">
        <p14:creationId xmlns:p14="http://schemas.microsoft.com/office/powerpoint/2010/main" val="18334566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33371207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10183203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83190729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41061044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05772189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  <p:sp>
        <p:nvSpPr>
          <p:cNvPr id="23" name="Segnaposto testo 15"/>
          <p:cNvSpPr>
            <a:spLocks noGrp="1"/>
          </p:cNvSpPr>
          <p:nvPr>
            <p:ph type="body" sz="quarter" idx="13" hasCustomPrompt="1"/>
          </p:nvPr>
        </p:nvSpPr>
        <p:spPr>
          <a:xfrm>
            <a:off x="324984" y="148285"/>
            <a:ext cx="2964165" cy="89768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lnSpc>
                <a:spcPts val="700"/>
              </a:lnSpc>
              <a:defRPr sz="70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/>
              <a:t>Section 00</a:t>
            </a:r>
          </a:p>
        </p:txBody>
      </p:sp>
    </p:spTree>
    <p:extLst>
      <p:ext uri="{BB962C8B-B14F-4D97-AF65-F5344CB8AC3E}">
        <p14:creationId xmlns:p14="http://schemas.microsoft.com/office/powerpoint/2010/main" val="16127928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50144719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62687008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7796803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122886430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35936873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420435455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1618720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340372705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28839748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33655026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93210439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41205011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9920965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22026323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559346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20575396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5448346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144208658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15923931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  <p:sp>
        <p:nvSpPr>
          <p:cNvPr id="23" name="Segnaposto testo 15"/>
          <p:cNvSpPr>
            <a:spLocks noGrp="1"/>
          </p:cNvSpPr>
          <p:nvPr>
            <p:ph type="body" sz="quarter" idx="13" hasCustomPrompt="1"/>
          </p:nvPr>
        </p:nvSpPr>
        <p:spPr>
          <a:xfrm>
            <a:off x="324984" y="148285"/>
            <a:ext cx="2964165" cy="89768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lnSpc>
                <a:spcPts val="700"/>
              </a:lnSpc>
              <a:defRPr sz="70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/>
              <a:t>Section 00</a:t>
            </a:r>
          </a:p>
        </p:txBody>
      </p:sp>
    </p:spTree>
    <p:extLst>
      <p:ext uri="{BB962C8B-B14F-4D97-AF65-F5344CB8AC3E}">
        <p14:creationId xmlns:p14="http://schemas.microsoft.com/office/powerpoint/2010/main" val="7972011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95163739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19558288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1633242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59138045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2072259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317349992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34732406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345116499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61656223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21694167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0597507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271640665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60228993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144507838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0896358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17537416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71643617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373600678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9346923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38074302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6879832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409244005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87394803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208631766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091137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  <p:sp>
        <p:nvSpPr>
          <p:cNvPr id="23" name="Segnaposto testo 15"/>
          <p:cNvSpPr>
            <a:spLocks noGrp="1"/>
          </p:cNvSpPr>
          <p:nvPr>
            <p:ph type="body" sz="quarter" idx="13" hasCustomPrompt="1"/>
          </p:nvPr>
        </p:nvSpPr>
        <p:spPr>
          <a:xfrm>
            <a:off x="324984" y="148285"/>
            <a:ext cx="2964165" cy="89768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lnSpc>
                <a:spcPts val="700"/>
              </a:lnSpc>
              <a:defRPr sz="70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/>
              <a:t>Section 00</a:t>
            </a:r>
          </a:p>
        </p:txBody>
      </p:sp>
    </p:spTree>
    <p:extLst>
      <p:ext uri="{BB962C8B-B14F-4D97-AF65-F5344CB8AC3E}">
        <p14:creationId xmlns:p14="http://schemas.microsoft.com/office/powerpoint/2010/main" val="18192557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90561980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116988069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69251294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7588708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70169841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186195635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915942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242703930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42630989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146884966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14860529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176617633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34006072"/>
              </p:ext>
            </p:extLst>
          </p:nvPr>
        </p:nvGraphicFramePr>
        <p:xfrm>
          <a:off x="2119" y="2119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3" imgW="360" imgH="360" progId="TCLayout.ActiveDocument.1">
                  <p:embed/>
                </p:oleObj>
              </mc:Choice>
              <mc:Fallback>
                <p:oleObj name="Diapositiva think-cell" r:id="rId3" imgW="360" imgH="360" progId="TCLayout.ActiveDocument.1">
                  <p:embed/>
                  <p:pic>
                    <p:nvPicPr>
                      <p:cNvPr id="12" name="Object 1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2119"/>
                        <a:ext cx="2116" cy="21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984" y="759410"/>
            <a:ext cx="11424000" cy="30777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egnaposto numero diapositiva 5"/>
          <p:cNvSpPr>
            <a:spLocks noGrp="1"/>
          </p:cNvSpPr>
          <p:nvPr>
            <p:ph type="sldNum" sz="quarter" idx="17"/>
          </p:nvPr>
        </p:nvSpPr>
        <p:spPr>
          <a:xfrm>
            <a:off x="11542194" y="122576"/>
            <a:ext cx="266700" cy="242801"/>
          </a:xfrm>
          <a:prstGeom prst="rect">
            <a:avLst/>
          </a:prstGeom>
        </p:spPr>
        <p:txBody>
          <a:bodyPr lIns="0" tIns="0" rIns="0" bIns="0" anchor="ctr" anchorCtr="1"/>
          <a:lstStyle>
            <a:lvl1pPr algn="ctr" defTabSz="457200">
              <a:defRPr sz="700">
                <a:solidFill>
                  <a:srgbClr val="C00000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EF84E488-9862-49CF-940E-D1874C23848D}" type="slidenum">
              <a:rPr lang="en-GB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en-GB"/>
          </a:p>
        </p:txBody>
      </p:sp>
      <p:pic>
        <p:nvPicPr>
          <p:cNvPr id="5" name="Picture 3" descr="J:\Transfer\PRO Allgemein\Kommunikation\Neue Powerpointvorlage - Group Brand\Balken_Titel.emf"/>
          <p:cNvPicPr preferRelativeResize="0">
            <a:picLocks noChangeArrowheads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0495"/>
          <a:stretch/>
        </p:blipFill>
        <p:spPr bwMode="auto">
          <a:xfrm>
            <a:off x="17" y="2"/>
            <a:ext cx="268036" cy="1468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24984" y="1150088"/>
            <a:ext cx="111822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4572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6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324984" y="6324686"/>
            <a:ext cx="6545717" cy="107722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342900" indent="-342900">
              <a:tabLst>
                <a:tab pos="285750" algn="r"/>
              </a:tabLst>
              <a:defRPr sz="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GB"/>
              <a:t>	Source:	Footer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646483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1" name="Immagine 23" descr="generali_logo_orizz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1967" y="6566483"/>
            <a:ext cx="1446927" cy="191996"/>
          </a:xfrm>
          <a:prstGeom prst="rect">
            <a:avLst/>
          </a:prstGeom>
        </p:spPr>
      </p:pic>
      <p:sp>
        <p:nvSpPr>
          <p:cNvPr id="22" name="object 3"/>
          <p:cNvSpPr txBox="1"/>
          <p:nvPr userDrawn="1"/>
        </p:nvSpPr>
        <p:spPr>
          <a:xfrm>
            <a:off x="324984" y="6533852"/>
            <a:ext cx="993862" cy="103426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marL="12700" defTabSz="457200">
              <a:lnSpc>
                <a:spcPct val="95825"/>
              </a:lnSpc>
              <a:spcBef>
                <a:spcPts val="10"/>
              </a:spcBef>
              <a:defRPr/>
            </a:pPr>
            <a:r>
              <a:rPr lang="en-GB" sz="700">
                <a:solidFill>
                  <a:srgbClr val="C21C1D"/>
                </a:solidFill>
                <a:latin typeface="Arial"/>
                <a:cs typeface="Arial"/>
              </a:rPr>
              <a:t>© Assicurazioni Generali</a:t>
            </a:r>
          </a:p>
        </p:txBody>
      </p:sp>
    </p:spTree>
    <p:extLst>
      <p:ext uri="{BB962C8B-B14F-4D97-AF65-F5344CB8AC3E}">
        <p14:creationId xmlns:p14="http://schemas.microsoft.com/office/powerpoint/2010/main" val="88809762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2198D6E-4BE5-D24D-B031-B0EBE1720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942829"/>
            <a:ext cx="7148341" cy="392400"/>
          </a:xfrm>
          <a:solidFill>
            <a:schemeClr val="accent1"/>
          </a:solidFill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4D7B83E-9D54-534B-BE32-6589A2806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F99DB15-C30C-5140-90D4-8D3F7F473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71976-D648-6045-AEC8-F94E0326D62B}" type="slidenum">
              <a:rPr lang="it-IT" smtClean="0"/>
              <a:t>‹N°›</a:t>
            </a:fld>
            <a:endParaRPr lang="it-IT"/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BC838B36-84B2-1A4B-8727-D93E03D93B9E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5" y="1328426"/>
            <a:ext cx="9663817" cy="392403"/>
          </a:xfrm>
          <a:solidFill>
            <a:schemeClr val="accent2"/>
          </a:solidFill>
        </p:spPr>
        <p:txBody>
          <a:bodyPr vert="horz" wrap="none" lIns="71996" tIns="35997" rIns="71996" bIns="35997" rtlCol="0" anchor="ctr">
            <a:spAutoFit/>
          </a:bodyPr>
          <a:lstStyle>
            <a:lvl1pPr marL="357161" indent="0">
              <a:tabLst/>
              <a:defRPr lang="it-IT" sz="1600" dirty="0">
                <a:solidFill>
                  <a:schemeClr val="bg1"/>
                </a:solidFill>
                <a:ea typeface="+mj-ea"/>
              </a:defRPr>
            </a:lvl1pPr>
          </a:lstStyle>
          <a:p>
            <a:pPr marL="357161" lvl="0" fontAlgn="auto">
              <a:spcBef>
                <a:spcPct val="0"/>
              </a:spcBef>
              <a:spcAft>
                <a:spcPts val="0"/>
              </a:spcAft>
              <a:tabLst/>
            </a:pPr>
            <a:r>
              <a:rPr lang="it-IT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62986858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F44A04A-95E2-3B45-A3B9-EBD92AF8E8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47124" y="2635794"/>
            <a:ext cx="10632075" cy="25011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spcBef>
                <a:spcPts val="0"/>
              </a:spcBef>
              <a:buNone/>
              <a:defRPr sz="1467" b="0" kern="0" spc="53" baseline="0">
                <a:solidFill>
                  <a:schemeClr val="bg2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</a:t>
            </a:r>
            <a:r>
              <a:rPr lang="en-GB" err="1"/>
              <a:t>ispum</a:t>
            </a:r>
            <a:r>
              <a:rPr lang="en-GB"/>
              <a:t>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 </a:t>
            </a:r>
            <a:r>
              <a:rPr lang="en-GB" err="1"/>
              <a:t>consectetur</a:t>
            </a:r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10632076" cy="4307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Presentation title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10632075" cy="25056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spc="53" baseline="0">
                <a:solidFill>
                  <a:schemeClr val="bg2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94695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C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9D2604A2-FA73-1130-4A93-885B3FCF61A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69" y="-26317"/>
            <a:ext cx="1263941" cy="539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288809-455F-4842-BBD7-E6150C62596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7004304" cy="430744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divider title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7004304" cy="2616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cap="all" spc="53" baseline="0">
                <a:solidFill>
                  <a:schemeClr val="accent1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9FDEF27-3E78-1D4B-8408-36D9106C0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93877" y="1700366"/>
            <a:ext cx="4398123" cy="36909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6666"/>
              </a:lnSpc>
              <a:spcBef>
                <a:spcPts val="0"/>
              </a:spcBef>
              <a:buNone/>
              <a:defRPr sz="26666" b="1" kern="0" spc="-400" baseline="0">
                <a:solidFill>
                  <a:schemeClr val="accent5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08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AD562-A8FE-AB9C-A4A9-E0FD0461BA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11" name="Picture 10" descr="A picture containing logo&#10;&#10;Description automatically generated">
            <a:extLst>
              <a:ext uri="{FF2B5EF4-FFF2-40B4-BE49-F238E27FC236}">
                <a16:creationId xmlns:a16="http://schemas.microsoft.com/office/drawing/2014/main" id="{21E2851E-39EE-B888-74A3-8986000959F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532533" y="6146800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24054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681981" cy="7776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97000" y="1879135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1879134"/>
            <a:ext cx="1979803" cy="872457"/>
          </a:xfrm>
        </p:spPr>
        <p:txBody>
          <a:bodyPr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C34354-C0EB-5945-AFD5-A2D58387F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71789" y="2996245"/>
            <a:ext cx="1979803" cy="872457"/>
          </a:xfrm>
        </p:spPr>
        <p:txBody>
          <a:bodyPr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9764B34-0C9E-F142-AE33-2BB0092D96BB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7225717" y="1879132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95B7205-A740-D14B-A341-06B8739D3D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71789" y="4082644"/>
            <a:ext cx="1979803" cy="872457"/>
          </a:xfrm>
        </p:spPr>
        <p:txBody>
          <a:bodyPr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E777487-0BC7-A844-8B2D-2966256C690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71789" y="5199754"/>
            <a:ext cx="1979803" cy="872457"/>
          </a:xfrm>
        </p:spPr>
        <p:txBody>
          <a:bodyPr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801917D5-2BCE-BD41-AC80-F6B710579EB5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2897000" y="4172127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DF22F1A-0ED8-4445-818B-E62A1C42E187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7225717" y="4172124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89969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494636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88" y="1878961"/>
            <a:ext cx="6364448" cy="235064"/>
          </a:xfrm>
        </p:spPr>
        <p:txBody>
          <a:bodyPr>
            <a:noAutofit/>
          </a:bodyPr>
          <a:lstStyle>
            <a:lvl1pPr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EC26C9-3F09-D34E-94B0-FF161A79BA0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1787" y="3020798"/>
            <a:ext cx="6062444" cy="1386220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787" y="2231593"/>
            <a:ext cx="6364448" cy="598295"/>
          </a:xfrm>
        </p:spPr>
        <p:txBody>
          <a:bodyPr>
            <a:noAutofit/>
          </a:bodyPr>
          <a:lstStyle>
            <a:lvl1pPr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D10ECE5-9F3E-7C4E-9012-95918EA1F8D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71787" y="4553187"/>
            <a:ext cx="6062444" cy="1386220"/>
          </a:xfrm>
        </p:spPr>
        <p:txBody>
          <a:bodyPr/>
          <a:lstStyle>
            <a:lvl1pPr marL="228589" indent="-228589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1pPr>
            <a:lvl2pPr marL="749892" indent="-228589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2pPr>
            <a:lvl3pPr marL="1271196" indent="-228589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3pPr>
            <a:lvl4pPr marL="1792501" indent="-228589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4pPr>
            <a:lvl5pPr marL="2313805" indent="-228589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F74D6CA-803E-1D4F-A762-02CC5FF73C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25717" y="3980"/>
            <a:ext cx="4966283" cy="6854021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8135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and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64629" y="1878961"/>
            <a:ext cx="4966193" cy="235064"/>
          </a:xfrm>
        </p:spPr>
        <p:txBody>
          <a:bodyPr>
            <a:noAutofit/>
          </a:bodyPr>
          <a:lstStyle>
            <a:lvl1pPr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2"/>
            <a:ext cx="10559032" cy="7776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64628" y="2231592"/>
            <a:ext cx="4966193" cy="1097019"/>
          </a:xfrm>
        </p:spPr>
        <p:txBody>
          <a:bodyPr>
            <a:noAutofit/>
          </a:bodyPr>
          <a:lstStyle>
            <a:lvl1pPr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D10ECE5-9F3E-7C4E-9012-95918EA1F8D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64627" y="3429003"/>
            <a:ext cx="4966192" cy="2510405"/>
          </a:xfrm>
        </p:spPr>
        <p:txBody>
          <a:bodyPr/>
          <a:lstStyle>
            <a:lvl1pPr marL="228589" indent="-228589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1pPr>
            <a:lvl2pPr marL="749892" indent="-228589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2pPr>
            <a:lvl3pPr marL="1271196" indent="-228589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3pPr>
            <a:lvl4pPr marL="1792501" indent="-228589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4pPr>
            <a:lvl5pPr marL="2313805" indent="-228589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F74D6CA-803E-1D4F-A762-02CC5FF73C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7" y="1732041"/>
            <a:ext cx="2595528" cy="420736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DA397BD-B1CD-4030-E9B6-DBBC2B2FA5E6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392792" y="1732041"/>
            <a:ext cx="2595528" cy="420736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7673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and Text Special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6285" y="1878961"/>
            <a:ext cx="4687883" cy="235064"/>
          </a:xfrm>
        </p:spPr>
        <p:txBody>
          <a:bodyPr>
            <a:noAutofit/>
          </a:bodyPr>
          <a:lstStyle>
            <a:lvl1pPr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2"/>
            <a:ext cx="9932380" cy="7776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F74D6CA-803E-1D4F-A762-02CC5FF73C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7" y="1732041"/>
            <a:ext cx="4966191" cy="2128761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5D81D3F-B8FC-5DA5-EF02-B6AE745B81A5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5737978" y="3860802"/>
            <a:ext cx="4966191" cy="2128761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7CEFC3EB-2DDF-E0AD-B557-E9F8C09F8C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16285" y="2241333"/>
            <a:ext cx="4687883" cy="1361096"/>
          </a:xfrm>
        </p:spPr>
        <p:txBody>
          <a:bodyPr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71FED65D-5255-E5C5-3F43-7383527D823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1788" y="4091921"/>
            <a:ext cx="4687883" cy="235064"/>
          </a:xfrm>
        </p:spPr>
        <p:txBody>
          <a:bodyPr>
            <a:noAutofit/>
          </a:bodyPr>
          <a:lstStyle>
            <a:lvl1pPr algn="r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8DC7EF0C-B682-821D-4C1E-A19A9B63A9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71785" y="4454293"/>
            <a:ext cx="4687883" cy="1361096"/>
          </a:xfrm>
        </p:spPr>
        <p:txBody>
          <a:bodyPr>
            <a:noAutofit/>
          </a:bodyPr>
          <a:lstStyle>
            <a:lvl1pPr marL="0" indent="0" algn="r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314524424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90" y="1878962"/>
            <a:ext cx="3993159" cy="577095"/>
          </a:xfrm>
        </p:spPr>
        <p:txBody>
          <a:bodyPr>
            <a:noAutofit/>
          </a:bodyPr>
          <a:lstStyle>
            <a:lvl1pPr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endParaRPr lang="it-IT" noProof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2"/>
            <a:ext cx="11028727" cy="7776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EC26C9-3F09-D34E-94B0-FF161A79BA0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55764" y="1878962"/>
            <a:ext cx="6744749" cy="4241913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789" y="2489614"/>
            <a:ext cx="3993159" cy="2633265"/>
          </a:xfrm>
        </p:spPr>
        <p:txBody>
          <a:bodyPr>
            <a:noAutofit/>
          </a:bodyPr>
          <a:lstStyle>
            <a:lvl1pPr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3717225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90" y="1878962"/>
            <a:ext cx="3993159" cy="577095"/>
          </a:xfrm>
        </p:spPr>
        <p:txBody>
          <a:bodyPr>
            <a:noAutofit/>
          </a:bodyPr>
          <a:lstStyle>
            <a:lvl1pPr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endParaRPr lang="it-IT" noProof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234569" cy="65700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789" y="2489614"/>
            <a:ext cx="3993159" cy="2633265"/>
          </a:xfrm>
        </p:spPr>
        <p:txBody>
          <a:bodyPr>
            <a:noAutofit/>
          </a:bodyPr>
          <a:lstStyle>
            <a:lvl1pPr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71628" y="1436537"/>
            <a:ext cx="2528991" cy="249664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17151" y="4016719"/>
            <a:ext cx="2125764" cy="1833205"/>
          </a:xfrm>
        </p:spPr>
        <p:txBody>
          <a:bodyPr>
            <a:noAutofit/>
          </a:bodyPr>
          <a:lstStyle>
            <a:lvl1pPr marL="0" indent="0">
              <a:lnSpc>
                <a:spcPts val="1600"/>
              </a:lnSpc>
              <a:spcBef>
                <a:spcPts val="0"/>
              </a:spcBef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FD6A78D7-E4C9-7D4A-85AB-919AEA3981AC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8477367" y="1436537"/>
            <a:ext cx="2528991" cy="249664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443360F8-C1BD-5949-90A6-727770BFEDB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690443" y="4016719"/>
            <a:ext cx="2125764" cy="1833205"/>
          </a:xfrm>
        </p:spPr>
        <p:txBody>
          <a:bodyPr>
            <a:noAutofit/>
          </a:bodyPr>
          <a:lstStyle>
            <a:lvl1pPr marL="0" indent="0">
              <a:lnSpc>
                <a:spcPts val="1600"/>
              </a:lnSpc>
              <a:spcBef>
                <a:spcPts val="0"/>
              </a:spcBef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24765016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90" y="1878962"/>
            <a:ext cx="2199449" cy="577095"/>
          </a:xfrm>
        </p:spPr>
        <p:txBody>
          <a:bodyPr>
            <a:noAutofit/>
          </a:bodyPr>
          <a:lstStyle>
            <a:lvl1pPr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endParaRPr lang="it-IT" noProof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2"/>
            <a:ext cx="10648428" cy="60730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789" y="2489614"/>
            <a:ext cx="2199449" cy="2633265"/>
          </a:xfrm>
        </p:spPr>
        <p:txBody>
          <a:bodyPr>
            <a:noAutofit/>
          </a:bodyPr>
          <a:lstStyle>
            <a:lvl1pPr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23452" y="1436535"/>
            <a:ext cx="8096763" cy="3686343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3452" y="5256108"/>
            <a:ext cx="8096763" cy="767645"/>
          </a:xfrm>
        </p:spPr>
        <p:txBody>
          <a:bodyPr>
            <a:noAutofit/>
          </a:bodyPr>
          <a:lstStyle>
            <a:lvl1pPr marL="0" indent="0">
              <a:lnSpc>
                <a:spcPts val="1600"/>
              </a:lnSpc>
              <a:spcBef>
                <a:spcPts val="0"/>
              </a:spcBef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150597964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648425" cy="7776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9" y="1834391"/>
            <a:ext cx="10648425" cy="3601676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5589839"/>
            <a:ext cx="10648425" cy="662756"/>
          </a:xfrm>
        </p:spPr>
        <p:txBody>
          <a:bodyPr>
            <a:noAutofit/>
          </a:bodyPr>
          <a:lstStyle>
            <a:lvl1pPr marL="0" indent="0">
              <a:lnSpc>
                <a:spcPts val="1600"/>
              </a:lnSpc>
              <a:spcBef>
                <a:spcPts val="0"/>
              </a:spcBef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167487760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96999" y="1879134"/>
            <a:ext cx="6364448" cy="440701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1879134"/>
            <a:ext cx="1979803" cy="1110169"/>
          </a:xfrm>
        </p:spPr>
        <p:txBody>
          <a:bodyPr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C34354-C0EB-5945-AFD5-A2D58387F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73301" y="4248572"/>
            <a:ext cx="1979803" cy="1110169"/>
          </a:xfrm>
        </p:spPr>
        <p:txBody>
          <a:bodyPr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9764B34-0C9E-F142-AE33-2BB0092D96BB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7192161" y="760601"/>
            <a:ext cx="4228051" cy="3377968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3355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97000" y="1879134"/>
            <a:ext cx="4228051" cy="440701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1879134"/>
            <a:ext cx="1979803" cy="872457"/>
          </a:xfrm>
        </p:spPr>
        <p:txBody>
          <a:bodyPr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C34354-C0EB-5945-AFD5-A2D58387F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71789" y="2996243"/>
            <a:ext cx="1979803" cy="1110169"/>
          </a:xfrm>
        </p:spPr>
        <p:txBody>
          <a:bodyPr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9764B34-0C9E-F142-AE33-2BB0092D96BB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7192161" y="760602"/>
            <a:ext cx="4228051" cy="440701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50638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681981" cy="7776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97000" y="1879135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1879134"/>
            <a:ext cx="1979803" cy="872457"/>
          </a:xfrm>
        </p:spPr>
        <p:txBody>
          <a:bodyPr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C34354-C0EB-5945-AFD5-A2D58387F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71789" y="2996245"/>
            <a:ext cx="1979803" cy="872457"/>
          </a:xfrm>
        </p:spPr>
        <p:txBody>
          <a:bodyPr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9764B34-0C9E-F142-AE33-2BB0092D96BB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7225717" y="1879132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95B7205-A740-D14B-A341-06B8739D3D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71789" y="4082644"/>
            <a:ext cx="1979803" cy="872457"/>
          </a:xfrm>
        </p:spPr>
        <p:txBody>
          <a:bodyPr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E777487-0BC7-A844-8B2D-2966256C690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71789" y="5199754"/>
            <a:ext cx="1979803" cy="872457"/>
          </a:xfrm>
        </p:spPr>
        <p:txBody>
          <a:bodyPr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801917D5-2BCE-BD41-AC80-F6B710579EB5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2897000" y="4172127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DF22F1A-0ED8-4445-818B-E62A1C42E187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7225717" y="4172124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12873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681981" cy="7776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8" y="1879134"/>
            <a:ext cx="4228051" cy="417787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612463" y="1898203"/>
            <a:ext cx="5026188" cy="953797"/>
          </a:xfrm>
          <a:solidFill>
            <a:schemeClr val="accent4">
              <a:lumMod val="20000"/>
              <a:lumOff val="80000"/>
            </a:schemeClr>
          </a:solidFill>
        </p:spPr>
        <p:txBody>
          <a:bodyPr lIns="72000" tIns="36000" rIns="1080000" bIns="36000" anchor="ctr" anchorCtr="0"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C34354-C0EB-5945-AFD5-A2D58387F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612463" y="2966540"/>
            <a:ext cx="5026188" cy="953797"/>
          </a:xfrm>
          <a:solidFill>
            <a:schemeClr val="accent4">
              <a:lumMod val="20000"/>
              <a:lumOff val="80000"/>
            </a:schemeClr>
          </a:solidFill>
        </p:spPr>
        <p:txBody>
          <a:bodyPr lIns="72000" tIns="36000" rIns="1080000" bIns="36000" anchor="ctr" anchorCtr="0"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95B7205-A740-D14B-A341-06B8739D3D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612463" y="4034876"/>
            <a:ext cx="5026188" cy="953797"/>
          </a:xfrm>
          <a:solidFill>
            <a:schemeClr val="accent4">
              <a:lumMod val="20000"/>
              <a:lumOff val="80000"/>
            </a:schemeClr>
          </a:solidFill>
        </p:spPr>
        <p:txBody>
          <a:bodyPr lIns="72000" tIns="36000" rIns="1080000" bIns="36000" anchor="ctr" anchorCtr="0"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E777487-0BC7-A844-8B2D-2966256C690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612463" y="5103215"/>
            <a:ext cx="5026188" cy="953797"/>
          </a:xfrm>
          <a:solidFill>
            <a:schemeClr val="accent4">
              <a:lumMod val="20000"/>
              <a:lumOff val="80000"/>
            </a:schemeClr>
          </a:solidFill>
        </p:spPr>
        <p:txBody>
          <a:bodyPr lIns="72000" tIns="36000" rIns="1080000" bIns="36000" anchor="ctr" anchorCtr="0">
            <a:noAutofit/>
          </a:bodyPr>
          <a:lstStyle>
            <a:lvl1pPr marL="0" indent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15E0ED30-9498-49A0-7E1D-3F2280F81DD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373583" y="1898203"/>
            <a:ext cx="1041279" cy="939359"/>
          </a:xfrm>
          <a:solidFill>
            <a:schemeClr val="accent1">
              <a:lumMod val="75000"/>
            </a:schemeClr>
          </a:solidFill>
        </p:spPr>
        <p:txBody>
          <a:bodyPr lIns="36000" tIns="36000" rIns="36000" bIns="36000" anchor="ctr" anchorCtr="0">
            <a:noAutofit/>
          </a:bodyPr>
          <a:lstStyle>
            <a:lvl1pPr marL="0" indent="0" algn="ctr">
              <a:lnSpc>
                <a:spcPts val="2933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130000"/>
              <a:buFontTx/>
              <a:buNone/>
              <a:defRPr sz="2667" b="1" baseline="0">
                <a:solidFill>
                  <a:schemeClr val="bg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45%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7219A8F7-2D9D-6B4B-6AB1-CC71F71E441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373583" y="2966539"/>
            <a:ext cx="1041279" cy="939360"/>
          </a:xfrm>
          <a:solidFill>
            <a:schemeClr val="accent1"/>
          </a:solidFill>
        </p:spPr>
        <p:txBody>
          <a:bodyPr lIns="36000" tIns="36000" rIns="36000" bIns="36000" anchor="ctr" anchorCtr="0">
            <a:noAutofit/>
          </a:bodyPr>
          <a:lstStyle>
            <a:lvl1pPr marL="0" indent="0" algn="ctr">
              <a:lnSpc>
                <a:spcPts val="2933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130000"/>
              <a:buFontTx/>
              <a:buNone/>
              <a:defRPr sz="2667" b="1" baseline="0">
                <a:solidFill>
                  <a:schemeClr val="bg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25%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FDA483DF-69C2-5C03-BA3A-82118CBB198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73583" y="4034876"/>
            <a:ext cx="1041279" cy="953797"/>
          </a:xfrm>
          <a:solidFill>
            <a:schemeClr val="accent1">
              <a:lumMod val="60000"/>
              <a:lumOff val="40000"/>
            </a:schemeClr>
          </a:solidFill>
        </p:spPr>
        <p:txBody>
          <a:bodyPr lIns="36000" tIns="36000" rIns="36000" bIns="36000" anchor="ctr" anchorCtr="0">
            <a:noAutofit/>
          </a:bodyPr>
          <a:lstStyle>
            <a:lvl1pPr marL="0" indent="0" algn="ctr">
              <a:lnSpc>
                <a:spcPts val="2933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130000"/>
              <a:buFontTx/>
              <a:buNone/>
              <a:defRPr sz="2667" b="1" baseline="0">
                <a:solidFill>
                  <a:schemeClr val="bg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10%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48CE781A-7EDF-BD23-3EA4-4907981E3D6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73583" y="5103215"/>
            <a:ext cx="1041279" cy="953797"/>
          </a:xfrm>
          <a:solidFill>
            <a:schemeClr val="accent1">
              <a:lumMod val="20000"/>
              <a:lumOff val="80000"/>
            </a:schemeClr>
          </a:solidFill>
        </p:spPr>
        <p:txBody>
          <a:bodyPr lIns="36000" tIns="36000" rIns="36000" bIns="36000" anchor="ctr" anchorCtr="0">
            <a:noAutofit/>
          </a:bodyPr>
          <a:lstStyle>
            <a:lvl1pPr marL="0" indent="0" algn="ctr">
              <a:lnSpc>
                <a:spcPts val="2933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130000"/>
              <a:buFontTx/>
              <a:buNone/>
              <a:defRPr sz="2667" b="1" baseline="0">
                <a:solidFill>
                  <a:schemeClr val="accent6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10%</a:t>
            </a:r>
          </a:p>
        </p:txBody>
      </p:sp>
    </p:spTree>
    <p:extLst>
      <p:ext uri="{BB962C8B-B14F-4D97-AF65-F5344CB8AC3E}">
        <p14:creationId xmlns:p14="http://schemas.microsoft.com/office/powerpoint/2010/main" val="398335656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uota" userDrawn="1">
  <p:cSld name="Vuota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0E3223E-E8B5-4BC4-8958-85B0E37212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1476" y="4868864"/>
            <a:ext cx="11449051" cy="1439861"/>
          </a:xfrm>
          <a:prstGeom prst="rect">
            <a:avLst/>
          </a:prstGeom>
        </p:spPr>
        <p:txBody>
          <a:bodyPr/>
          <a:lstStyle>
            <a:lvl1pPr marL="151192" indent="-143992">
              <a:spcBef>
                <a:spcPts val="300"/>
              </a:spcBef>
              <a:spcAft>
                <a:spcPts val="300"/>
              </a:spcAft>
              <a:buClr>
                <a:srgbClr val="C00000"/>
              </a:buClr>
              <a:buFont typeface="Wingdings" panose="05000000000000000000" pitchFamily="2" charset="2"/>
              <a:buChar char="§"/>
              <a:defRPr sz="1200">
                <a:solidFill>
                  <a:srgbClr val="6F7072"/>
                </a:solidFill>
              </a:defRPr>
            </a:lvl1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11" name="Titel 12">
            <a:extLst>
              <a:ext uri="{FF2B5EF4-FFF2-40B4-BE49-F238E27FC236}">
                <a16:creationId xmlns:a16="http://schemas.microsoft.com/office/drawing/2014/main" id="{471089BC-E3ED-4D8B-A6BE-A8956E47F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869" y="477263"/>
            <a:ext cx="11455095" cy="30067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rgbClr val="C00000"/>
                </a:solidFill>
              </a:defRPr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12" name="Sottotitolo 2">
            <a:extLst>
              <a:ext uri="{FF2B5EF4-FFF2-40B4-BE49-F238E27FC236}">
                <a16:creationId xmlns:a16="http://schemas.microsoft.com/office/drawing/2014/main" id="{98C8FADF-B36B-4A22-B7E9-4B5F856B5D7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90503" y="870300"/>
            <a:ext cx="11455095" cy="3040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ts val="1700"/>
              </a:lnSpc>
              <a:spcBef>
                <a:spcPts val="0"/>
              </a:spcBef>
              <a:buNone/>
              <a:defRPr sz="1600" baseline="0">
                <a:solidFill>
                  <a:srgbClr val="6F7072"/>
                </a:solidFill>
              </a:defRPr>
            </a:lvl1pPr>
            <a:lvl2pPr marL="457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8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0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Subtitle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015962E4-165A-4546-A5DC-42C63D1C174F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391101" y="1285731"/>
            <a:ext cx="5407200" cy="3398380"/>
          </a:xfrm>
          <a:prstGeom prst="rect">
            <a:avLst/>
          </a:prstGeom>
        </p:spPr>
        <p:txBody>
          <a:bodyPr/>
          <a:lstStyle/>
          <a:p>
            <a:endParaRPr lang="en-GB" noProof="0"/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5DA2C15-3E34-4194-A544-3F01E6A10190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6392588" y="1285733"/>
            <a:ext cx="5406139" cy="3397713"/>
          </a:xfrm>
          <a:prstGeom prst="rect">
            <a:avLst/>
          </a:prstGeom>
        </p:spPr>
        <p:txBody>
          <a:bodyPr/>
          <a:lstStyle/>
          <a:p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903873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2954">
          <p15:clr>
            <a:srgbClr val="FBAE40"/>
          </p15:clr>
        </p15:guide>
        <p15:guide id="3" orient="horz" pos="3067">
          <p15:clr>
            <a:srgbClr val="FBAE40"/>
          </p15:clr>
        </p15:guide>
        <p15:guide id="4" orient="horz" pos="3974">
          <p15:clr>
            <a:srgbClr val="FBAE40"/>
          </p15:clr>
        </p15:guide>
        <p15:guide id="6" pos="234">
          <p15:clr>
            <a:srgbClr val="FBAE40"/>
          </p15:clr>
        </p15:guide>
        <p15:guide id="7" pos="4021">
          <p15:clr>
            <a:srgbClr val="FBAE40"/>
          </p15:clr>
        </p15:guide>
        <p15:guide id="8" pos="7446">
          <p15:clr>
            <a:srgbClr val="FBAE40"/>
          </p15:clr>
        </p15:guide>
        <p15:guide id="9" pos="3659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C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9D2604A2-FA73-1130-4A93-885B3FCF61A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69" y="-26317"/>
            <a:ext cx="1263941" cy="539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288809-455F-4842-BBD7-E6150C62596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7004304" cy="430744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divider title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7004304" cy="2616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cap="all" spc="53" baseline="0">
                <a:solidFill>
                  <a:schemeClr val="accent1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9FDEF27-3E78-1D4B-8408-36D9106C0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93877" y="1700366"/>
            <a:ext cx="4398123" cy="36909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6666"/>
              </a:lnSpc>
              <a:spcBef>
                <a:spcPts val="0"/>
              </a:spcBef>
              <a:buNone/>
              <a:defRPr sz="26666" b="1" kern="0" spc="-400" baseline="0">
                <a:solidFill>
                  <a:schemeClr val="accent5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08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AD562-A8FE-AB9C-A4A9-E0FD0461BA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11" name="Picture 10" descr="A picture containing logo&#10;&#10;Description automatically generated">
            <a:extLst>
              <a:ext uri="{FF2B5EF4-FFF2-40B4-BE49-F238E27FC236}">
                <a16:creationId xmlns:a16="http://schemas.microsoft.com/office/drawing/2014/main" id="{21E2851E-39EE-B888-74A3-8986000959F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532533" y="6146800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057973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F44A04A-95E2-3B45-A3B9-EBD92AF8E8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47124" y="2635794"/>
            <a:ext cx="10632075" cy="25011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spcBef>
                <a:spcPts val="0"/>
              </a:spcBef>
              <a:buNone/>
              <a:defRPr sz="1467" b="0" kern="0" spc="53" baseline="0">
                <a:solidFill>
                  <a:schemeClr val="bg2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</a:t>
            </a:r>
            <a:r>
              <a:rPr lang="en-GB" err="1"/>
              <a:t>ispum</a:t>
            </a:r>
            <a:r>
              <a:rPr lang="en-GB"/>
              <a:t>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 </a:t>
            </a:r>
            <a:r>
              <a:rPr lang="en-GB" err="1"/>
              <a:t>consectetur</a:t>
            </a:r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10632076" cy="4307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Presentation title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62D12-62C6-B34D-BB51-1A63ACD6F3D9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124" y="6092491"/>
            <a:ext cx="3583939" cy="250563"/>
          </a:xfrm>
        </p:spPr>
        <p:txBody>
          <a:bodyPr/>
          <a:lstStyle/>
          <a:p>
            <a:fld id="{F5E8AD73-F7E8-CF4A-8555-B6CA25430F3F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10632075" cy="25056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spc="53" baseline="0">
                <a:solidFill>
                  <a:schemeClr val="bg2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857001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ex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13" name="Segnaposto testo 4">
            <a:extLst>
              <a:ext uri="{FF2B5EF4-FFF2-40B4-BE49-F238E27FC236}">
                <a16:creationId xmlns:a16="http://schemas.microsoft.com/office/drawing/2014/main" id="{47B316B5-43F8-E543-BD70-DCA368A9E5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20537" y="2932631"/>
            <a:ext cx="8858775" cy="3188243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0" indent="0"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0" i="0" kern="1200" cap="all" spc="115" baseline="0">
                <a:solidFill>
                  <a:schemeClr val="accent2"/>
                </a:solidFill>
                <a:latin typeface="+mn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5pPr>
          </a:lstStyle>
          <a:p>
            <a:pPr lvl="0"/>
            <a:r>
              <a:rPr lang="en-GB" noProof="0"/>
              <a:t>Lorem ipsum</a:t>
            </a:r>
          </a:p>
          <a:p>
            <a:pPr lvl="0"/>
            <a:r>
              <a:rPr lang="en-GB" noProof="0" err="1"/>
              <a:t>Dolor</a:t>
            </a:r>
            <a:r>
              <a:rPr lang="en-GB" noProof="0"/>
              <a:t> sit </a:t>
            </a:r>
            <a:r>
              <a:rPr lang="en-GB" noProof="0" err="1"/>
              <a:t>amet</a:t>
            </a:r>
            <a:endParaRPr lang="en-GB" noProof="0"/>
          </a:p>
          <a:p>
            <a:pPr lvl="0"/>
            <a:r>
              <a:rPr lang="en-GB" noProof="0" err="1"/>
              <a:t>Consectetuer</a:t>
            </a:r>
            <a:endParaRPr lang="en-GB" noProof="0"/>
          </a:p>
          <a:p>
            <a:pPr lvl="0"/>
            <a:r>
              <a:rPr lang="en-GB" noProof="0" err="1"/>
              <a:t>Adipiscing</a:t>
            </a:r>
            <a:r>
              <a:rPr lang="en-GB" noProof="0"/>
              <a:t> </a:t>
            </a:r>
            <a:r>
              <a:rPr lang="en-GB" noProof="0" err="1"/>
              <a:t>elit</a:t>
            </a:r>
            <a:endParaRPr lang="en-GB" noProof="0"/>
          </a:p>
        </p:txBody>
      </p:sp>
      <p:sp>
        <p:nvSpPr>
          <p:cNvPr id="14" name="Segnaposto testo 4">
            <a:extLst>
              <a:ext uri="{FF2B5EF4-FFF2-40B4-BE49-F238E27FC236}">
                <a16:creationId xmlns:a16="http://schemas.microsoft.com/office/drawing/2014/main" id="{17020B84-4BAC-8745-AA75-190D9EFEF5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87" y="2932631"/>
            <a:ext cx="492155" cy="3188243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0" indent="0"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0" i="0" kern="1200" cap="none" spc="115" baseline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5pPr>
          </a:lstStyle>
          <a:p>
            <a:pPr lvl="0"/>
            <a:r>
              <a:rPr lang="en-GB" noProof="0"/>
              <a:t>01.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46F653-613F-1D17-3EFE-3D16573CF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17784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3EC8C121-204E-4B11-8BCF-5147C6DFFE8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347" imgH="348" progId="TCLayout.ActiveDocument.1">
                  <p:embed/>
                </p:oleObj>
              </mc:Choice>
              <mc:Fallback>
                <p:oleObj name="Diapositive think-cell" r:id="rId3" imgW="347" imgH="348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3EC8C121-204E-4B11-8BCF-5147C6DFFE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Content">
            <a:extLst>
              <a:ext uri="{FF2B5EF4-FFF2-40B4-BE49-F238E27FC236}">
                <a16:creationId xmlns:a16="http://schemas.microsoft.com/office/drawing/2014/main" id="{5DBD01EE-3829-4AC6-89CA-478AF5634734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57200" y="1399032"/>
            <a:ext cx="11277600" cy="4909693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 marL="539969" indent="-179990">
              <a:buClr>
                <a:schemeClr val="accent1"/>
              </a:buClr>
              <a:buFont typeface="Wingdings" panose="05000000000000000000" pitchFamily="2" charset="2"/>
              <a:buChar char="§"/>
              <a:defRPr/>
            </a:lvl3pPr>
            <a:lvl4pPr>
              <a:buClr>
                <a:schemeClr val="accent1"/>
              </a:buClr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24960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73" userDrawn="1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8876F5E-51B3-3B47-AD82-44393BF73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5E699A-65C3-E74E-A096-2022DD9BDF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C8C5A0FE-1F59-1E40-AB0C-CD8770F7F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788" y="3007869"/>
            <a:ext cx="6364448" cy="132085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44682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and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64628" y="1878961"/>
            <a:ext cx="4966193" cy="235064"/>
          </a:xfrm>
        </p:spPr>
        <p:txBody>
          <a:bodyPr>
            <a:noAutofit/>
          </a:bodyPr>
          <a:lstStyle>
            <a:lvl1pPr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1"/>
            <a:ext cx="10559032" cy="7776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64626" y="2231591"/>
            <a:ext cx="4966193" cy="1097019"/>
          </a:xfrm>
        </p:spPr>
        <p:txBody>
          <a:bodyPr>
            <a:noAutofit/>
          </a:bodyPr>
          <a:lstStyle>
            <a:lvl1pPr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D10ECE5-9F3E-7C4E-9012-95918EA1F8D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64627" y="3429002"/>
            <a:ext cx="4966192" cy="2510405"/>
          </a:xfrm>
        </p:spPr>
        <p:txBody>
          <a:bodyPr/>
          <a:lstStyle>
            <a:lvl1pPr marL="228594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1pPr>
            <a:lvl2pPr marL="749911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2pPr>
            <a:lvl3pPr marL="1271228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3pPr>
            <a:lvl4pPr marL="1792545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4pPr>
            <a:lvl5pPr marL="2313862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F74D6CA-803E-1D4F-A762-02CC5FF73C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7" y="1732039"/>
            <a:ext cx="2595528" cy="420736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DA397BD-B1CD-4030-E9B6-DBBC2B2FA5E6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392792" y="1732039"/>
            <a:ext cx="2595528" cy="420736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75128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3EC8C121-204E-4B11-8BCF-5147C6DFFE8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347" imgH="348" progId="TCLayout.ActiveDocument.1">
                  <p:embed/>
                </p:oleObj>
              </mc:Choice>
              <mc:Fallback>
                <p:oleObj name="Diapositive think-cell" r:id="rId3" imgW="347" imgH="348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3EC8C121-204E-4B11-8BCF-5147C6DFFE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Content">
            <a:extLst>
              <a:ext uri="{FF2B5EF4-FFF2-40B4-BE49-F238E27FC236}">
                <a16:creationId xmlns:a16="http://schemas.microsoft.com/office/drawing/2014/main" id="{5DBD01EE-3829-4AC6-89CA-478AF5634734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57200" y="1399032"/>
            <a:ext cx="11277600" cy="4909693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 marL="539969" indent="-179990">
              <a:buClr>
                <a:schemeClr val="accent1"/>
              </a:buClr>
              <a:buFont typeface="Wingdings" panose="05000000000000000000" pitchFamily="2" charset="2"/>
              <a:buChar char="§"/>
              <a:defRPr/>
            </a:lvl3pPr>
            <a:lvl4pPr>
              <a:buClr>
                <a:schemeClr val="accent1"/>
              </a:buClr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381316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8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v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C3F9FF3B-5457-40D3-9CCE-80A9831F83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47391" y="5928687"/>
            <a:ext cx="7244611" cy="929315"/>
          </a:xfrm>
          <a:prstGeom prst="rect">
            <a:avLst/>
          </a:prstGeom>
        </p:spPr>
      </p:pic>
      <p:pic>
        <p:nvPicPr>
          <p:cNvPr id="9" name="Picture 8" descr="A black background with white lines&#10;&#10;Description automatically generated with low confidence">
            <a:extLst>
              <a:ext uri="{FF2B5EF4-FFF2-40B4-BE49-F238E27FC236}">
                <a16:creationId xmlns:a16="http://schemas.microsoft.com/office/drawing/2014/main" id="{747B8631-EB11-45B3-99C6-3355B03836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023712" y="471989"/>
            <a:ext cx="2824536" cy="792852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107BBC-18CB-4092-A844-812E24DEEE8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30998" y="3613701"/>
            <a:ext cx="5970916" cy="3671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LOREM ISPUM DOLOR SIT</a:t>
            </a:r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4E1877BF-5431-4B59-85D3-8524CEAC67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30997" y="3054235"/>
            <a:ext cx="10515600" cy="529475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rPr lang="en-GB" noProof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647371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">
          <p15:clr>
            <a:srgbClr val="FBAE40"/>
          </p15:clr>
        </p15:guide>
        <p15:guide id="2" pos="384">
          <p15:clr>
            <a:srgbClr val="FBAE40"/>
          </p15:clr>
        </p15:guide>
        <p15:guide id="3" orient="horz" pos="384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ex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13" name="Segnaposto testo 4">
            <a:extLst>
              <a:ext uri="{FF2B5EF4-FFF2-40B4-BE49-F238E27FC236}">
                <a16:creationId xmlns:a16="http://schemas.microsoft.com/office/drawing/2014/main" id="{47B316B5-43F8-E543-BD70-DCA368A9E5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20537" y="2932631"/>
            <a:ext cx="8858775" cy="3188243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0" indent="0"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0" i="0" kern="1200" cap="all" spc="115" baseline="0">
                <a:solidFill>
                  <a:schemeClr val="accent2"/>
                </a:solidFill>
                <a:latin typeface="+mn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5pPr>
          </a:lstStyle>
          <a:p>
            <a:pPr lvl="0"/>
            <a:r>
              <a:rPr lang="en-GB" noProof="0"/>
              <a:t>Lorem ipsum</a:t>
            </a:r>
          </a:p>
          <a:p>
            <a:pPr lvl="0"/>
            <a:r>
              <a:rPr lang="en-GB" noProof="0" err="1"/>
              <a:t>Dolor</a:t>
            </a:r>
            <a:r>
              <a:rPr lang="en-GB" noProof="0"/>
              <a:t> sit </a:t>
            </a:r>
            <a:r>
              <a:rPr lang="en-GB" noProof="0" err="1"/>
              <a:t>amet</a:t>
            </a:r>
            <a:endParaRPr lang="en-GB" noProof="0"/>
          </a:p>
          <a:p>
            <a:pPr lvl="0"/>
            <a:r>
              <a:rPr lang="en-GB" noProof="0" err="1"/>
              <a:t>Consectetuer</a:t>
            </a:r>
            <a:endParaRPr lang="en-GB" noProof="0"/>
          </a:p>
          <a:p>
            <a:pPr lvl="0"/>
            <a:r>
              <a:rPr lang="en-GB" noProof="0" err="1"/>
              <a:t>Adipiscing</a:t>
            </a:r>
            <a:r>
              <a:rPr lang="en-GB" noProof="0"/>
              <a:t> </a:t>
            </a:r>
            <a:r>
              <a:rPr lang="en-GB" noProof="0" err="1"/>
              <a:t>elit</a:t>
            </a:r>
            <a:endParaRPr lang="en-GB" noProof="0"/>
          </a:p>
        </p:txBody>
      </p:sp>
      <p:sp>
        <p:nvSpPr>
          <p:cNvPr id="14" name="Segnaposto testo 4">
            <a:extLst>
              <a:ext uri="{FF2B5EF4-FFF2-40B4-BE49-F238E27FC236}">
                <a16:creationId xmlns:a16="http://schemas.microsoft.com/office/drawing/2014/main" id="{17020B84-4BAC-8745-AA75-190D9EFEF5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87" y="2932631"/>
            <a:ext cx="492155" cy="3188243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0" indent="0"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0" i="0" kern="1200" cap="none" spc="115" baseline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5pPr>
          </a:lstStyle>
          <a:p>
            <a:pPr lvl="0"/>
            <a:r>
              <a:rPr lang="en-GB" noProof="0"/>
              <a:t>01.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46F653-613F-1D17-3EFE-3D16573CF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0732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ggetto 4" hidden="1">
            <a:extLst>
              <a:ext uri="{FF2B5EF4-FFF2-40B4-BE49-F238E27FC236}">
                <a16:creationId xmlns:a16="http://schemas.microsoft.com/office/drawing/2014/main" id="{414C026D-00DE-4F87-82EA-B345DA3E35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4" imgW="270" imgH="270" progId="TCLayout.ActiveDocument.1">
                  <p:embed/>
                </p:oleObj>
              </mc:Choice>
              <mc:Fallback>
                <p:oleObj name="Diapositive think-cell" r:id="rId4" imgW="270" imgH="270" progId="TCLayout.ActiveDocument.1">
                  <p:embed/>
                  <p:pic>
                    <p:nvPicPr>
                      <p:cNvPr id="5" name="Oggetto 4" hidden="1">
                        <a:extLst>
                          <a:ext uri="{FF2B5EF4-FFF2-40B4-BE49-F238E27FC236}">
                            <a16:creationId xmlns:a16="http://schemas.microsoft.com/office/drawing/2014/main" id="{414C026D-00DE-4F87-82EA-B345DA3E35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ttangolo 3" hidden="1">
            <a:extLst>
              <a:ext uri="{FF2B5EF4-FFF2-40B4-BE49-F238E27FC236}">
                <a16:creationId xmlns:a16="http://schemas.microsoft.com/office/drawing/2014/main" id="{6DBF90D3-D96B-4ECC-B2E3-8C19AC43BDA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" y="1"/>
            <a:ext cx="158751" cy="158751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/>
            <a:endParaRPr lang="en-US" sz="2000" b="0" i="0" baseline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Title Placeholder 14">
            <a:extLst>
              <a:ext uri="{FF2B5EF4-FFF2-40B4-BE49-F238E27FC236}">
                <a16:creationId xmlns:a16="http://schemas.microsoft.com/office/drawing/2014/main" id="{5F564D69-2640-42CA-ABC9-E06ECD2A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005" y="390865"/>
            <a:ext cx="11182248" cy="55745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862437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C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9D2604A2-FA73-1130-4A93-885B3FCF61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2369" y="-26317"/>
            <a:ext cx="1263941" cy="539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288809-455F-4842-BBD7-E6150C6259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7004304" cy="430744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divider title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7004304" cy="2616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cap="all" spc="53" baseline="0">
                <a:solidFill>
                  <a:schemeClr val="accent1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9FDEF27-3E78-1D4B-8408-36D9106C0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93877" y="1700366"/>
            <a:ext cx="4398123" cy="36909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6666"/>
              </a:lnSpc>
              <a:spcBef>
                <a:spcPts val="0"/>
              </a:spcBef>
              <a:buNone/>
              <a:defRPr sz="26666" b="1" kern="0" spc="-400" baseline="0">
                <a:solidFill>
                  <a:schemeClr val="accent5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08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AD562-A8FE-AB9C-A4A9-E0FD0461BA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11" name="Picture 10" descr="A picture containing logo&#10;&#10;Description automatically generated">
            <a:extLst>
              <a:ext uri="{FF2B5EF4-FFF2-40B4-BE49-F238E27FC236}">
                <a16:creationId xmlns:a16="http://schemas.microsoft.com/office/drawing/2014/main" id="{21E2851E-39EE-B888-74A3-8986000959F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32533" y="6146800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90373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99DDEE51-838F-A2EA-52F3-61356F54F5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16177" cy="519341"/>
          </a:xfrm>
          <a:prstGeom prst="rect">
            <a:avLst/>
          </a:prstGeom>
        </p:spPr>
      </p:pic>
      <p:pic>
        <p:nvPicPr>
          <p:cNvPr id="9" name="Picture 8" descr="Shape&#10;&#10;Description automatically generated">
            <a:extLst>
              <a:ext uri="{FF2B5EF4-FFF2-40B4-BE49-F238E27FC236}">
                <a16:creationId xmlns:a16="http://schemas.microsoft.com/office/drawing/2014/main" id="{9A288809-455F-4842-BBD7-E6150C6259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7004304" cy="4307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divider title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7004304" cy="2616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cap="all" spc="53" baseline="0">
                <a:solidFill>
                  <a:schemeClr val="bg2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9FDEF27-3E78-1D4B-8408-36D9106C0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93877" y="1700366"/>
            <a:ext cx="4398123" cy="36909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6666"/>
              </a:lnSpc>
              <a:spcBef>
                <a:spcPts val="0"/>
              </a:spcBef>
              <a:buNone/>
              <a:defRPr sz="26666" b="1" kern="0" spc="-400" baseline="0">
                <a:solidFill>
                  <a:schemeClr val="accent1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08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EC088E-E958-2444-E55E-3696A410612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D75BF6FD-F0D8-044A-89D1-23DDEE87B09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32533" y="6155447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3627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s and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64628" y="1878961"/>
            <a:ext cx="4966193" cy="235064"/>
          </a:xfrm>
        </p:spPr>
        <p:txBody>
          <a:bodyPr>
            <a:noAutofit/>
          </a:bodyPr>
          <a:lstStyle>
            <a:lvl1pPr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1"/>
            <a:ext cx="10559032" cy="7776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64626" y="2231591"/>
            <a:ext cx="4966193" cy="1097019"/>
          </a:xfrm>
        </p:spPr>
        <p:txBody>
          <a:bodyPr>
            <a:noAutofit/>
          </a:bodyPr>
          <a:lstStyle>
            <a:lvl1pPr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D10ECE5-9F3E-7C4E-9012-95918EA1F8D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64627" y="3429002"/>
            <a:ext cx="4966192" cy="2510405"/>
          </a:xfrm>
        </p:spPr>
        <p:txBody>
          <a:bodyPr/>
          <a:lstStyle>
            <a:lvl1pPr marL="228594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1pPr>
            <a:lvl2pPr marL="749911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2pPr>
            <a:lvl3pPr marL="1271228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3pPr>
            <a:lvl4pPr marL="1792545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4pPr>
            <a:lvl5pPr marL="2313862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F74D6CA-803E-1D4F-A762-02CC5FF73C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7" y="1732039"/>
            <a:ext cx="2595528" cy="420736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DA397BD-B1CD-4030-E9B6-DBBC2B2FA5E6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392792" y="1732039"/>
            <a:ext cx="2595528" cy="420736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756360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99DDEE51-838F-A2EA-52F3-61356F54F56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0"/>
            <a:ext cx="1216177" cy="519341"/>
          </a:xfrm>
          <a:prstGeom prst="rect">
            <a:avLst/>
          </a:prstGeom>
        </p:spPr>
      </p:pic>
      <p:pic>
        <p:nvPicPr>
          <p:cNvPr id="9" name="Picture 8" descr="Shape&#10;&#10;Description automatically generated">
            <a:extLst>
              <a:ext uri="{FF2B5EF4-FFF2-40B4-BE49-F238E27FC236}">
                <a16:creationId xmlns:a16="http://schemas.microsoft.com/office/drawing/2014/main" id="{9A288809-455F-4842-BBD7-E6150C62596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7004304" cy="4307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divider title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7004304" cy="2616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cap="all" spc="53" baseline="0">
                <a:solidFill>
                  <a:schemeClr val="bg2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9FDEF27-3E78-1D4B-8408-36D9106C0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93877" y="1700366"/>
            <a:ext cx="4398123" cy="36909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6666"/>
              </a:lnSpc>
              <a:spcBef>
                <a:spcPts val="0"/>
              </a:spcBef>
              <a:buNone/>
              <a:defRPr sz="26666" b="1" kern="0" spc="-400" baseline="0">
                <a:solidFill>
                  <a:schemeClr val="accent1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08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EC088E-E958-2444-E55E-3696A410612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D75BF6FD-F0D8-044A-89D1-23DDEE87B09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532533" y="6155447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03731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B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2D716F12-D215-CB00-81D9-7A6FDA4BD0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69" y="-26317"/>
            <a:ext cx="1263941" cy="539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288809-455F-4842-BBD7-E6150C62596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7004304" cy="430744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divider title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7004304" cy="2616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cap="all" spc="53" baseline="0">
                <a:solidFill>
                  <a:schemeClr val="accent1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9FDEF27-3E78-1D4B-8408-36D9106C0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93877" y="1700366"/>
            <a:ext cx="4398123" cy="36909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6666"/>
              </a:lnSpc>
              <a:spcBef>
                <a:spcPts val="0"/>
              </a:spcBef>
              <a:buNone/>
              <a:defRPr sz="26666" b="1" kern="0" spc="-400" baseline="0">
                <a:solidFill>
                  <a:schemeClr val="accent1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08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BD5CC2-C3F3-7D62-C4EA-800A67C61E9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11" name="Picture 10" descr="A picture containing logo&#10;&#10;Description automatically generated">
            <a:extLst>
              <a:ext uri="{FF2B5EF4-FFF2-40B4-BE49-F238E27FC236}">
                <a16:creationId xmlns:a16="http://schemas.microsoft.com/office/drawing/2014/main" id="{A2AD4895-0E77-AB90-E5A1-CE74304945F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532533" y="6146800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19070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C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9D2604A2-FA73-1130-4A93-885B3FCF61A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69" y="-26317"/>
            <a:ext cx="1263941" cy="539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288809-455F-4842-BBD7-E6150C62596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7004304" cy="430744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divider title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7004304" cy="2616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cap="all" spc="53" baseline="0">
                <a:solidFill>
                  <a:schemeClr val="accent1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9FDEF27-3E78-1D4B-8408-36D9106C0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93877" y="1700366"/>
            <a:ext cx="4398123" cy="36909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6666"/>
              </a:lnSpc>
              <a:spcBef>
                <a:spcPts val="0"/>
              </a:spcBef>
              <a:buNone/>
              <a:defRPr sz="26666" b="1" kern="0" spc="-400" baseline="0">
                <a:solidFill>
                  <a:schemeClr val="accent5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08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AD562-A8FE-AB9C-A4A9-E0FD0461BA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11" name="Picture 10" descr="A picture containing logo&#10;&#10;Description automatically generated">
            <a:extLst>
              <a:ext uri="{FF2B5EF4-FFF2-40B4-BE49-F238E27FC236}">
                <a16:creationId xmlns:a16="http://schemas.microsoft.com/office/drawing/2014/main" id="{21E2851E-39EE-B888-74A3-8986000959F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532533" y="6146800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32910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9" y="2123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4" imgW="381" imgH="381" progId="TCLayout.ActiveDocument.1">
                  <p:embed/>
                </p:oleObj>
              </mc:Choice>
              <mc:Fallback>
                <p:oleObj name="Diapositive think-cell" r:id="rId4" imgW="381" imgH="381" progId="TCLayout.ActiveDocument.1">
                  <p:embed/>
                  <p:pic>
                    <p:nvPicPr>
                      <p:cNvPr id="12" name="Object 1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9" y="2123"/>
                        <a:ext cx="2116" cy="211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/>
          <p:cNvSpPr/>
          <p:nvPr userDrawn="1">
            <p:custDataLst>
              <p:tags r:id="rId2"/>
            </p:custDataLst>
          </p:nvPr>
        </p:nvSpPr>
        <p:spPr>
          <a:xfrm>
            <a:off x="5" y="5"/>
            <a:ext cx="158751" cy="15875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defTabSz="913834" eaLnBrk="1">
              <a:spcBef>
                <a:spcPct val="0"/>
              </a:spcBef>
              <a:spcAft>
                <a:spcPct val="0"/>
              </a:spcAft>
            </a:pPr>
            <a:endParaRPr lang="en-GB" sz="1467" b="0" i="0" baseline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1779" y="606172"/>
            <a:ext cx="10515600" cy="43088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51779" y="1150091"/>
            <a:ext cx="11182248" cy="1846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342675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2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D5718F0E-13D4-692A-C60D-64E404B330F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267695" y="119864"/>
            <a:ext cx="504092" cy="2045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08228074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90" y="1878962"/>
            <a:ext cx="3993159" cy="577095"/>
          </a:xfrm>
        </p:spPr>
        <p:txBody>
          <a:bodyPr>
            <a:noAutofit/>
          </a:bodyPr>
          <a:lstStyle>
            <a:lvl1pPr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endParaRPr lang="it-IT" noProof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2"/>
            <a:ext cx="11028727" cy="7776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EC26C9-3F09-D34E-94B0-FF161A79BA0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55764" y="1878962"/>
            <a:ext cx="6744749" cy="4241913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789" y="2489614"/>
            <a:ext cx="3993159" cy="2633265"/>
          </a:xfrm>
        </p:spPr>
        <p:txBody>
          <a:bodyPr>
            <a:noAutofit/>
          </a:bodyPr>
          <a:lstStyle>
            <a:lvl1pPr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0153590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648425" cy="7776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9" y="1834391"/>
            <a:ext cx="10648425" cy="3601676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5589839"/>
            <a:ext cx="10648425" cy="662756"/>
          </a:xfrm>
        </p:spPr>
        <p:txBody>
          <a:bodyPr>
            <a:noAutofit/>
          </a:bodyPr>
          <a:lstStyle>
            <a:lvl1pPr marL="0" indent="0">
              <a:lnSpc>
                <a:spcPts val="1600"/>
              </a:lnSpc>
              <a:spcBef>
                <a:spcPts val="0"/>
              </a:spcBef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297725882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FDBBB496-6610-A398-EB22-1A060E042C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DBBB496-6610-A398-EB22-1A060E042C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88" y="1878961"/>
            <a:ext cx="6364448" cy="235064"/>
          </a:xfrm>
        </p:spPr>
        <p:txBody>
          <a:bodyPr>
            <a:noAutofit/>
          </a:bodyPr>
          <a:lstStyle>
            <a:lvl1pPr rtl="0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EC26C9-3F09-D34E-94B0-FF161A79BA0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1787" y="3020798"/>
            <a:ext cx="6062444" cy="1386220"/>
          </a:xfrm>
        </p:spPr>
        <p:txBody>
          <a:bodyPr/>
          <a:lstStyle>
            <a:lvl1pPr rtl="0">
              <a:defRPr>
                <a:solidFill>
                  <a:schemeClr val="accent2"/>
                </a:solidFill>
              </a:defRPr>
            </a:lvl1pPr>
            <a:lvl2pPr rtl="0">
              <a:defRPr>
                <a:solidFill>
                  <a:schemeClr val="accent2"/>
                </a:solidFill>
              </a:defRPr>
            </a:lvl2pPr>
            <a:lvl3pPr rtl="0">
              <a:defRPr>
                <a:solidFill>
                  <a:schemeClr val="accent2"/>
                </a:solidFill>
              </a:defRPr>
            </a:lvl3pPr>
            <a:lvl4pPr rtl="0">
              <a:defRPr>
                <a:solidFill>
                  <a:schemeClr val="accent2"/>
                </a:solidFill>
              </a:defRPr>
            </a:lvl4pPr>
            <a:lvl5pPr rtl="0"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787" y="2231593"/>
            <a:ext cx="6364448" cy="598295"/>
          </a:xfrm>
        </p:spPr>
        <p:txBody>
          <a:bodyPr>
            <a:noAutofit/>
          </a:bodyPr>
          <a:lstStyle>
            <a:lvl1pPr rtl="0"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D10ECE5-9F3E-7C4E-9012-95918EA1F8D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71787" y="4553187"/>
            <a:ext cx="6062444" cy="1386220"/>
          </a:xfrm>
        </p:spPr>
        <p:txBody>
          <a:bodyPr/>
          <a:lstStyle>
            <a:lvl1pPr marL="228589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1pPr>
            <a:lvl2pPr marL="749892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2pPr>
            <a:lvl3pPr marL="1271196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3pPr>
            <a:lvl4pPr marL="1792501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4pPr>
            <a:lvl5pPr marL="2313805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F74D6CA-803E-1D4F-A762-02CC5FF73C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25717" y="3980"/>
            <a:ext cx="4966283" cy="6854021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</p:spTree>
    <p:extLst>
      <p:ext uri="{BB962C8B-B14F-4D97-AF65-F5344CB8AC3E}">
        <p14:creationId xmlns:p14="http://schemas.microsoft.com/office/powerpoint/2010/main" val="3043869688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and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DC2F651-CD72-BDE5-D2CB-8DFDF4427F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DC2F651-CD72-BDE5-D2CB-8DFDF4427F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64629" y="1878961"/>
            <a:ext cx="4966193" cy="235064"/>
          </a:xfrm>
        </p:spPr>
        <p:txBody>
          <a:bodyPr>
            <a:noAutofit/>
          </a:bodyPr>
          <a:lstStyle>
            <a:lvl1pPr rtl="0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2"/>
            <a:ext cx="10559032" cy="777668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64628" y="2231592"/>
            <a:ext cx="4966193" cy="1097019"/>
          </a:xfrm>
        </p:spPr>
        <p:txBody>
          <a:bodyPr>
            <a:noAutofit/>
          </a:bodyPr>
          <a:lstStyle>
            <a:lvl1pPr rtl="0"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D10ECE5-9F3E-7C4E-9012-95918EA1F8D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64627" y="3429003"/>
            <a:ext cx="4966192" cy="2510405"/>
          </a:xfrm>
        </p:spPr>
        <p:txBody>
          <a:bodyPr/>
          <a:lstStyle>
            <a:lvl1pPr marL="228589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1pPr>
            <a:lvl2pPr marL="749892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2pPr>
            <a:lvl3pPr marL="1271196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3pPr>
            <a:lvl4pPr marL="1792501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4pPr>
            <a:lvl5pPr marL="2313805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F74D6CA-803E-1D4F-A762-02CC5FF73C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7" y="1732041"/>
            <a:ext cx="2595528" cy="420736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DA397BD-B1CD-4030-E9B6-DBBC2B2FA5E6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392792" y="1732041"/>
            <a:ext cx="2595528" cy="420736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</p:spTree>
    <p:extLst>
      <p:ext uri="{BB962C8B-B14F-4D97-AF65-F5344CB8AC3E}">
        <p14:creationId xmlns:p14="http://schemas.microsoft.com/office/powerpoint/2010/main" val="335368694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and Text Special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009278B-A277-F71F-A417-074C27FF33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09278B-A277-F71F-A417-074C27FF33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6285" y="1878961"/>
            <a:ext cx="4687883" cy="235064"/>
          </a:xfrm>
        </p:spPr>
        <p:txBody>
          <a:bodyPr>
            <a:noAutofit/>
          </a:bodyPr>
          <a:lstStyle>
            <a:lvl1pPr rtl="0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2"/>
            <a:ext cx="9932380" cy="777668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F74D6CA-803E-1D4F-A762-02CC5FF73C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7" y="1732041"/>
            <a:ext cx="4966191" cy="2128761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5D81D3F-B8FC-5DA5-EF02-B6AE745B81A5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5737978" y="3860802"/>
            <a:ext cx="4966191" cy="2128761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7CEFC3EB-2DDF-E0AD-B557-E9F8C09F8C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16285" y="2241333"/>
            <a:ext cx="4687883" cy="1361096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71FED65D-5255-E5C5-3F43-7383527D823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1788" y="4091921"/>
            <a:ext cx="4687883" cy="235064"/>
          </a:xfrm>
        </p:spPr>
        <p:txBody>
          <a:bodyPr>
            <a:noAutofit/>
          </a:bodyPr>
          <a:lstStyle>
            <a:lvl1pPr algn="r" rtl="0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8DC7EF0C-B682-821D-4C1E-A19A9B63A9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71785" y="4454293"/>
            <a:ext cx="4687883" cy="1361096"/>
          </a:xfrm>
        </p:spPr>
        <p:txBody>
          <a:bodyPr>
            <a:noAutofit/>
          </a:bodyPr>
          <a:lstStyle>
            <a:lvl1pPr marL="0" indent="0" algn="r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113329383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BD4C8BC-981B-F48A-1B92-B3C628AA6F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BD4C8BC-981B-F48A-1B92-B3C628AA6F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90" y="1878962"/>
            <a:ext cx="3993159" cy="577095"/>
          </a:xfrm>
        </p:spPr>
        <p:txBody>
          <a:bodyPr>
            <a:noAutofit/>
          </a:bodyPr>
          <a:lstStyle>
            <a:lvl1pPr rtl="0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2"/>
            <a:ext cx="11028727" cy="777668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EC26C9-3F09-D34E-94B0-FF161A79BA0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55764" y="1878962"/>
            <a:ext cx="6744749" cy="4241913"/>
          </a:xfrm>
        </p:spPr>
        <p:txBody>
          <a:bodyPr/>
          <a:lstStyle>
            <a:lvl1pPr rtl="0">
              <a:defRPr>
                <a:solidFill>
                  <a:schemeClr val="accent2"/>
                </a:solidFill>
              </a:defRPr>
            </a:lvl1pPr>
            <a:lvl2pPr rtl="0">
              <a:defRPr>
                <a:solidFill>
                  <a:schemeClr val="accent2"/>
                </a:solidFill>
              </a:defRPr>
            </a:lvl2pPr>
            <a:lvl3pPr rtl="0">
              <a:defRPr>
                <a:solidFill>
                  <a:schemeClr val="accent2"/>
                </a:solidFill>
              </a:defRPr>
            </a:lvl3pPr>
            <a:lvl4pPr rtl="0">
              <a:defRPr>
                <a:solidFill>
                  <a:schemeClr val="accent2"/>
                </a:solidFill>
              </a:defRPr>
            </a:lvl4pPr>
            <a:lvl5pPr rtl="0"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789" y="2489614"/>
            <a:ext cx="3993159" cy="2633265"/>
          </a:xfrm>
        </p:spPr>
        <p:txBody>
          <a:bodyPr>
            <a:noAutofit/>
          </a:bodyPr>
          <a:lstStyle>
            <a:lvl1pPr rtl="0"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</p:spTree>
    <p:extLst>
      <p:ext uri="{BB962C8B-B14F-4D97-AF65-F5344CB8AC3E}">
        <p14:creationId xmlns:p14="http://schemas.microsoft.com/office/powerpoint/2010/main" val="3588425387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28D1204-A4B0-1026-41F8-5C00DFB5186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28D1204-A4B0-1026-41F8-5C00DFB5186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90" y="1878962"/>
            <a:ext cx="3993159" cy="577095"/>
          </a:xfrm>
        </p:spPr>
        <p:txBody>
          <a:bodyPr>
            <a:noAutofit/>
          </a:bodyPr>
          <a:lstStyle>
            <a:lvl1pPr rtl="0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234569" cy="657001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789" y="2489614"/>
            <a:ext cx="3993159" cy="2633265"/>
          </a:xfrm>
        </p:spPr>
        <p:txBody>
          <a:bodyPr>
            <a:noAutofit/>
          </a:bodyPr>
          <a:lstStyle>
            <a:lvl1pPr rtl="0"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71628" y="1436537"/>
            <a:ext cx="2528991" cy="249664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17151" y="4016719"/>
            <a:ext cx="2125764" cy="1833205"/>
          </a:xfrm>
        </p:spPr>
        <p:txBody>
          <a:bodyPr>
            <a:noAutofit/>
          </a:bodyPr>
          <a:lstStyle>
            <a:lvl1pPr marL="0" indent="0" rtl="0">
              <a:lnSpc>
                <a:spcPts val="1600"/>
              </a:lnSpc>
              <a:spcBef>
                <a:spcPts val="0"/>
              </a:spcBef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FD6A78D7-E4C9-7D4A-85AB-919AEA3981AC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8477367" y="1436537"/>
            <a:ext cx="2528991" cy="249664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443360F8-C1BD-5949-90A6-727770BFEDB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690443" y="4016719"/>
            <a:ext cx="2125764" cy="1833205"/>
          </a:xfrm>
        </p:spPr>
        <p:txBody>
          <a:bodyPr>
            <a:noAutofit/>
          </a:bodyPr>
          <a:lstStyle>
            <a:lvl1pPr marL="0" indent="0" rtl="0">
              <a:lnSpc>
                <a:spcPts val="1600"/>
              </a:lnSpc>
              <a:spcBef>
                <a:spcPts val="0"/>
              </a:spcBef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228552386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D143B76E-D33C-B721-51F9-26972A22EB4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143B76E-D33C-B721-51F9-26972A22EB4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90" y="1878962"/>
            <a:ext cx="2199449" cy="577095"/>
          </a:xfrm>
        </p:spPr>
        <p:txBody>
          <a:bodyPr>
            <a:noAutofit/>
          </a:bodyPr>
          <a:lstStyle>
            <a:lvl1pPr rtl="0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2"/>
            <a:ext cx="10648428" cy="607303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789" y="2489614"/>
            <a:ext cx="2199449" cy="2633265"/>
          </a:xfrm>
        </p:spPr>
        <p:txBody>
          <a:bodyPr>
            <a:noAutofit/>
          </a:bodyPr>
          <a:lstStyle>
            <a:lvl1pPr rtl="0"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23452" y="1436535"/>
            <a:ext cx="8096763" cy="3686343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3452" y="5256108"/>
            <a:ext cx="8096763" cy="767645"/>
          </a:xfrm>
        </p:spPr>
        <p:txBody>
          <a:bodyPr>
            <a:noAutofit/>
          </a:bodyPr>
          <a:lstStyle>
            <a:lvl1pPr marL="0" indent="0" rtl="0">
              <a:lnSpc>
                <a:spcPts val="1600"/>
              </a:lnSpc>
              <a:spcBef>
                <a:spcPts val="0"/>
              </a:spcBef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1237615005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B297550-A6AC-B3CA-4C7C-B7FB77DBFBE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B297550-A6AC-B3CA-4C7C-B7FB77DBFB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648425" cy="777668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9" y="1834391"/>
            <a:ext cx="10648425" cy="3601676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5589839"/>
            <a:ext cx="10648425" cy="662756"/>
          </a:xfrm>
        </p:spPr>
        <p:txBody>
          <a:bodyPr>
            <a:noAutofit/>
          </a:bodyPr>
          <a:lstStyle>
            <a:lvl1pPr marL="0" indent="0" rtl="0">
              <a:lnSpc>
                <a:spcPts val="1600"/>
              </a:lnSpc>
              <a:spcBef>
                <a:spcPts val="0"/>
              </a:spcBef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290449542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B8FDC788-78BE-AA1B-E3DA-3E626BFDBC8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8FDC788-78BE-AA1B-E3DA-3E626BFDBC8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96999" y="1879134"/>
            <a:ext cx="6364448" cy="440701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1879134"/>
            <a:ext cx="1979803" cy="1110169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C34354-C0EB-5945-AFD5-A2D58387F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73301" y="4248572"/>
            <a:ext cx="1979803" cy="1110169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9764B34-0C9E-F142-AE33-2BB0092D96BB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7192161" y="760601"/>
            <a:ext cx="4228051" cy="3377968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</p:spTree>
    <p:extLst>
      <p:ext uri="{BB962C8B-B14F-4D97-AF65-F5344CB8AC3E}">
        <p14:creationId xmlns:p14="http://schemas.microsoft.com/office/powerpoint/2010/main" val="235271696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5B2FF758-E9A1-450A-534E-44FDDFE09B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B2FF758-E9A1-450A-534E-44FDDFE09B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97000" y="1879134"/>
            <a:ext cx="4228051" cy="440701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1879134"/>
            <a:ext cx="1979803" cy="872457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C34354-C0EB-5945-AFD5-A2D58387F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71789" y="2996243"/>
            <a:ext cx="1979803" cy="1110169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9764B34-0C9E-F142-AE33-2BB0092D96BB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7192161" y="760602"/>
            <a:ext cx="4228051" cy="440701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</p:spTree>
    <p:extLst>
      <p:ext uri="{BB962C8B-B14F-4D97-AF65-F5344CB8AC3E}">
        <p14:creationId xmlns:p14="http://schemas.microsoft.com/office/powerpoint/2010/main" val="2596579269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A130206E-A627-CB8A-764D-92D25811A64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130206E-A627-CB8A-764D-92D25811A64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681981" cy="777668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97000" y="1879135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1879134"/>
            <a:ext cx="1979803" cy="872457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C34354-C0EB-5945-AFD5-A2D58387F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71789" y="2996245"/>
            <a:ext cx="1979803" cy="872457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9764B34-0C9E-F142-AE33-2BB0092D96BB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7225717" y="1879132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95B7205-A740-D14B-A341-06B8739D3D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71789" y="4082644"/>
            <a:ext cx="1979803" cy="872457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E777487-0BC7-A844-8B2D-2966256C690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71789" y="5199754"/>
            <a:ext cx="1979803" cy="872457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801917D5-2BCE-BD41-AC80-F6B710579EB5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2897000" y="4172127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DF22F1A-0ED8-4445-818B-E62A1C42E187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7225717" y="4172124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</p:spTree>
    <p:extLst>
      <p:ext uri="{BB962C8B-B14F-4D97-AF65-F5344CB8AC3E}">
        <p14:creationId xmlns:p14="http://schemas.microsoft.com/office/powerpoint/2010/main" val="288846575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75B51DC7-3D0F-466C-E140-9EA4D21E54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5B51DC7-3D0F-466C-E140-9EA4D21E54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681981" cy="777668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8" y="1879134"/>
            <a:ext cx="4228051" cy="417787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612463" y="1898203"/>
            <a:ext cx="5026188" cy="953797"/>
          </a:xfrm>
          <a:solidFill>
            <a:schemeClr val="accent4">
              <a:lumMod val="20000"/>
              <a:lumOff val="80000"/>
            </a:schemeClr>
          </a:solidFill>
        </p:spPr>
        <p:txBody>
          <a:bodyPr lIns="72000" tIns="36000" rIns="1080000" bIns="36000" anchor="ctr" anchorCtr="0"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C34354-C0EB-5945-AFD5-A2D58387F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612463" y="2966540"/>
            <a:ext cx="5026188" cy="953797"/>
          </a:xfrm>
          <a:solidFill>
            <a:schemeClr val="accent4">
              <a:lumMod val="20000"/>
              <a:lumOff val="80000"/>
            </a:schemeClr>
          </a:solidFill>
        </p:spPr>
        <p:txBody>
          <a:bodyPr lIns="72000" tIns="36000" rIns="1080000" bIns="36000" anchor="ctr" anchorCtr="0"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95B7205-A740-D14B-A341-06B8739D3D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612463" y="4034876"/>
            <a:ext cx="5026188" cy="953797"/>
          </a:xfrm>
          <a:solidFill>
            <a:schemeClr val="accent4">
              <a:lumMod val="20000"/>
              <a:lumOff val="80000"/>
            </a:schemeClr>
          </a:solidFill>
        </p:spPr>
        <p:txBody>
          <a:bodyPr lIns="72000" tIns="36000" rIns="1080000" bIns="36000" anchor="ctr" anchorCtr="0"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E777487-0BC7-A844-8B2D-2966256C690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612463" y="5103215"/>
            <a:ext cx="5026188" cy="953797"/>
          </a:xfrm>
          <a:solidFill>
            <a:schemeClr val="accent4">
              <a:lumMod val="20000"/>
              <a:lumOff val="80000"/>
            </a:schemeClr>
          </a:solidFill>
        </p:spPr>
        <p:txBody>
          <a:bodyPr lIns="72000" tIns="36000" rIns="1080000" bIns="36000" anchor="ctr" anchorCtr="0"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15E0ED30-9498-49A0-7E1D-3F2280F81DD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373583" y="1898203"/>
            <a:ext cx="1041279" cy="939359"/>
          </a:xfrm>
          <a:solidFill>
            <a:schemeClr val="accent1">
              <a:lumMod val="75000"/>
            </a:schemeClr>
          </a:solidFill>
        </p:spPr>
        <p:txBody>
          <a:bodyPr lIns="36000" tIns="36000" rIns="36000" bIns="36000" anchor="ctr" anchorCtr="0">
            <a:noAutofit/>
          </a:bodyPr>
          <a:lstStyle>
            <a:lvl1pPr marL="0" indent="0" algn="ctr" rtl="0">
              <a:lnSpc>
                <a:spcPts val="2933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130000"/>
              <a:buFontTx/>
              <a:buNone/>
              <a:defRPr sz="2667" b="1" baseline="0">
                <a:solidFill>
                  <a:schemeClr val="bg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45%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7219A8F7-2D9D-6B4B-6AB1-CC71F71E441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373583" y="2966539"/>
            <a:ext cx="1041279" cy="939360"/>
          </a:xfrm>
          <a:solidFill>
            <a:schemeClr val="accent1"/>
          </a:solidFill>
        </p:spPr>
        <p:txBody>
          <a:bodyPr lIns="36000" tIns="36000" rIns="36000" bIns="36000" anchor="ctr" anchorCtr="0">
            <a:noAutofit/>
          </a:bodyPr>
          <a:lstStyle>
            <a:lvl1pPr marL="0" indent="0" algn="ctr" rtl="0">
              <a:lnSpc>
                <a:spcPts val="2933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130000"/>
              <a:buFontTx/>
              <a:buNone/>
              <a:defRPr sz="2667" b="1" baseline="0">
                <a:solidFill>
                  <a:schemeClr val="bg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25%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FDA483DF-69C2-5C03-BA3A-82118CBB198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73583" y="4034876"/>
            <a:ext cx="1041279" cy="953797"/>
          </a:xfrm>
          <a:solidFill>
            <a:schemeClr val="accent1">
              <a:lumMod val="60000"/>
              <a:lumOff val="40000"/>
            </a:schemeClr>
          </a:solidFill>
        </p:spPr>
        <p:txBody>
          <a:bodyPr lIns="36000" tIns="36000" rIns="36000" bIns="36000" anchor="ctr" anchorCtr="0">
            <a:noAutofit/>
          </a:bodyPr>
          <a:lstStyle>
            <a:lvl1pPr marL="0" indent="0" algn="ctr" rtl="0">
              <a:lnSpc>
                <a:spcPts val="2933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130000"/>
              <a:buFontTx/>
              <a:buNone/>
              <a:defRPr sz="2667" b="1" baseline="0">
                <a:solidFill>
                  <a:schemeClr val="bg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10%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48CE781A-7EDF-BD23-3EA4-4907981E3D6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73583" y="5103215"/>
            <a:ext cx="1041279" cy="953797"/>
          </a:xfrm>
          <a:solidFill>
            <a:schemeClr val="accent1">
              <a:lumMod val="20000"/>
              <a:lumOff val="80000"/>
            </a:schemeClr>
          </a:solidFill>
        </p:spPr>
        <p:txBody>
          <a:bodyPr lIns="36000" tIns="36000" rIns="36000" bIns="36000" anchor="ctr" anchorCtr="0">
            <a:noAutofit/>
          </a:bodyPr>
          <a:lstStyle>
            <a:lvl1pPr marL="0" indent="0" algn="ctr" rtl="0">
              <a:lnSpc>
                <a:spcPts val="2933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130000"/>
              <a:buFontTx/>
              <a:buNone/>
              <a:defRPr sz="2667" b="1" baseline="0">
                <a:solidFill>
                  <a:schemeClr val="accent6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10%</a:t>
            </a:r>
          </a:p>
        </p:txBody>
      </p:sp>
    </p:spTree>
    <p:extLst>
      <p:ext uri="{BB962C8B-B14F-4D97-AF65-F5344CB8AC3E}">
        <p14:creationId xmlns:p14="http://schemas.microsoft.com/office/powerpoint/2010/main" val="4159146290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ex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13" name="Segnaposto testo 4">
            <a:extLst>
              <a:ext uri="{FF2B5EF4-FFF2-40B4-BE49-F238E27FC236}">
                <a16:creationId xmlns:a16="http://schemas.microsoft.com/office/drawing/2014/main" id="{47B316B5-43F8-E543-BD70-DCA368A9E5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20537" y="2932631"/>
            <a:ext cx="8858775" cy="3188243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0" indent="0"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0" i="0" kern="1200" cap="all" spc="115" baseline="0">
                <a:solidFill>
                  <a:schemeClr val="accent2"/>
                </a:solidFill>
                <a:latin typeface="+mn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5pPr>
          </a:lstStyle>
          <a:p>
            <a:pPr lvl="0"/>
            <a:r>
              <a:rPr lang="en-GB" noProof="0"/>
              <a:t>Lorem ipsum</a:t>
            </a:r>
          </a:p>
          <a:p>
            <a:pPr lvl="0"/>
            <a:r>
              <a:rPr lang="en-GB" noProof="0" err="1"/>
              <a:t>Dolor</a:t>
            </a:r>
            <a:r>
              <a:rPr lang="en-GB" noProof="0"/>
              <a:t> sit </a:t>
            </a:r>
            <a:r>
              <a:rPr lang="en-GB" noProof="0" err="1"/>
              <a:t>amet</a:t>
            </a:r>
            <a:endParaRPr lang="en-GB" noProof="0"/>
          </a:p>
          <a:p>
            <a:pPr lvl="0"/>
            <a:r>
              <a:rPr lang="en-GB" noProof="0" err="1"/>
              <a:t>Consectetuer</a:t>
            </a:r>
            <a:endParaRPr lang="en-GB" noProof="0"/>
          </a:p>
          <a:p>
            <a:pPr lvl="0"/>
            <a:r>
              <a:rPr lang="en-GB" noProof="0" err="1"/>
              <a:t>Adipiscing</a:t>
            </a:r>
            <a:r>
              <a:rPr lang="en-GB" noProof="0"/>
              <a:t> </a:t>
            </a:r>
            <a:r>
              <a:rPr lang="en-GB" noProof="0" err="1"/>
              <a:t>elit</a:t>
            </a:r>
            <a:endParaRPr lang="en-GB" noProof="0"/>
          </a:p>
        </p:txBody>
      </p:sp>
      <p:sp>
        <p:nvSpPr>
          <p:cNvPr id="14" name="Segnaposto testo 4">
            <a:extLst>
              <a:ext uri="{FF2B5EF4-FFF2-40B4-BE49-F238E27FC236}">
                <a16:creationId xmlns:a16="http://schemas.microsoft.com/office/drawing/2014/main" id="{17020B84-4BAC-8745-AA75-190D9EFEF5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87" y="2932631"/>
            <a:ext cx="492155" cy="3188243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0" indent="0"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0" i="0" kern="1200" cap="none" spc="115" baseline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508" b="1" i="0">
                <a:solidFill>
                  <a:schemeClr val="bg2"/>
                </a:solidFill>
              </a:defRPr>
            </a:lvl5pPr>
          </a:lstStyle>
          <a:p>
            <a:pPr lvl="0"/>
            <a:r>
              <a:rPr lang="en-GB" noProof="0"/>
              <a:t>01.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46F653-613F-1D17-3EFE-3D16573CF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07618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ggetto 4" hidden="1">
            <a:extLst>
              <a:ext uri="{FF2B5EF4-FFF2-40B4-BE49-F238E27FC236}">
                <a16:creationId xmlns:a16="http://schemas.microsoft.com/office/drawing/2014/main" id="{414C026D-00DE-4F87-82EA-B345DA3E35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90988498"/>
              </p:ext>
            </p:ext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4" imgW="270" imgH="270" progId="TCLayout.ActiveDocument.1">
                  <p:embed/>
                </p:oleObj>
              </mc:Choice>
              <mc:Fallback>
                <p:oleObj name="Diapositive think-cell" r:id="rId4" imgW="270" imgH="270" progId="TCLayout.ActiveDocument.1">
                  <p:embed/>
                  <p:pic>
                    <p:nvPicPr>
                      <p:cNvPr id="5" name="Oggetto 4" hidden="1">
                        <a:extLst>
                          <a:ext uri="{FF2B5EF4-FFF2-40B4-BE49-F238E27FC236}">
                            <a16:creationId xmlns:a16="http://schemas.microsoft.com/office/drawing/2014/main" id="{414C026D-00DE-4F87-82EA-B345DA3E35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ttangolo 3" hidden="1">
            <a:extLst>
              <a:ext uri="{FF2B5EF4-FFF2-40B4-BE49-F238E27FC236}">
                <a16:creationId xmlns:a16="http://schemas.microsoft.com/office/drawing/2014/main" id="{6DBF90D3-D96B-4ECC-B2E3-8C19AC43BDA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" y="1"/>
            <a:ext cx="158751" cy="158751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/>
            <a:endParaRPr lang="en-US" sz="2000" b="0" i="0" baseline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Title Placeholder 14">
            <a:extLst>
              <a:ext uri="{FF2B5EF4-FFF2-40B4-BE49-F238E27FC236}">
                <a16:creationId xmlns:a16="http://schemas.microsoft.com/office/drawing/2014/main" id="{5F564D69-2640-42CA-ABC9-E06ECD2A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005" y="390865"/>
            <a:ext cx="11182248" cy="55745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6660172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C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9D2604A2-FA73-1130-4A93-885B3FCF61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2369" y="-26317"/>
            <a:ext cx="1263941" cy="539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288809-455F-4842-BBD7-E6150C6259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7004304" cy="430744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divider title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7004304" cy="2616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cap="all" spc="53" baseline="0">
                <a:solidFill>
                  <a:schemeClr val="accent1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9FDEF27-3E78-1D4B-8408-36D9106C0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93877" y="1700366"/>
            <a:ext cx="4398123" cy="36909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6666"/>
              </a:lnSpc>
              <a:spcBef>
                <a:spcPts val="0"/>
              </a:spcBef>
              <a:buNone/>
              <a:defRPr sz="26666" b="1" kern="0" spc="-400" baseline="0">
                <a:solidFill>
                  <a:schemeClr val="accent5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08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AD562-A8FE-AB9C-A4A9-E0FD0461BA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11" name="Picture 10" descr="A picture containing logo&#10;&#10;Description automatically generated">
            <a:extLst>
              <a:ext uri="{FF2B5EF4-FFF2-40B4-BE49-F238E27FC236}">
                <a16:creationId xmlns:a16="http://schemas.microsoft.com/office/drawing/2014/main" id="{21E2851E-39EE-B888-74A3-8986000959F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32533" y="6146800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62437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99DDEE51-838F-A2EA-52F3-61356F54F5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16177" cy="519341"/>
          </a:xfrm>
          <a:prstGeom prst="rect">
            <a:avLst/>
          </a:prstGeom>
        </p:spPr>
      </p:pic>
      <p:pic>
        <p:nvPicPr>
          <p:cNvPr id="9" name="Picture 8" descr="Shape&#10;&#10;Description automatically generated">
            <a:extLst>
              <a:ext uri="{FF2B5EF4-FFF2-40B4-BE49-F238E27FC236}">
                <a16:creationId xmlns:a16="http://schemas.microsoft.com/office/drawing/2014/main" id="{9A288809-455F-4842-BBD7-E6150C6259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7004304" cy="4307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divider title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7004304" cy="2616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cap="all" spc="53" baseline="0">
                <a:solidFill>
                  <a:schemeClr val="bg2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9FDEF27-3E78-1D4B-8408-36D9106C0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93877" y="1700366"/>
            <a:ext cx="4398123" cy="36909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6666"/>
              </a:lnSpc>
              <a:spcBef>
                <a:spcPts val="0"/>
              </a:spcBef>
              <a:buNone/>
              <a:defRPr sz="26666" b="1" kern="0" spc="-400" baseline="0">
                <a:solidFill>
                  <a:schemeClr val="accent1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08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EC088E-E958-2444-E55E-3696A410612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D75BF6FD-F0D8-044A-89D1-23DDEE87B09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32533" y="6155447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396371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s and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64628" y="1878961"/>
            <a:ext cx="4966193" cy="235064"/>
          </a:xfrm>
        </p:spPr>
        <p:txBody>
          <a:bodyPr>
            <a:noAutofit/>
          </a:bodyPr>
          <a:lstStyle>
            <a:lvl1pPr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1"/>
            <a:ext cx="10559032" cy="7776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64626" y="2231591"/>
            <a:ext cx="4966193" cy="1097019"/>
          </a:xfrm>
        </p:spPr>
        <p:txBody>
          <a:bodyPr>
            <a:noAutofit/>
          </a:bodyPr>
          <a:lstStyle>
            <a:lvl1pPr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D10ECE5-9F3E-7C4E-9012-95918EA1F8D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64627" y="3429002"/>
            <a:ext cx="4966192" cy="2510405"/>
          </a:xfrm>
        </p:spPr>
        <p:txBody>
          <a:bodyPr/>
          <a:lstStyle>
            <a:lvl1pPr marL="228594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1pPr>
            <a:lvl2pPr marL="749911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2pPr>
            <a:lvl3pPr marL="1271228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3pPr>
            <a:lvl4pPr marL="1792545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4pPr>
            <a:lvl5pPr marL="2313862" indent="-228594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F74D6CA-803E-1D4F-A762-02CC5FF73C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7" y="1732039"/>
            <a:ext cx="2595528" cy="420736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DA397BD-B1CD-4030-E9B6-DBBC2B2FA5E6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392792" y="1732039"/>
            <a:ext cx="2595528" cy="420736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066862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F44A04A-95E2-3B45-A3B9-EBD92AF8E8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47124" y="2635794"/>
            <a:ext cx="10632075" cy="25011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spcBef>
                <a:spcPts val="0"/>
              </a:spcBef>
              <a:buNone/>
              <a:defRPr sz="1467" b="0" kern="0" spc="53" baseline="0">
                <a:solidFill>
                  <a:schemeClr val="bg2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</a:t>
            </a:r>
            <a:r>
              <a:rPr lang="en-GB" err="1"/>
              <a:t>ispum</a:t>
            </a:r>
            <a:r>
              <a:rPr lang="en-GB"/>
              <a:t>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 </a:t>
            </a:r>
            <a:r>
              <a:rPr lang="en-GB" err="1"/>
              <a:t>consectetur</a:t>
            </a:r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10632076" cy="4307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Presentation title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62D12-62C6-B34D-BB51-1A63ACD6F3D9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124" y="6092491"/>
            <a:ext cx="3583939" cy="250563"/>
          </a:xfrm>
        </p:spPr>
        <p:txBody>
          <a:bodyPr/>
          <a:lstStyle/>
          <a:p>
            <a:fld id="{F5E8AD73-F7E8-CF4A-8555-B6CA25430F3F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10632075" cy="25056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spc="53" baseline="0">
                <a:solidFill>
                  <a:schemeClr val="bg2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35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FDBBB496-6610-A398-EB22-1A060E042C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7485770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DBBB496-6610-A398-EB22-1A060E042C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88" y="1878961"/>
            <a:ext cx="6364448" cy="235064"/>
          </a:xfrm>
        </p:spPr>
        <p:txBody>
          <a:bodyPr>
            <a:noAutofit/>
          </a:bodyPr>
          <a:lstStyle>
            <a:lvl1pPr rtl="0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EC26C9-3F09-D34E-94B0-FF161A79BA0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1787" y="3020798"/>
            <a:ext cx="6062444" cy="1386220"/>
          </a:xfrm>
        </p:spPr>
        <p:txBody>
          <a:bodyPr/>
          <a:lstStyle>
            <a:lvl1pPr rtl="0">
              <a:defRPr>
                <a:solidFill>
                  <a:schemeClr val="accent2"/>
                </a:solidFill>
              </a:defRPr>
            </a:lvl1pPr>
            <a:lvl2pPr rtl="0">
              <a:defRPr>
                <a:solidFill>
                  <a:schemeClr val="accent2"/>
                </a:solidFill>
              </a:defRPr>
            </a:lvl2pPr>
            <a:lvl3pPr rtl="0">
              <a:defRPr>
                <a:solidFill>
                  <a:schemeClr val="accent2"/>
                </a:solidFill>
              </a:defRPr>
            </a:lvl3pPr>
            <a:lvl4pPr rtl="0">
              <a:defRPr>
                <a:solidFill>
                  <a:schemeClr val="accent2"/>
                </a:solidFill>
              </a:defRPr>
            </a:lvl4pPr>
            <a:lvl5pPr rtl="0"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787" y="2231593"/>
            <a:ext cx="6364448" cy="598295"/>
          </a:xfrm>
        </p:spPr>
        <p:txBody>
          <a:bodyPr>
            <a:noAutofit/>
          </a:bodyPr>
          <a:lstStyle>
            <a:lvl1pPr rtl="0"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D10ECE5-9F3E-7C4E-9012-95918EA1F8D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71787" y="4553187"/>
            <a:ext cx="6062444" cy="1386220"/>
          </a:xfrm>
        </p:spPr>
        <p:txBody>
          <a:bodyPr/>
          <a:lstStyle>
            <a:lvl1pPr marL="228589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1pPr>
            <a:lvl2pPr marL="749892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2pPr>
            <a:lvl3pPr marL="1271196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3pPr>
            <a:lvl4pPr marL="1792501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4pPr>
            <a:lvl5pPr marL="2313805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F74D6CA-803E-1D4F-A762-02CC5FF73C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25717" y="3980"/>
            <a:ext cx="4966283" cy="6854021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</p:spTree>
    <p:extLst>
      <p:ext uri="{BB962C8B-B14F-4D97-AF65-F5344CB8AC3E}">
        <p14:creationId xmlns:p14="http://schemas.microsoft.com/office/powerpoint/2010/main" val="272760571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and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DC2F651-CD72-BDE5-D2CB-8DFDF4427F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44423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DC2F651-CD72-BDE5-D2CB-8DFDF4427F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64629" y="1878961"/>
            <a:ext cx="4966193" cy="235064"/>
          </a:xfrm>
        </p:spPr>
        <p:txBody>
          <a:bodyPr>
            <a:noAutofit/>
          </a:bodyPr>
          <a:lstStyle>
            <a:lvl1pPr rtl="0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2"/>
            <a:ext cx="10559032" cy="777668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64628" y="2231592"/>
            <a:ext cx="4966193" cy="1097019"/>
          </a:xfrm>
        </p:spPr>
        <p:txBody>
          <a:bodyPr>
            <a:noAutofit/>
          </a:bodyPr>
          <a:lstStyle>
            <a:lvl1pPr rtl="0"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D10ECE5-9F3E-7C4E-9012-95918EA1F8D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64627" y="3429003"/>
            <a:ext cx="4966192" cy="2510405"/>
          </a:xfrm>
        </p:spPr>
        <p:txBody>
          <a:bodyPr/>
          <a:lstStyle>
            <a:lvl1pPr marL="228589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1pPr>
            <a:lvl2pPr marL="749892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2pPr>
            <a:lvl3pPr marL="1271196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3pPr>
            <a:lvl4pPr marL="1792501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4pPr>
            <a:lvl5pPr marL="2313805" indent="-228589" rtl="0"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F74D6CA-803E-1D4F-A762-02CC5FF73C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7" y="1732041"/>
            <a:ext cx="2595528" cy="420736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DA397BD-B1CD-4030-E9B6-DBBC2B2FA5E6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392792" y="1732041"/>
            <a:ext cx="2595528" cy="420736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</p:spTree>
    <p:extLst>
      <p:ext uri="{BB962C8B-B14F-4D97-AF65-F5344CB8AC3E}">
        <p14:creationId xmlns:p14="http://schemas.microsoft.com/office/powerpoint/2010/main" val="892069177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and Text Special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009278B-A277-F71F-A417-074C27FF33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13405418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09278B-A277-F71F-A417-074C27FF33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6285" y="1878961"/>
            <a:ext cx="4687883" cy="235064"/>
          </a:xfrm>
        </p:spPr>
        <p:txBody>
          <a:bodyPr>
            <a:noAutofit/>
          </a:bodyPr>
          <a:lstStyle>
            <a:lvl1pPr rtl="0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2"/>
            <a:ext cx="9932380" cy="777668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F74D6CA-803E-1D4F-A762-02CC5FF73C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7" y="1732041"/>
            <a:ext cx="4966191" cy="2128761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5D81D3F-B8FC-5DA5-EF02-B6AE745B81A5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5737978" y="3860802"/>
            <a:ext cx="4966191" cy="2128761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rm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7CEFC3EB-2DDF-E0AD-B557-E9F8C09F8C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16285" y="2241333"/>
            <a:ext cx="4687883" cy="1361096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71FED65D-5255-E5C5-3F43-7383527D823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1788" y="4091921"/>
            <a:ext cx="4687883" cy="235064"/>
          </a:xfrm>
        </p:spPr>
        <p:txBody>
          <a:bodyPr>
            <a:noAutofit/>
          </a:bodyPr>
          <a:lstStyle>
            <a:lvl1pPr algn="r" rtl="0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8DC7EF0C-B682-821D-4C1E-A19A9B63A9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71785" y="4454293"/>
            <a:ext cx="4687883" cy="1361096"/>
          </a:xfrm>
        </p:spPr>
        <p:txBody>
          <a:bodyPr>
            <a:noAutofit/>
          </a:bodyPr>
          <a:lstStyle>
            <a:lvl1pPr marL="0" indent="0" algn="r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89710222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BD4C8BC-981B-F48A-1B92-B3C628AA6F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6386039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BD4C8BC-981B-F48A-1B92-B3C628AA6F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90" y="1878962"/>
            <a:ext cx="3993159" cy="577095"/>
          </a:xfrm>
        </p:spPr>
        <p:txBody>
          <a:bodyPr>
            <a:noAutofit/>
          </a:bodyPr>
          <a:lstStyle>
            <a:lvl1pPr rtl="0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2"/>
            <a:ext cx="11028727" cy="777668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EC26C9-3F09-D34E-94B0-FF161A79BA0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55764" y="1878962"/>
            <a:ext cx="6744749" cy="4241913"/>
          </a:xfrm>
        </p:spPr>
        <p:txBody>
          <a:bodyPr/>
          <a:lstStyle>
            <a:lvl1pPr rtl="0">
              <a:defRPr>
                <a:solidFill>
                  <a:schemeClr val="accent2"/>
                </a:solidFill>
              </a:defRPr>
            </a:lvl1pPr>
            <a:lvl2pPr rtl="0">
              <a:defRPr>
                <a:solidFill>
                  <a:schemeClr val="accent2"/>
                </a:solidFill>
              </a:defRPr>
            </a:lvl2pPr>
            <a:lvl3pPr rtl="0">
              <a:defRPr>
                <a:solidFill>
                  <a:schemeClr val="accent2"/>
                </a:solidFill>
              </a:defRPr>
            </a:lvl3pPr>
            <a:lvl4pPr rtl="0">
              <a:defRPr>
                <a:solidFill>
                  <a:schemeClr val="accent2"/>
                </a:solidFill>
              </a:defRPr>
            </a:lvl4pPr>
            <a:lvl5pPr rtl="0"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789" y="2489614"/>
            <a:ext cx="3993159" cy="2633265"/>
          </a:xfrm>
        </p:spPr>
        <p:txBody>
          <a:bodyPr>
            <a:noAutofit/>
          </a:bodyPr>
          <a:lstStyle>
            <a:lvl1pPr rtl="0"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</p:spTree>
    <p:extLst>
      <p:ext uri="{BB962C8B-B14F-4D97-AF65-F5344CB8AC3E}">
        <p14:creationId xmlns:p14="http://schemas.microsoft.com/office/powerpoint/2010/main" val="474513114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28D1204-A4B0-1026-41F8-5C00DFB5186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2632897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28D1204-A4B0-1026-41F8-5C00DFB5186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90" y="1878962"/>
            <a:ext cx="3993159" cy="577095"/>
          </a:xfrm>
        </p:spPr>
        <p:txBody>
          <a:bodyPr>
            <a:noAutofit/>
          </a:bodyPr>
          <a:lstStyle>
            <a:lvl1pPr rtl="0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234569" cy="657001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789" y="2489614"/>
            <a:ext cx="3993159" cy="2633265"/>
          </a:xfrm>
        </p:spPr>
        <p:txBody>
          <a:bodyPr>
            <a:noAutofit/>
          </a:bodyPr>
          <a:lstStyle>
            <a:lvl1pPr rtl="0"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71628" y="1436537"/>
            <a:ext cx="2528991" cy="249664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17151" y="4016719"/>
            <a:ext cx="2125764" cy="1833205"/>
          </a:xfrm>
        </p:spPr>
        <p:txBody>
          <a:bodyPr>
            <a:noAutofit/>
          </a:bodyPr>
          <a:lstStyle>
            <a:lvl1pPr marL="0" indent="0" rtl="0">
              <a:lnSpc>
                <a:spcPts val="1600"/>
              </a:lnSpc>
              <a:spcBef>
                <a:spcPts val="0"/>
              </a:spcBef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FD6A78D7-E4C9-7D4A-85AB-919AEA3981AC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8477367" y="1436537"/>
            <a:ext cx="2528991" cy="249664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443360F8-C1BD-5949-90A6-727770BFEDB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690443" y="4016719"/>
            <a:ext cx="2125764" cy="1833205"/>
          </a:xfrm>
        </p:spPr>
        <p:txBody>
          <a:bodyPr>
            <a:noAutofit/>
          </a:bodyPr>
          <a:lstStyle>
            <a:lvl1pPr marL="0" indent="0" rtl="0">
              <a:lnSpc>
                <a:spcPts val="1600"/>
              </a:lnSpc>
              <a:spcBef>
                <a:spcPts val="0"/>
              </a:spcBef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4082146094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D143B76E-D33C-B721-51F9-26972A22EB4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3116374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143B76E-D33C-B721-51F9-26972A22EB4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90" y="1878962"/>
            <a:ext cx="2199449" cy="577095"/>
          </a:xfrm>
        </p:spPr>
        <p:txBody>
          <a:bodyPr>
            <a:noAutofit/>
          </a:bodyPr>
          <a:lstStyle>
            <a:lvl1pPr rtl="0"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2"/>
            <a:ext cx="10648428" cy="607303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789" y="2489614"/>
            <a:ext cx="2199449" cy="2633265"/>
          </a:xfrm>
        </p:spPr>
        <p:txBody>
          <a:bodyPr>
            <a:noAutofit/>
          </a:bodyPr>
          <a:lstStyle>
            <a:lvl1pPr rtl="0"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Lorem ipsum dolor sit amet.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23452" y="1436535"/>
            <a:ext cx="8096763" cy="3686343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3452" y="5256108"/>
            <a:ext cx="8096763" cy="767645"/>
          </a:xfrm>
        </p:spPr>
        <p:txBody>
          <a:bodyPr>
            <a:noAutofit/>
          </a:bodyPr>
          <a:lstStyle>
            <a:lvl1pPr marL="0" indent="0" rtl="0">
              <a:lnSpc>
                <a:spcPts val="1600"/>
              </a:lnSpc>
              <a:spcBef>
                <a:spcPts val="0"/>
              </a:spcBef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502660934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B297550-A6AC-B3CA-4C7C-B7FB77DBFBE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83966473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B297550-A6AC-B3CA-4C7C-B7FB77DBFB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648425" cy="777668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9" y="1834391"/>
            <a:ext cx="10648425" cy="3601676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5589839"/>
            <a:ext cx="10648425" cy="662756"/>
          </a:xfrm>
        </p:spPr>
        <p:txBody>
          <a:bodyPr>
            <a:noAutofit/>
          </a:bodyPr>
          <a:lstStyle>
            <a:lvl1pPr marL="0" indent="0" rtl="0">
              <a:lnSpc>
                <a:spcPts val="1600"/>
              </a:lnSpc>
              <a:spcBef>
                <a:spcPts val="0"/>
              </a:spcBef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2942877804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B8FDC788-78BE-AA1B-E3DA-3E626BFDBC8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4278931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8FDC788-78BE-AA1B-E3DA-3E626BFDBC8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96999" y="1879134"/>
            <a:ext cx="6364448" cy="440701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1879134"/>
            <a:ext cx="1979803" cy="1110169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C34354-C0EB-5945-AFD5-A2D58387F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73301" y="4248572"/>
            <a:ext cx="1979803" cy="1110169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9764B34-0C9E-F142-AE33-2BB0092D96BB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7192161" y="760601"/>
            <a:ext cx="4228051" cy="3377968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</p:spTree>
    <p:extLst>
      <p:ext uri="{BB962C8B-B14F-4D97-AF65-F5344CB8AC3E}">
        <p14:creationId xmlns:p14="http://schemas.microsoft.com/office/powerpoint/2010/main" val="2647930809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5B2FF758-E9A1-450A-534E-44FDDFE09B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45851171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B2FF758-E9A1-450A-534E-44FDDFE09B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97000" y="1879134"/>
            <a:ext cx="4228051" cy="440701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1879134"/>
            <a:ext cx="1979803" cy="872457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C34354-C0EB-5945-AFD5-A2D58387F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71789" y="2996243"/>
            <a:ext cx="1979803" cy="1110169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9764B34-0C9E-F142-AE33-2BB0092D96BB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7192161" y="760602"/>
            <a:ext cx="4228051" cy="4407017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</p:spTree>
    <p:extLst>
      <p:ext uri="{BB962C8B-B14F-4D97-AF65-F5344CB8AC3E}">
        <p14:creationId xmlns:p14="http://schemas.microsoft.com/office/powerpoint/2010/main" val="332291076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A130206E-A627-CB8A-764D-92D25811A64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79034953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130206E-A627-CB8A-764D-92D25811A64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681981" cy="777668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97000" y="1879135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1879134"/>
            <a:ext cx="1979803" cy="872457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C34354-C0EB-5945-AFD5-A2D58387F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71789" y="2996245"/>
            <a:ext cx="1979803" cy="872457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9764B34-0C9E-F142-AE33-2BB0092D96BB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7225717" y="1879132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95B7205-A740-D14B-A341-06B8739D3D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71789" y="4082644"/>
            <a:ext cx="1979803" cy="872457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E777487-0BC7-A844-8B2D-2966256C690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71789" y="5199754"/>
            <a:ext cx="1979803" cy="872457"/>
          </a:xfrm>
        </p:spPr>
        <p:txBody>
          <a:bodyPr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801917D5-2BCE-BD41-AC80-F6B710579EB5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2897000" y="4172127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DF22F1A-0ED8-4445-818B-E62A1C42E187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7225717" y="4172124"/>
            <a:ext cx="4228051" cy="220350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</p:spTree>
    <p:extLst>
      <p:ext uri="{BB962C8B-B14F-4D97-AF65-F5344CB8AC3E}">
        <p14:creationId xmlns:p14="http://schemas.microsoft.com/office/powerpoint/2010/main" val="1646871437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75B51DC7-3D0F-466C-E140-9EA4D21E54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90854443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225" imgH="225" progId="TCLayout.ActiveDocument.1">
                  <p:embed/>
                </p:oleObj>
              </mc:Choice>
              <mc:Fallback>
                <p:oleObj name="Diapositive think-cell" r:id="rId3" imgW="225" imgH="22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5B51DC7-3D0F-466C-E140-9EA4D21E54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rtl="0"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681981" cy="777668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8" y="1879134"/>
            <a:ext cx="4228051" cy="4177879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 rtl="0"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612463" y="1898203"/>
            <a:ext cx="5026188" cy="953797"/>
          </a:xfrm>
          <a:solidFill>
            <a:schemeClr val="accent4">
              <a:lumMod val="20000"/>
              <a:lumOff val="80000"/>
            </a:schemeClr>
          </a:solidFill>
        </p:spPr>
        <p:txBody>
          <a:bodyPr lIns="72000" tIns="36000" rIns="1080000" bIns="36000" anchor="ctr" anchorCtr="0"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C34354-C0EB-5945-AFD5-A2D58387F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612463" y="2966540"/>
            <a:ext cx="5026188" cy="953797"/>
          </a:xfrm>
          <a:solidFill>
            <a:schemeClr val="accent4">
              <a:lumMod val="20000"/>
              <a:lumOff val="80000"/>
            </a:schemeClr>
          </a:solidFill>
        </p:spPr>
        <p:txBody>
          <a:bodyPr lIns="72000" tIns="36000" rIns="1080000" bIns="36000" anchor="ctr" anchorCtr="0"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95B7205-A740-D14B-A341-06B8739D3D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612463" y="4034876"/>
            <a:ext cx="5026188" cy="953797"/>
          </a:xfrm>
          <a:solidFill>
            <a:schemeClr val="accent4">
              <a:lumMod val="20000"/>
              <a:lumOff val="80000"/>
            </a:schemeClr>
          </a:solidFill>
        </p:spPr>
        <p:txBody>
          <a:bodyPr lIns="72000" tIns="36000" rIns="1080000" bIns="36000" anchor="ctr" anchorCtr="0"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E777487-0BC7-A844-8B2D-2966256C690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612463" y="5103215"/>
            <a:ext cx="5026188" cy="953797"/>
          </a:xfrm>
          <a:solidFill>
            <a:schemeClr val="accent4">
              <a:lumMod val="20000"/>
              <a:lumOff val="80000"/>
            </a:schemeClr>
          </a:solidFill>
        </p:spPr>
        <p:txBody>
          <a:bodyPr lIns="72000" tIns="36000" rIns="1080000" bIns="36000" anchor="ctr" anchorCtr="0">
            <a:noAutofit/>
          </a:bodyPr>
          <a:lstStyle>
            <a:lvl1pPr marL="0" indent="0" rtl="0">
              <a:lnSpc>
                <a:spcPts val="1467"/>
              </a:lnSpc>
              <a:spcBef>
                <a:spcPts val="0"/>
              </a:spcBef>
              <a:spcAft>
                <a:spcPts val="267"/>
              </a:spcAft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15E0ED30-9498-49A0-7E1D-3F2280F81DD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373583" y="1898203"/>
            <a:ext cx="1041279" cy="939359"/>
          </a:xfrm>
          <a:solidFill>
            <a:schemeClr val="accent1">
              <a:lumMod val="75000"/>
            </a:schemeClr>
          </a:solidFill>
        </p:spPr>
        <p:txBody>
          <a:bodyPr lIns="36000" tIns="36000" rIns="36000" bIns="36000" anchor="ctr" anchorCtr="0">
            <a:noAutofit/>
          </a:bodyPr>
          <a:lstStyle>
            <a:lvl1pPr marL="0" indent="0" algn="ctr" rtl="0">
              <a:lnSpc>
                <a:spcPts val="2933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130000"/>
              <a:buFontTx/>
              <a:buNone/>
              <a:defRPr sz="2667" b="1" baseline="0">
                <a:solidFill>
                  <a:schemeClr val="bg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45%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7219A8F7-2D9D-6B4B-6AB1-CC71F71E441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373583" y="2966539"/>
            <a:ext cx="1041279" cy="939360"/>
          </a:xfrm>
          <a:solidFill>
            <a:schemeClr val="accent1"/>
          </a:solidFill>
        </p:spPr>
        <p:txBody>
          <a:bodyPr lIns="36000" tIns="36000" rIns="36000" bIns="36000" anchor="ctr" anchorCtr="0">
            <a:noAutofit/>
          </a:bodyPr>
          <a:lstStyle>
            <a:lvl1pPr marL="0" indent="0" algn="ctr" rtl="0">
              <a:lnSpc>
                <a:spcPts val="2933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130000"/>
              <a:buFontTx/>
              <a:buNone/>
              <a:defRPr sz="2667" b="1" baseline="0">
                <a:solidFill>
                  <a:schemeClr val="bg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25%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FDA483DF-69C2-5C03-BA3A-82118CBB198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73583" y="4034876"/>
            <a:ext cx="1041279" cy="953797"/>
          </a:xfrm>
          <a:solidFill>
            <a:schemeClr val="accent1">
              <a:lumMod val="60000"/>
              <a:lumOff val="40000"/>
            </a:schemeClr>
          </a:solidFill>
        </p:spPr>
        <p:txBody>
          <a:bodyPr lIns="36000" tIns="36000" rIns="36000" bIns="36000" anchor="ctr" anchorCtr="0">
            <a:noAutofit/>
          </a:bodyPr>
          <a:lstStyle>
            <a:lvl1pPr marL="0" indent="0" algn="ctr" rtl="0">
              <a:lnSpc>
                <a:spcPts val="2933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130000"/>
              <a:buFontTx/>
              <a:buNone/>
              <a:defRPr sz="2667" b="1" baseline="0">
                <a:solidFill>
                  <a:schemeClr val="bg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10%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48CE781A-7EDF-BD23-3EA4-4907981E3D6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73583" y="5103215"/>
            <a:ext cx="1041279" cy="953797"/>
          </a:xfrm>
          <a:solidFill>
            <a:schemeClr val="accent1">
              <a:lumMod val="20000"/>
              <a:lumOff val="80000"/>
            </a:schemeClr>
          </a:solidFill>
        </p:spPr>
        <p:txBody>
          <a:bodyPr lIns="36000" tIns="36000" rIns="36000" bIns="36000" anchor="ctr" anchorCtr="0">
            <a:noAutofit/>
          </a:bodyPr>
          <a:lstStyle>
            <a:lvl1pPr marL="0" indent="0" algn="ctr" rtl="0">
              <a:lnSpc>
                <a:spcPts val="2933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130000"/>
              <a:buFontTx/>
              <a:buNone/>
              <a:defRPr sz="2667" b="1" baseline="0">
                <a:solidFill>
                  <a:schemeClr val="accent6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10%</a:t>
            </a:r>
          </a:p>
        </p:txBody>
      </p:sp>
    </p:spTree>
    <p:extLst>
      <p:ext uri="{BB962C8B-B14F-4D97-AF65-F5344CB8AC3E}">
        <p14:creationId xmlns:p14="http://schemas.microsoft.com/office/powerpoint/2010/main" val="3792125482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99DDEE51-838F-A2EA-52F3-61356F54F56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0"/>
            <a:ext cx="1216177" cy="519341"/>
          </a:xfrm>
          <a:prstGeom prst="rect">
            <a:avLst/>
          </a:prstGeom>
        </p:spPr>
      </p:pic>
      <p:pic>
        <p:nvPicPr>
          <p:cNvPr id="9" name="Picture 8" descr="Shape&#10;&#10;Description automatically generated">
            <a:extLst>
              <a:ext uri="{FF2B5EF4-FFF2-40B4-BE49-F238E27FC236}">
                <a16:creationId xmlns:a16="http://schemas.microsoft.com/office/drawing/2014/main" id="{9A288809-455F-4842-BBD7-E6150C62596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7004304" cy="4307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divider title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7004304" cy="2616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cap="all" spc="53" baseline="0">
                <a:solidFill>
                  <a:schemeClr val="bg2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9FDEF27-3E78-1D4B-8408-36D9106C0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93877" y="1700366"/>
            <a:ext cx="4398123" cy="36909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6666"/>
              </a:lnSpc>
              <a:spcBef>
                <a:spcPts val="0"/>
              </a:spcBef>
              <a:buNone/>
              <a:defRPr sz="26666" b="1" kern="0" spc="-400" baseline="0">
                <a:solidFill>
                  <a:schemeClr val="accent1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08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EC088E-E958-2444-E55E-3696A410612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D75BF6FD-F0D8-044A-89D1-23DDEE87B09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532533" y="6155447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346814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B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2D716F12-D215-CB00-81D9-7A6FDA4BD0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69" y="-26317"/>
            <a:ext cx="1263941" cy="539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288809-455F-4842-BBD7-E6150C62596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7004304" cy="430744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divider title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7004304" cy="2616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cap="all" spc="53" baseline="0">
                <a:solidFill>
                  <a:schemeClr val="accent1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9FDEF27-3E78-1D4B-8408-36D9106C0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93877" y="1700366"/>
            <a:ext cx="4398123" cy="36909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6666"/>
              </a:lnSpc>
              <a:spcBef>
                <a:spcPts val="0"/>
              </a:spcBef>
              <a:buNone/>
              <a:defRPr sz="26666" b="1" kern="0" spc="-400" baseline="0">
                <a:solidFill>
                  <a:schemeClr val="accent1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08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BD5CC2-C3F3-7D62-C4EA-800A67C61E9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11" name="Picture 10" descr="A picture containing logo&#10;&#10;Description automatically generated">
            <a:extLst>
              <a:ext uri="{FF2B5EF4-FFF2-40B4-BE49-F238E27FC236}">
                <a16:creationId xmlns:a16="http://schemas.microsoft.com/office/drawing/2014/main" id="{A2AD4895-0E77-AB90-E5A1-CE74304945F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532533" y="6146800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64638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C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9D2604A2-FA73-1130-4A93-885B3FCF61A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69" y="-26317"/>
            <a:ext cx="1263941" cy="539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288809-455F-4842-BBD7-E6150C62596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985EF51-2E44-3B49-99C2-79FD245CE0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7125" y="2998256"/>
            <a:ext cx="7004304" cy="430744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divider title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887030A-39E7-CB44-8EC9-6576EA072E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7124" y="3541351"/>
            <a:ext cx="7004304" cy="2616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67" b="0" kern="0" cap="all" spc="53" baseline="0">
                <a:solidFill>
                  <a:schemeClr val="accent1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LOREM ISPUM DOLOR SIT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9FDEF27-3E78-1D4B-8408-36D9106C0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93877" y="1700366"/>
            <a:ext cx="4398123" cy="36909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6666"/>
              </a:lnSpc>
              <a:spcBef>
                <a:spcPts val="0"/>
              </a:spcBef>
              <a:buNone/>
              <a:defRPr sz="26666" b="1" kern="0" spc="-400" baseline="0">
                <a:solidFill>
                  <a:schemeClr val="accent5"/>
                </a:solidFill>
                <a:latin typeface="+mn-lt"/>
              </a:defRPr>
            </a:lvl1pPr>
            <a:lvl2pPr marL="521318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2pPr>
            <a:lvl3pPr marL="1042634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3pPr>
            <a:lvl4pPr marL="1563950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4pPr>
            <a:lvl5pPr marL="2085267" indent="0">
              <a:lnSpc>
                <a:spcPts val="1867"/>
              </a:lnSpc>
              <a:spcBef>
                <a:spcPts val="0"/>
              </a:spcBef>
              <a:buNone/>
              <a:defRPr sz="1333" b="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GB"/>
              <a:t>08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AD562-A8FE-AB9C-A4A9-E0FD0461BA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11" name="Picture 10" descr="A picture containing logo&#10;&#10;Description automatically generated">
            <a:extLst>
              <a:ext uri="{FF2B5EF4-FFF2-40B4-BE49-F238E27FC236}">
                <a16:creationId xmlns:a16="http://schemas.microsoft.com/office/drawing/2014/main" id="{21E2851E-39EE-B888-74A3-8986000959F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532533" y="6146800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953392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20803150"/>
              </p:ext>
            </p:extLst>
          </p:nvPr>
        </p:nvGraphicFramePr>
        <p:xfrm>
          <a:off x="2119" y="2123"/>
          <a:ext cx="2116" cy="21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4" imgW="381" imgH="381" progId="TCLayout.ActiveDocument.1">
                  <p:embed/>
                </p:oleObj>
              </mc:Choice>
              <mc:Fallback>
                <p:oleObj name="Diapositive think-cell" r:id="rId4" imgW="381" imgH="381" progId="TCLayout.ActiveDocument.1">
                  <p:embed/>
                  <p:pic>
                    <p:nvPicPr>
                      <p:cNvPr id="12" name="Object 1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9" y="2123"/>
                        <a:ext cx="2116" cy="211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/>
          <p:cNvSpPr/>
          <p:nvPr userDrawn="1">
            <p:custDataLst>
              <p:tags r:id="rId2"/>
            </p:custDataLst>
          </p:nvPr>
        </p:nvSpPr>
        <p:spPr>
          <a:xfrm>
            <a:off x="5" y="5"/>
            <a:ext cx="158751" cy="15875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defTabSz="913834" eaLnBrk="1">
              <a:spcBef>
                <a:spcPct val="0"/>
              </a:spcBef>
              <a:spcAft>
                <a:spcPct val="0"/>
              </a:spcAft>
            </a:pPr>
            <a:endParaRPr lang="en-GB" sz="1467" b="0" i="0" baseline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1779" y="462606"/>
            <a:ext cx="10515600" cy="574453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baseline="0">
                <a:cs typeface="Arial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351779" y="1150091"/>
            <a:ext cx="11182248" cy="1846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342675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C00000"/>
              </a:buClr>
              <a:buNone/>
              <a:defRPr lang="en-US" sz="1200" kern="1200" baseline="0" dirty="0" smtClean="0">
                <a:solidFill>
                  <a:srgbClr val="7F7F7F"/>
                </a:solidFill>
                <a:latin typeface="Arial"/>
                <a:ea typeface="+mn-ea"/>
                <a:cs typeface="Arial"/>
                <a:sym typeface="Arial"/>
              </a:defRPr>
            </a:lvl1pPr>
          </a:lstStyle>
          <a:p>
            <a:pPr lvl="0"/>
            <a:r>
              <a:rPr lang="en-GB"/>
              <a:t>Slide Subtitle Arial 16 / 18pt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D5718F0E-13D4-692A-C60D-64E404B330F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267695" y="119864"/>
            <a:ext cx="504092" cy="2045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07472040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488CF2-E389-8A4C-9F32-EBF4EC5DF9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1790" y="1878962"/>
            <a:ext cx="3993159" cy="577095"/>
          </a:xfrm>
        </p:spPr>
        <p:txBody>
          <a:bodyPr>
            <a:noAutofit/>
          </a:bodyPr>
          <a:lstStyle>
            <a:lvl1pPr>
              <a:lnSpc>
                <a:spcPts val="2000"/>
              </a:lnSpc>
              <a:defRPr sz="1867" b="1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endParaRPr lang="it-IT" noProof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7" y="696002"/>
            <a:ext cx="11028727" cy="7776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EC26C9-3F09-D34E-94B0-FF161A79BA0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55764" y="1878962"/>
            <a:ext cx="6744749" cy="4241913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8C1162D-35FB-BE46-A7B0-05857DC13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789" y="2489614"/>
            <a:ext cx="3993159" cy="2633265"/>
          </a:xfrm>
        </p:spPr>
        <p:txBody>
          <a:bodyPr>
            <a:noAutofit/>
          </a:bodyPr>
          <a:lstStyle>
            <a:lvl1pPr>
              <a:lnSpc>
                <a:spcPts val="1867"/>
              </a:lnSpc>
              <a:defRPr sz="1600" b="0" kern="0" spc="27" baseline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it-IT" noProof="0" err="1"/>
              <a:t>Lorem</a:t>
            </a:r>
            <a:r>
              <a:rPr lang="it-IT" noProof="0"/>
              <a:t> </a:t>
            </a:r>
            <a:r>
              <a:rPr lang="it-IT" noProof="0" err="1"/>
              <a:t>ipsum</a:t>
            </a:r>
            <a:r>
              <a:rPr lang="it-IT" noProof="0"/>
              <a:t> </a:t>
            </a:r>
            <a:r>
              <a:rPr lang="it-IT" noProof="0" err="1"/>
              <a:t>dolor</a:t>
            </a:r>
            <a:r>
              <a:rPr lang="it-IT" noProof="0"/>
              <a:t> </a:t>
            </a:r>
            <a:r>
              <a:rPr lang="it-IT" noProof="0" err="1"/>
              <a:t>sit</a:t>
            </a:r>
            <a:r>
              <a:rPr lang="it-IT" noProof="0"/>
              <a:t> </a:t>
            </a:r>
            <a:r>
              <a:rPr lang="it-IT" noProof="0" err="1"/>
              <a:t>amet</a:t>
            </a:r>
            <a:r>
              <a:rPr lang="it-IT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07526623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One Colum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070FE-96FC-864C-8EFB-C1E17B14F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CAE5FC-86E1-1448-8EC3-A22E1B31C8C0}" type="slidenum">
              <a:rPr lang="it-IT" smtClean="0"/>
              <a:pPr/>
              <a:t>‹N°›</a:t>
            </a:fld>
            <a:endParaRPr lang="it-IT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172D10-B5EB-E942-846E-11D7C755DF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88" y="696002"/>
            <a:ext cx="10648425" cy="7776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5DDBC7D-A6F6-A045-A6B2-0E18A111F2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1789" y="1834391"/>
            <a:ext cx="10648425" cy="3601676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vert="horz" lIns="0" tIns="0" rIns="0" bIns="0" rtlCol="0">
            <a:noAutofit/>
          </a:bodyPr>
          <a:lstStyle>
            <a:lvl1pPr>
              <a:defRPr sz="1067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/>
              <a:t>click one of the icons to insert an element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81A6432-3990-644C-8FFE-3268125B4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89" y="5589839"/>
            <a:ext cx="10648425" cy="662756"/>
          </a:xfrm>
        </p:spPr>
        <p:txBody>
          <a:bodyPr>
            <a:noAutofit/>
          </a:bodyPr>
          <a:lstStyle>
            <a:lvl1pPr marL="0" indent="0">
              <a:lnSpc>
                <a:spcPts val="1600"/>
              </a:lnSpc>
              <a:spcBef>
                <a:spcPts val="0"/>
              </a:spcBef>
              <a:buClr>
                <a:schemeClr val="accent2"/>
              </a:buClr>
              <a:buSzPct val="130000"/>
              <a:buFontTx/>
              <a:buNone/>
              <a:defRPr sz="1333" baseline="0">
                <a:solidFill>
                  <a:schemeClr val="accent2"/>
                </a:solidFill>
              </a:defRPr>
            </a:lvl1pPr>
            <a:lvl2pPr>
              <a:lnSpc>
                <a:spcPts val="1200"/>
              </a:lnSpc>
              <a:spcBef>
                <a:spcPts val="0"/>
              </a:spcBef>
              <a:defRPr sz="933"/>
            </a:lvl2pPr>
            <a:lvl3pPr>
              <a:lnSpc>
                <a:spcPts val="1200"/>
              </a:lnSpc>
              <a:spcBef>
                <a:spcPts val="0"/>
              </a:spcBef>
              <a:defRPr sz="933"/>
            </a:lvl3pPr>
            <a:lvl4pPr>
              <a:lnSpc>
                <a:spcPts val="1200"/>
              </a:lnSpc>
              <a:spcBef>
                <a:spcPts val="0"/>
              </a:spcBef>
              <a:defRPr sz="933"/>
            </a:lvl4pPr>
            <a:lvl5pPr>
              <a:lnSpc>
                <a:spcPts val="1200"/>
              </a:lnSpc>
              <a:spcBef>
                <a:spcPts val="0"/>
              </a:spcBef>
              <a:defRPr sz="933"/>
            </a:lvl5pPr>
          </a:lstStyle>
          <a:p>
            <a:pPr lvl="0"/>
            <a:r>
              <a:rPr lang="en-GB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1799589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ags" Target="../tags/tag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slideLayout" Target="../slideLayouts/slideLayout53.xml"/><Relationship Id="rId7" Type="http://schemas.openxmlformats.org/officeDocument/2006/relationships/oleObject" Target="../embeddings/oleObject5.bin"/><Relationship Id="rId2" Type="http://schemas.openxmlformats.org/officeDocument/2006/relationships/slideLayout" Target="../slideLayouts/slideLayout52.xml"/><Relationship Id="rId1" Type="http://schemas.openxmlformats.org/officeDocument/2006/relationships/slideLayout" Target="../slideLayouts/slideLayout51.xml"/><Relationship Id="rId6" Type="http://schemas.openxmlformats.org/officeDocument/2006/relationships/tags" Target="../tags/tag52.xml"/><Relationship Id="rId5" Type="http://schemas.openxmlformats.org/officeDocument/2006/relationships/theme" Target="../theme/theme2.xml"/><Relationship Id="rId10" Type="http://schemas.openxmlformats.org/officeDocument/2006/relationships/image" Target="../media/image9.png"/><Relationship Id="rId4" Type="http://schemas.openxmlformats.org/officeDocument/2006/relationships/slideLayout" Target="../slideLayouts/slideLayout54.xml"/><Relationship Id="rId9" Type="http://schemas.openxmlformats.org/officeDocument/2006/relationships/image" Target="../media/image8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7.xml"/><Relationship Id="rId18" Type="http://schemas.openxmlformats.org/officeDocument/2006/relationships/tags" Target="../tags/tag53.xml"/><Relationship Id="rId3" Type="http://schemas.openxmlformats.org/officeDocument/2006/relationships/slideLayout" Target="../slideLayouts/slideLayout57.xml"/><Relationship Id="rId21" Type="http://schemas.openxmlformats.org/officeDocument/2006/relationships/image" Target="../media/image10.png"/><Relationship Id="rId7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6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56.xml"/><Relationship Id="rId16" Type="http://schemas.openxmlformats.org/officeDocument/2006/relationships/slideLayout" Target="../slideLayouts/slideLayout70.xml"/><Relationship Id="rId20" Type="http://schemas.openxmlformats.org/officeDocument/2006/relationships/image" Target="../media/image13.emf"/><Relationship Id="rId1" Type="http://schemas.openxmlformats.org/officeDocument/2006/relationships/slideLayout" Target="../slideLayouts/slideLayout55.xml"/><Relationship Id="rId6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5.xml"/><Relationship Id="rId5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64.xml"/><Relationship Id="rId19" Type="http://schemas.openxmlformats.org/officeDocument/2006/relationships/oleObject" Target="../embeddings/oleObject6.bin"/><Relationship Id="rId4" Type="http://schemas.openxmlformats.org/officeDocument/2006/relationships/slideLayout" Target="../slideLayouts/slideLayout58.xml"/><Relationship Id="rId9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8.xml"/><Relationship Id="rId22" Type="http://schemas.openxmlformats.org/officeDocument/2006/relationships/image" Target="../media/image12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emf"/><Relationship Id="rId3" Type="http://schemas.openxmlformats.org/officeDocument/2006/relationships/slideLayout" Target="../slideLayouts/slideLayout73.xml"/><Relationship Id="rId7" Type="http://schemas.openxmlformats.org/officeDocument/2006/relationships/oleObject" Target="../embeddings/oleObject8.bin"/><Relationship Id="rId2" Type="http://schemas.openxmlformats.org/officeDocument/2006/relationships/slideLayout" Target="../slideLayouts/slideLayout72.xml"/><Relationship Id="rId1" Type="http://schemas.openxmlformats.org/officeDocument/2006/relationships/slideLayout" Target="../slideLayouts/slideLayout71.xml"/><Relationship Id="rId6" Type="http://schemas.openxmlformats.org/officeDocument/2006/relationships/tags" Target="../tags/tag55.xml"/><Relationship Id="rId5" Type="http://schemas.openxmlformats.org/officeDocument/2006/relationships/theme" Target="../theme/theme4.xml"/><Relationship Id="rId10" Type="http://schemas.openxmlformats.org/officeDocument/2006/relationships/image" Target="../media/image12.png"/><Relationship Id="rId4" Type="http://schemas.openxmlformats.org/officeDocument/2006/relationships/slideLayout" Target="../slideLayouts/slideLayout74.xml"/><Relationship Id="rId9" Type="http://schemas.openxmlformats.org/officeDocument/2006/relationships/image" Target="../media/image10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.bin"/><Relationship Id="rId3" Type="http://schemas.openxmlformats.org/officeDocument/2006/relationships/slideLayout" Target="../slideLayouts/slideLayout77.xml"/><Relationship Id="rId7" Type="http://schemas.openxmlformats.org/officeDocument/2006/relationships/tags" Target="../tags/tag57.xml"/><Relationship Id="rId2" Type="http://schemas.openxmlformats.org/officeDocument/2006/relationships/slideLayout" Target="../slideLayouts/slideLayout76.xml"/><Relationship Id="rId1" Type="http://schemas.openxmlformats.org/officeDocument/2006/relationships/slideLayout" Target="../slideLayouts/slideLayout75.xml"/><Relationship Id="rId6" Type="http://schemas.openxmlformats.org/officeDocument/2006/relationships/theme" Target="../theme/theme5.xml"/><Relationship Id="rId11" Type="http://schemas.openxmlformats.org/officeDocument/2006/relationships/image" Target="../media/image20.png"/><Relationship Id="rId5" Type="http://schemas.openxmlformats.org/officeDocument/2006/relationships/slideLayout" Target="../slideLayouts/slideLayout79.xml"/><Relationship Id="rId10" Type="http://schemas.openxmlformats.org/officeDocument/2006/relationships/image" Target="../media/image19.png"/><Relationship Id="rId4" Type="http://schemas.openxmlformats.org/officeDocument/2006/relationships/slideLayout" Target="../slideLayouts/slideLayout78.xml"/><Relationship Id="rId9" Type="http://schemas.openxmlformats.org/officeDocument/2006/relationships/image" Target="../media/image18.emf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tags" Target="../tags/tag60.xml"/><Relationship Id="rId3" Type="http://schemas.openxmlformats.org/officeDocument/2006/relationships/slideLayout" Target="../slideLayouts/slideLayout82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81.xml"/><Relationship Id="rId1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5.xml"/><Relationship Id="rId5" Type="http://schemas.openxmlformats.org/officeDocument/2006/relationships/slideLayout" Target="../slideLayouts/slideLayout84.xml"/><Relationship Id="rId10" Type="http://schemas.openxmlformats.org/officeDocument/2006/relationships/image" Target="../media/image7.emf"/><Relationship Id="rId4" Type="http://schemas.openxmlformats.org/officeDocument/2006/relationships/slideLayout" Target="../slideLayouts/slideLayout83.xml"/><Relationship Id="rId9" Type="http://schemas.openxmlformats.org/officeDocument/2006/relationships/oleObject" Target="../embeddings/oleObject11.bin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3.xml"/><Relationship Id="rId13" Type="http://schemas.openxmlformats.org/officeDocument/2006/relationships/tags" Target="../tags/tag63.xml"/><Relationship Id="rId3" Type="http://schemas.openxmlformats.org/officeDocument/2006/relationships/slideLayout" Target="../slideLayouts/slideLayout88.xml"/><Relationship Id="rId7" Type="http://schemas.openxmlformats.org/officeDocument/2006/relationships/slideLayout" Target="../slideLayouts/slideLayout92.xml"/><Relationship Id="rId12" Type="http://schemas.openxmlformats.org/officeDocument/2006/relationships/theme" Target="../theme/theme7.xml"/><Relationship Id="rId17" Type="http://schemas.openxmlformats.org/officeDocument/2006/relationships/image" Target="../media/image20.png"/><Relationship Id="rId2" Type="http://schemas.openxmlformats.org/officeDocument/2006/relationships/slideLayout" Target="../slideLayouts/slideLayout87.xml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86.xml"/><Relationship Id="rId6" Type="http://schemas.openxmlformats.org/officeDocument/2006/relationships/slideLayout" Target="../slideLayouts/slideLayout91.xml"/><Relationship Id="rId11" Type="http://schemas.openxmlformats.org/officeDocument/2006/relationships/slideLayout" Target="../slideLayouts/slideLayout96.xml"/><Relationship Id="rId5" Type="http://schemas.openxmlformats.org/officeDocument/2006/relationships/slideLayout" Target="../slideLayouts/slideLayout90.xml"/><Relationship Id="rId15" Type="http://schemas.openxmlformats.org/officeDocument/2006/relationships/image" Target="../media/image7.emf"/><Relationship Id="rId10" Type="http://schemas.openxmlformats.org/officeDocument/2006/relationships/slideLayout" Target="../slideLayouts/slideLayout95.xml"/><Relationship Id="rId4" Type="http://schemas.openxmlformats.org/officeDocument/2006/relationships/slideLayout" Target="../slideLayouts/slideLayout89.xml"/><Relationship Id="rId9" Type="http://schemas.openxmlformats.org/officeDocument/2006/relationships/slideLayout" Target="../slideLayouts/slideLayout94.xml"/><Relationship Id="rId14" Type="http://schemas.openxmlformats.org/officeDocument/2006/relationships/oleObject" Target="../embeddings/oleObject13.bin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.bin"/><Relationship Id="rId3" Type="http://schemas.openxmlformats.org/officeDocument/2006/relationships/slideLayout" Target="../slideLayouts/slideLayout99.xml"/><Relationship Id="rId7" Type="http://schemas.openxmlformats.org/officeDocument/2006/relationships/tags" Target="../tags/tag75.xml"/><Relationship Id="rId2" Type="http://schemas.openxmlformats.org/officeDocument/2006/relationships/slideLayout" Target="../slideLayouts/slideLayout98.xml"/><Relationship Id="rId1" Type="http://schemas.openxmlformats.org/officeDocument/2006/relationships/slideLayout" Target="../slideLayouts/slideLayout97.xml"/><Relationship Id="rId6" Type="http://schemas.openxmlformats.org/officeDocument/2006/relationships/theme" Target="../theme/theme8.xml"/><Relationship Id="rId11" Type="http://schemas.openxmlformats.org/officeDocument/2006/relationships/image" Target="../media/image20.png"/><Relationship Id="rId5" Type="http://schemas.openxmlformats.org/officeDocument/2006/relationships/slideLayout" Target="../slideLayouts/slideLayout101.xml"/><Relationship Id="rId10" Type="http://schemas.openxmlformats.org/officeDocument/2006/relationships/image" Target="../media/image19.png"/><Relationship Id="rId4" Type="http://schemas.openxmlformats.org/officeDocument/2006/relationships/slideLayout" Target="../slideLayouts/slideLayout100.xml"/><Relationship Id="rId9" Type="http://schemas.openxmlformats.org/officeDocument/2006/relationships/image" Target="../media/image18.emf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tags" Target="../tags/tag78.xml"/><Relationship Id="rId7" Type="http://schemas.openxmlformats.org/officeDocument/2006/relationships/image" Target="../media/image9.pn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102.xml"/><Relationship Id="rId6" Type="http://schemas.openxmlformats.org/officeDocument/2006/relationships/image" Target="../media/image8.png"/><Relationship Id="rId5" Type="http://schemas.openxmlformats.org/officeDocument/2006/relationships/image" Target="../media/image7.emf"/><Relationship Id="rId4" Type="http://schemas.openxmlformats.org/officeDocument/2006/relationships/oleObject" Target="../embeddings/oleObject21.bin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0.xml"/><Relationship Id="rId13" Type="http://schemas.openxmlformats.org/officeDocument/2006/relationships/tags" Target="../tags/tag79.xml"/><Relationship Id="rId3" Type="http://schemas.openxmlformats.org/officeDocument/2006/relationships/slideLayout" Target="../slideLayouts/slideLayout105.xml"/><Relationship Id="rId7" Type="http://schemas.openxmlformats.org/officeDocument/2006/relationships/slideLayout" Target="../slideLayouts/slideLayout109.xml"/><Relationship Id="rId12" Type="http://schemas.openxmlformats.org/officeDocument/2006/relationships/theme" Target="../theme/theme10.xml"/><Relationship Id="rId17" Type="http://schemas.openxmlformats.org/officeDocument/2006/relationships/image" Target="../media/image20.png"/><Relationship Id="rId2" Type="http://schemas.openxmlformats.org/officeDocument/2006/relationships/slideLayout" Target="../slideLayouts/slideLayout104.xml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103.xml"/><Relationship Id="rId6" Type="http://schemas.openxmlformats.org/officeDocument/2006/relationships/slideLayout" Target="../slideLayouts/slideLayout108.xml"/><Relationship Id="rId11" Type="http://schemas.openxmlformats.org/officeDocument/2006/relationships/slideLayout" Target="../slideLayouts/slideLayout113.xml"/><Relationship Id="rId5" Type="http://schemas.openxmlformats.org/officeDocument/2006/relationships/slideLayout" Target="../slideLayouts/slideLayout107.xml"/><Relationship Id="rId15" Type="http://schemas.openxmlformats.org/officeDocument/2006/relationships/image" Target="../media/image7.emf"/><Relationship Id="rId10" Type="http://schemas.openxmlformats.org/officeDocument/2006/relationships/slideLayout" Target="../slideLayouts/slideLayout112.xml"/><Relationship Id="rId4" Type="http://schemas.openxmlformats.org/officeDocument/2006/relationships/slideLayout" Target="../slideLayouts/slideLayout106.xml"/><Relationship Id="rId9" Type="http://schemas.openxmlformats.org/officeDocument/2006/relationships/slideLayout" Target="../slideLayouts/slideLayout111.xml"/><Relationship Id="rId14" Type="http://schemas.openxmlformats.org/officeDocument/2006/relationships/oleObject" Target="../embeddings/oleObject13.bin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tags" Target="../tags/tag91.xml"/><Relationship Id="rId3" Type="http://schemas.openxmlformats.org/officeDocument/2006/relationships/slideLayout" Target="../slideLayouts/slideLayout116.xml"/><Relationship Id="rId7" Type="http://schemas.openxmlformats.org/officeDocument/2006/relationships/theme" Target="../theme/theme11.xml"/><Relationship Id="rId2" Type="http://schemas.openxmlformats.org/officeDocument/2006/relationships/slideLayout" Target="../slideLayouts/slideLayout115.xml"/><Relationship Id="rId1" Type="http://schemas.openxmlformats.org/officeDocument/2006/relationships/slideLayout" Target="../slideLayouts/slideLayout114.xml"/><Relationship Id="rId6" Type="http://schemas.openxmlformats.org/officeDocument/2006/relationships/slideLayout" Target="../slideLayouts/slideLayout119.xml"/><Relationship Id="rId5" Type="http://schemas.openxmlformats.org/officeDocument/2006/relationships/slideLayout" Target="../slideLayouts/slideLayout118.xml"/><Relationship Id="rId10" Type="http://schemas.openxmlformats.org/officeDocument/2006/relationships/image" Target="../media/image7.emf"/><Relationship Id="rId4" Type="http://schemas.openxmlformats.org/officeDocument/2006/relationships/slideLayout" Target="../slideLayouts/slideLayout117.xml"/><Relationship Id="rId9" Type="http://schemas.openxmlformats.org/officeDocument/2006/relationships/oleObject" Target="../embeddings/oleObject1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52"/>
            </p:custDataLst>
            <p:extLst>
              <p:ext uri="{D42A27DB-BD31-4B8C-83A1-F6EECF244321}">
                <p14:modId xmlns:p14="http://schemas.microsoft.com/office/powerpoint/2010/main" val="1277989058"/>
              </p:ext>
            </p:extLst>
          </p:nvPr>
        </p:nvGraphicFramePr>
        <p:xfrm>
          <a:off x="2122" y="1590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53" imgW="360" imgH="360" progId="TCLayout.ActiveDocument.1">
                  <p:embed/>
                </p:oleObj>
              </mc:Choice>
              <mc:Fallback>
                <p:oleObj name="Diapositiva think-cell" r:id="rId53" imgW="360" imgH="360" progId="TCLayout.ActiveDocument.1">
                  <p:embed/>
                  <p:pic>
                    <p:nvPicPr>
                      <p:cNvPr id="1026" name="Object 1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2" y="1590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/>
          <p:cNvSpPr txBox="1"/>
          <p:nvPr userDrawn="1"/>
        </p:nvSpPr>
        <p:spPr>
          <a:xfrm>
            <a:off x="8297333" y="0"/>
            <a:ext cx="2245166" cy="292388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sz="1300">
                <a:solidFill>
                  <a:prstClr val="black"/>
                </a:solidFill>
              </a:rPr>
              <a:t>STRICTLY CONFIDENTIAL</a:t>
            </a:r>
          </a:p>
        </p:txBody>
      </p:sp>
      <p:sp>
        <p:nvSpPr>
          <p:cNvPr id="2" name="fl" descr=" Internal"/>
          <p:cNvSpPr txBox="1"/>
          <p:nvPr/>
        </p:nvSpPr>
        <p:spPr>
          <a:xfrm>
            <a:off x="0" y="6545580"/>
            <a:ext cx="12192000" cy="22313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l" fontAlgn="base">
              <a:spcBef>
                <a:spcPct val="0"/>
              </a:spcBef>
              <a:spcAft>
                <a:spcPct val="0"/>
              </a:spcAft>
            </a:pPr>
            <a:endParaRPr lang="en-GB" sz="800" b="0" i="0" u="none" baseline="0">
              <a:solidFill>
                <a:srgbClr val="99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737695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88" r:id="rId50"/>
  </p:sldLayoutIdLst>
  <p:hf hdr="0" ftr="0" dt="0"/>
  <p:txStyles>
    <p:titleStyle>
      <a:lvl1pPr algn="l" defTabSz="457200" rtl="0" eaLnBrk="1" fontAlgn="base" hangingPunct="1">
        <a:lnSpc>
          <a:spcPts val="3200"/>
        </a:lnSpc>
        <a:spcBef>
          <a:spcPct val="0"/>
        </a:spcBef>
        <a:spcAft>
          <a:spcPct val="0"/>
        </a:spcAft>
        <a:defRPr lang="en-GB" altLang="de-DE" sz="2000" kern="1200" dirty="0" smtClean="0">
          <a:solidFill>
            <a:srgbClr val="C21C1D"/>
          </a:solidFill>
          <a:latin typeface="Arial"/>
          <a:ea typeface="+mj-ea"/>
          <a:cs typeface="Arial Italic"/>
          <a:sym typeface="Arial"/>
        </a:defRPr>
      </a:lvl1pPr>
      <a:lvl2pPr algn="l" defTabSz="457200" rtl="0" eaLnBrk="1" fontAlgn="base" hangingPunct="1">
        <a:lnSpc>
          <a:spcPts val="3200"/>
        </a:lnSpc>
        <a:spcBef>
          <a:spcPct val="0"/>
        </a:spcBef>
        <a:spcAft>
          <a:spcPct val="0"/>
        </a:spcAft>
        <a:defRPr sz="2000">
          <a:solidFill>
            <a:srgbClr val="C21C1D"/>
          </a:solidFill>
          <a:latin typeface="Arial Regular"/>
          <a:ea typeface="Arial Italic"/>
          <a:cs typeface="Arial Italic"/>
        </a:defRPr>
      </a:lvl2pPr>
      <a:lvl3pPr algn="l" defTabSz="457200" rtl="0" eaLnBrk="1" fontAlgn="base" hangingPunct="1">
        <a:lnSpc>
          <a:spcPts val="3200"/>
        </a:lnSpc>
        <a:spcBef>
          <a:spcPct val="0"/>
        </a:spcBef>
        <a:spcAft>
          <a:spcPct val="0"/>
        </a:spcAft>
        <a:defRPr sz="2000">
          <a:solidFill>
            <a:srgbClr val="C21C1D"/>
          </a:solidFill>
          <a:latin typeface="Arial Regular"/>
          <a:ea typeface="Arial Italic"/>
          <a:cs typeface="Arial Italic"/>
        </a:defRPr>
      </a:lvl3pPr>
      <a:lvl4pPr algn="l" defTabSz="457200" rtl="0" eaLnBrk="1" fontAlgn="base" hangingPunct="1">
        <a:lnSpc>
          <a:spcPts val="3200"/>
        </a:lnSpc>
        <a:spcBef>
          <a:spcPct val="0"/>
        </a:spcBef>
        <a:spcAft>
          <a:spcPct val="0"/>
        </a:spcAft>
        <a:defRPr sz="2000">
          <a:solidFill>
            <a:srgbClr val="C21C1D"/>
          </a:solidFill>
          <a:latin typeface="Arial Regular"/>
          <a:ea typeface="Arial Italic"/>
          <a:cs typeface="Arial Italic"/>
        </a:defRPr>
      </a:lvl4pPr>
      <a:lvl5pPr algn="l" defTabSz="457200" rtl="0" eaLnBrk="1" fontAlgn="base" hangingPunct="1">
        <a:lnSpc>
          <a:spcPts val="3200"/>
        </a:lnSpc>
        <a:spcBef>
          <a:spcPct val="0"/>
        </a:spcBef>
        <a:spcAft>
          <a:spcPct val="0"/>
        </a:spcAft>
        <a:defRPr sz="2000">
          <a:solidFill>
            <a:srgbClr val="C21C1D"/>
          </a:solidFill>
          <a:latin typeface="Arial Regular"/>
          <a:ea typeface="Arial Italic"/>
          <a:cs typeface="Arial Italic"/>
        </a:defRPr>
      </a:lvl5pPr>
      <a:lvl6pPr marL="457200" algn="l" defTabSz="457200" rtl="0" eaLnBrk="1" fontAlgn="base" hangingPunct="1">
        <a:lnSpc>
          <a:spcPts val="3200"/>
        </a:lnSpc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Arial" pitchFamily="34" charset="0"/>
          <a:ea typeface="Arial Italic"/>
          <a:cs typeface="Arial Italic"/>
        </a:defRPr>
      </a:lvl6pPr>
      <a:lvl7pPr marL="914400" algn="l" defTabSz="457200" rtl="0" eaLnBrk="1" fontAlgn="base" hangingPunct="1">
        <a:lnSpc>
          <a:spcPts val="3200"/>
        </a:lnSpc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Arial" pitchFamily="34" charset="0"/>
          <a:ea typeface="Arial Italic"/>
          <a:cs typeface="Arial Italic"/>
        </a:defRPr>
      </a:lvl7pPr>
      <a:lvl8pPr marL="1371600" algn="l" defTabSz="457200" rtl="0" eaLnBrk="1" fontAlgn="base" hangingPunct="1">
        <a:lnSpc>
          <a:spcPts val="3200"/>
        </a:lnSpc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Arial" pitchFamily="34" charset="0"/>
          <a:ea typeface="Arial Italic"/>
          <a:cs typeface="Arial Italic"/>
        </a:defRPr>
      </a:lvl8pPr>
      <a:lvl9pPr marL="1828800" algn="l" defTabSz="457200" rtl="0" eaLnBrk="1" fontAlgn="base" hangingPunct="1">
        <a:lnSpc>
          <a:spcPts val="3200"/>
        </a:lnSpc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Arial" pitchFamily="34" charset="0"/>
          <a:ea typeface="Arial Italic"/>
          <a:cs typeface="Arial Italic"/>
        </a:defRPr>
      </a:lvl9pPr>
    </p:titleStyle>
    <p:bodyStyle>
      <a:lvl1pPr algn="l" defTabSz="457200" rtl="0" eaLnBrk="1" fontAlgn="base" hangingPunct="1">
        <a:spcBef>
          <a:spcPct val="0"/>
        </a:spcBef>
        <a:spcAft>
          <a:spcPct val="0"/>
        </a:spcAft>
        <a:buClr>
          <a:srgbClr val="C00000"/>
        </a:buClr>
        <a:defRPr lang="en-GB" sz="1300" kern="1200" dirty="0" smtClean="0">
          <a:solidFill>
            <a:schemeClr val="tx1"/>
          </a:solidFill>
          <a:latin typeface="Arial"/>
          <a:ea typeface="+mn-ea"/>
          <a:cs typeface="Arial"/>
          <a:sym typeface="Arial"/>
        </a:defRPr>
      </a:lvl1pPr>
      <a:lvl2pPr marL="180975" indent="-180975" algn="l" defTabSz="457200" rtl="0" eaLnBrk="1" fontAlgn="base" hangingPunct="1">
        <a:spcBef>
          <a:spcPct val="0"/>
        </a:spcBef>
        <a:spcAft>
          <a:spcPct val="0"/>
        </a:spcAft>
        <a:buClr>
          <a:srgbClr val="C00000"/>
        </a:buClr>
        <a:buFont typeface="Wingdings" pitchFamily="2" charset="2"/>
        <a:buChar char="§"/>
        <a:defRPr lang="en-GB" sz="1300" kern="1200" dirty="0" smtClean="0">
          <a:solidFill>
            <a:schemeClr val="tx1"/>
          </a:solidFill>
          <a:latin typeface="Arial"/>
          <a:ea typeface="+mn-ea"/>
          <a:cs typeface="Arial"/>
          <a:sym typeface="Arial"/>
        </a:defRPr>
      </a:lvl2pPr>
      <a:lvl3pPr marL="361950" indent="-180975" algn="l" defTabSz="457200" rtl="0" eaLnBrk="1" fontAlgn="base" hangingPunct="1">
        <a:spcBef>
          <a:spcPct val="0"/>
        </a:spcBef>
        <a:spcAft>
          <a:spcPct val="0"/>
        </a:spcAft>
        <a:buClr>
          <a:srgbClr val="C00000"/>
        </a:buClr>
        <a:buFont typeface="Arial" pitchFamily="34" charset="0"/>
        <a:buChar char="•"/>
        <a:defRPr lang="en-GB" sz="1300" kern="1200" dirty="0" smtClean="0">
          <a:solidFill>
            <a:schemeClr val="tx1"/>
          </a:solidFill>
          <a:latin typeface="Arial"/>
          <a:ea typeface="+mn-ea"/>
          <a:cs typeface="Arial"/>
          <a:sym typeface="Arial"/>
        </a:defRPr>
      </a:lvl3pPr>
      <a:lvl4pPr marL="542925" indent="-187325" algn="l" defTabSz="457200" rtl="0" eaLnBrk="1" fontAlgn="base" hangingPunct="1">
        <a:spcBef>
          <a:spcPct val="0"/>
        </a:spcBef>
        <a:spcAft>
          <a:spcPct val="0"/>
        </a:spcAft>
        <a:buClr>
          <a:srgbClr val="C00000"/>
        </a:buClr>
        <a:buFont typeface="Symbol" pitchFamily="18" charset="2"/>
        <a:buChar char="-"/>
        <a:defRPr lang="en-GB" sz="1300" kern="1200" dirty="0" smtClean="0">
          <a:solidFill>
            <a:schemeClr val="tx1"/>
          </a:solidFill>
          <a:latin typeface="Arial"/>
          <a:ea typeface="+mn-ea"/>
          <a:cs typeface="Arial"/>
          <a:sym typeface="Arial"/>
        </a:defRPr>
      </a:lvl4pPr>
      <a:lvl5pPr marL="909638" indent="-179388" algn="l" defTabSz="457200" rtl="0" eaLnBrk="1" fontAlgn="base" hangingPunct="1">
        <a:lnSpc>
          <a:spcPts val="1200"/>
        </a:lnSpc>
        <a:spcBef>
          <a:spcPct val="0"/>
        </a:spcBef>
        <a:spcAft>
          <a:spcPct val="0"/>
        </a:spcAft>
        <a:buClr>
          <a:srgbClr val="C00000"/>
        </a:buClr>
        <a:buFont typeface="Wingdings" pitchFamily="2" charset="2"/>
        <a:buChar char="Ø"/>
        <a:defRPr lang="en-GB" sz="1000" kern="1200" dirty="0">
          <a:solidFill>
            <a:schemeClr val="tx1"/>
          </a:solidFill>
          <a:latin typeface="+mn-lt"/>
          <a:ea typeface="+mn-ea"/>
          <a:cs typeface="Arial Regular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A61C9ADB-D2EE-4EF0-8DF5-A4758A62A43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172297959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7" imgW="338" imgH="338" progId="TCLayout.ActiveDocument.1">
                  <p:embed/>
                </p:oleObj>
              </mc:Choice>
              <mc:Fallback>
                <p:oleObj name="Diapositive think-cell" r:id="rId7" imgW="338" imgH="338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A61C9ADB-D2EE-4EF0-8DF5-A4758A62A4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 descr="Shape&#10;&#10;Description automatically generated">
            <a:extLst>
              <a:ext uri="{FF2B5EF4-FFF2-40B4-BE49-F238E27FC236}">
                <a16:creationId xmlns:a16="http://schemas.microsoft.com/office/drawing/2014/main" id="{C4841187-E1AF-5343-9FD4-CC267EC2A8B8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747125" y="2998256"/>
            <a:ext cx="6839993" cy="430744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r>
              <a:rPr lang="en-GB"/>
              <a:t>Presentation title</a:t>
            </a:r>
          </a:p>
        </p:txBody>
      </p:sp>
      <p:pic>
        <p:nvPicPr>
          <p:cNvPr id="6" name="Picture 5" descr="Logo&#10;&#10;Description automatically generated with low confidence">
            <a:extLst>
              <a:ext uri="{FF2B5EF4-FFF2-40B4-BE49-F238E27FC236}">
                <a16:creationId xmlns:a16="http://schemas.microsoft.com/office/drawing/2014/main" id="{80944110-F9E1-094E-8BEA-4DB9494A8A6D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768433" y="5750948"/>
            <a:ext cx="942704" cy="769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530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9" r:id="rId1"/>
    <p:sldLayoutId id="2147484866" r:id="rId2"/>
    <p:sldLayoutId id="2147484867" r:id="rId3"/>
    <p:sldLayoutId id="2147484868" r:id="rId4"/>
  </p:sldLayoutIdLst>
  <p:hf hdr="0" ftr="0" dt="0"/>
  <p:txStyles>
    <p:titleStyle>
      <a:lvl1pPr algn="l" defTabSz="521316" rtl="0" eaLnBrk="1" latinLnBrk="0" hangingPunct="1">
        <a:lnSpc>
          <a:spcPts val="4000"/>
        </a:lnSpc>
        <a:spcBef>
          <a:spcPct val="0"/>
        </a:spcBef>
        <a:buNone/>
        <a:defRPr sz="3733" b="1" i="0" kern="0" cap="all" spc="53" baseline="0">
          <a:solidFill>
            <a:schemeClr val="bg2"/>
          </a:solidFill>
          <a:latin typeface="+mj-lt"/>
          <a:ea typeface="+mj-ea"/>
          <a:cs typeface="IvyMode SemiBold" panose="020B0404020101010102" pitchFamily="34" charset="0"/>
        </a:defRPr>
      </a:lvl1pPr>
    </p:titleStyle>
    <p:bodyStyle>
      <a:lvl1pPr marL="390988" indent="-390988" algn="l" defTabSz="521316" rtl="0" eaLnBrk="1" latinLnBrk="0" hangingPunct="1">
        <a:spcBef>
          <a:spcPct val="20000"/>
        </a:spcBef>
        <a:buFont typeface="Arial"/>
        <a:buChar char="•"/>
        <a:defRPr sz="3649" kern="1200">
          <a:solidFill>
            <a:schemeClr val="tx1"/>
          </a:solidFill>
          <a:latin typeface="+mn-lt"/>
          <a:ea typeface="+mn-ea"/>
          <a:cs typeface="+mn-cs"/>
        </a:defRPr>
      </a:lvl1pPr>
      <a:lvl2pPr marL="847140" indent="-325823" algn="l" defTabSz="521316" rtl="0" eaLnBrk="1" latinLnBrk="0" hangingPunct="1">
        <a:spcBef>
          <a:spcPct val="20000"/>
        </a:spcBef>
        <a:buFont typeface="Arial"/>
        <a:buChar char="–"/>
        <a:defRPr sz="3193" kern="1200">
          <a:solidFill>
            <a:schemeClr val="tx1"/>
          </a:solidFill>
          <a:latin typeface="+mn-lt"/>
          <a:ea typeface="+mn-ea"/>
          <a:cs typeface="+mn-cs"/>
        </a:defRPr>
      </a:lvl2pPr>
      <a:lvl3pPr marL="1303293" indent="-260659" algn="l" defTabSz="521316" rtl="0" eaLnBrk="1" latinLnBrk="0" hangingPunct="1">
        <a:spcBef>
          <a:spcPct val="20000"/>
        </a:spcBef>
        <a:buFont typeface="Arial"/>
        <a:buChar char="•"/>
        <a:defRPr sz="2736" kern="1200">
          <a:solidFill>
            <a:schemeClr val="tx1"/>
          </a:solidFill>
          <a:latin typeface="+mn-lt"/>
          <a:ea typeface="+mn-ea"/>
          <a:cs typeface="+mn-cs"/>
        </a:defRPr>
      </a:lvl3pPr>
      <a:lvl4pPr marL="1824609" indent="-260659" algn="l" defTabSz="521316" rtl="0" eaLnBrk="1" latinLnBrk="0" hangingPunct="1">
        <a:spcBef>
          <a:spcPct val="20000"/>
        </a:spcBef>
        <a:buFont typeface="Arial"/>
        <a:buChar char="–"/>
        <a:defRPr sz="2280" kern="1200">
          <a:solidFill>
            <a:schemeClr val="tx1"/>
          </a:solidFill>
          <a:latin typeface="+mn-lt"/>
          <a:ea typeface="+mn-ea"/>
          <a:cs typeface="+mn-cs"/>
        </a:defRPr>
      </a:lvl4pPr>
      <a:lvl5pPr marL="2345925" indent="-260659" algn="l" defTabSz="521316" rtl="0" eaLnBrk="1" latinLnBrk="0" hangingPunct="1">
        <a:spcBef>
          <a:spcPct val="20000"/>
        </a:spcBef>
        <a:buFont typeface="Arial"/>
        <a:buChar char="»"/>
        <a:defRPr sz="2280" kern="1200">
          <a:solidFill>
            <a:schemeClr val="tx1"/>
          </a:solidFill>
          <a:latin typeface="+mn-lt"/>
          <a:ea typeface="+mn-ea"/>
          <a:cs typeface="+mn-cs"/>
        </a:defRPr>
      </a:lvl5pPr>
      <a:lvl6pPr marL="2867243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6pPr>
      <a:lvl7pPr marL="3388559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7pPr>
      <a:lvl8pPr marL="3909877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8pPr>
      <a:lvl9pPr marL="4431193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1pPr>
      <a:lvl2pPr marL="521316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2pPr>
      <a:lvl3pPr marL="1042634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3pPr>
      <a:lvl4pPr marL="1563950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4pPr>
      <a:lvl5pPr marL="2085268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5pPr>
      <a:lvl6pPr marL="2606584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6pPr>
      <a:lvl7pPr marL="3127902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7pPr>
      <a:lvl8pPr marL="3649218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8pPr>
      <a:lvl9pPr marL="4170536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D7FB71DA-1E94-AA2E-DFC0-04D742064A8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8"/>
            </p:custDataLst>
            <p:extLst>
              <p:ext uri="{D42A27DB-BD31-4B8C-83A1-F6EECF244321}">
                <p14:modId xmlns:p14="http://schemas.microsoft.com/office/powerpoint/2010/main" val="2343021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19" imgW="473" imgH="473" progId="TCLayout.ActiveDocument.1">
                  <p:embed/>
                </p:oleObj>
              </mc:Choice>
              <mc:Fallback>
                <p:oleObj name="Diapositive think-cell" r:id="rId19" imgW="473" imgH="47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7FB71DA-1E94-AA2E-DFC0-04D742064A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 descr="Shape&#10;&#10;Description automatically generated">
            <a:extLst>
              <a:ext uri="{FF2B5EF4-FFF2-40B4-BE49-F238E27FC236}">
                <a16:creationId xmlns:a16="http://schemas.microsoft.com/office/drawing/2014/main" id="{03676D55-C47B-534E-ABA6-BEA7922AA0CB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-22369" y="-26317"/>
            <a:ext cx="1263941" cy="539736"/>
          </a:xfrm>
          <a:prstGeom prst="rect">
            <a:avLst/>
          </a:prstGeom>
        </p:spPr>
      </p:pic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771787" y="696002"/>
            <a:ext cx="6364448" cy="77766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noProof="0"/>
              <a:t>TITLE GOES HERE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20AA8-1E03-0144-A325-F7E99DE24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67695" y="119864"/>
            <a:ext cx="504092" cy="20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 baseline="0">
                <a:solidFill>
                  <a:schemeClr val="accent1"/>
                </a:solidFill>
                <a:latin typeface="+mn-lt"/>
              </a:defRPr>
            </a:lvl1pPr>
          </a:lstStyle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2BC265E-D546-8846-A983-9A041AD6C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1788" y="3007869"/>
            <a:ext cx="6364448" cy="132085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pic>
        <p:nvPicPr>
          <p:cNvPr id="10" name="Picture 9" descr="A picture containing logo&#10;&#10;Description automatically generated">
            <a:extLst>
              <a:ext uri="{FF2B5EF4-FFF2-40B4-BE49-F238E27FC236}">
                <a16:creationId xmlns:a16="http://schemas.microsoft.com/office/drawing/2014/main" id="{2B67DF81-D1D2-A396-A04D-DB92ACF9010B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10532533" y="6146800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386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22" r:id="rId2"/>
    <p:sldLayoutId id="2147483823" r:id="rId3"/>
    <p:sldLayoutId id="2147483824" r:id="rId4"/>
    <p:sldLayoutId id="2147483825" r:id="rId5"/>
    <p:sldLayoutId id="2147483826" r:id="rId6"/>
    <p:sldLayoutId id="2147483827" r:id="rId7"/>
    <p:sldLayoutId id="2147483828" r:id="rId8"/>
    <p:sldLayoutId id="2147483829" r:id="rId9"/>
    <p:sldLayoutId id="2147483830" r:id="rId10"/>
    <p:sldLayoutId id="2147483831" r:id="rId11"/>
    <p:sldLayoutId id="2147483832" r:id="rId12"/>
    <p:sldLayoutId id="2147483851" r:id="rId13"/>
    <p:sldLayoutId id="2147483901" r:id="rId14"/>
    <p:sldLayoutId id="2147483902" r:id="rId15"/>
    <p:sldLayoutId id="2147484759" r:id="rId16"/>
  </p:sldLayoutIdLst>
  <p:hf hdr="0" ftr="0" dt="0"/>
  <p:txStyles>
    <p:titleStyle>
      <a:lvl1pPr algn="l" defTabSz="521303" rtl="0" eaLnBrk="1" latinLnBrk="0" hangingPunct="1">
        <a:lnSpc>
          <a:spcPts val="2667"/>
        </a:lnSpc>
        <a:spcBef>
          <a:spcPct val="0"/>
        </a:spcBef>
        <a:buNone/>
        <a:defRPr sz="2667" b="1" i="0" kern="1200" cap="all" spc="67" baseline="0">
          <a:solidFill>
            <a:schemeClr val="accent1"/>
          </a:solidFill>
          <a:latin typeface="+mj-lt"/>
          <a:ea typeface="+mj-ea"/>
          <a:cs typeface="IvyMode SemiBold" panose="020B0404020101010102" pitchFamily="34" charset="0"/>
        </a:defRPr>
      </a:lvl1pPr>
    </p:titleStyle>
    <p:bodyStyle>
      <a:lvl1pPr marL="0" indent="0" algn="l" defTabSz="521303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4"/>
          </a:solidFill>
          <a:latin typeface="+mn-lt"/>
          <a:ea typeface="+mn-ea"/>
          <a:cs typeface="+mn-cs"/>
        </a:defRPr>
      </a:lvl1pPr>
      <a:lvl2pPr marL="521303" indent="0" algn="l" defTabSz="521303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4"/>
          </a:solidFill>
          <a:latin typeface="+mn-lt"/>
          <a:ea typeface="+mn-ea"/>
          <a:cs typeface="+mn-cs"/>
        </a:defRPr>
      </a:lvl2pPr>
      <a:lvl3pPr marL="1042609" indent="0" algn="l" defTabSz="521303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4"/>
          </a:solidFill>
          <a:latin typeface="+mn-lt"/>
          <a:ea typeface="+mn-ea"/>
          <a:cs typeface="+mn-cs"/>
        </a:defRPr>
      </a:lvl3pPr>
      <a:lvl4pPr marL="1563912" indent="0" algn="l" defTabSz="521303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4"/>
          </a:solidFill>
          <a:latin typeface="+mn-lt"/>
          <a:ea typeface="+mn-ea"/>
          <a:cs typeface="+mn-cs"/>
        </a:defRPr>
      </a:lvl4pPr>
      <a:lvl5pPr marL="2085216" indent="0" algn="l" defTabSz="521303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4"/>
          </a:solidFill>
          <a:latin typeface="+mn-lt"/>
          <a:ea typeface="+mn-ea"/>
          <a:cs typeface="+mn-cs"/>
        </a:defRPr>
      </a:lvl5pPr>
      <a:lvl6pPr marL="2867171" indent="-260652" algn="l" defTabSz="521303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6pPr>
      <a:lvl7pPr marL="3388474" indent="-260652" algn="l" defTabSz="521303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7pPr>
      <a:lvl8pPr marL="3909780" indent="-260652" algn="l" defTabSz="521303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8pPr>
      <a:lvl9pPr marL="4431083" indent="-260652" algn="l" defTabSz="521303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1pPr>
      <a:lvl2pPr marL="521303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2pPr>
      <a:lvl3pPr marL="1042609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3pPr>
      <a:lvl4pPr marL="1563912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4pPr>
      <a:lvl5pPr marL="2085216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5pPr>
      <a:lvl6pPr marL="2606519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6pPr>
      <a:lvl7pPr marL="3127824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7pPr>
      <a:lvl8pPr marL="3649127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8pPr>
      <a:lvl9pPr marL="4170432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69F1D80F-179F-60C5-6DCC-CE648BD0D5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285436722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7" imgW="405" imgH="405" progId="TCLayout.ActiveDocument.1">
                  <p:embed/>
                </p:oleObj>
              </mc:Choice>
              <mc:Fallback>
                <p:oleObj name="Diapositive think-cell" r:id="rId7" imgW="405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9F1D80F-179F-60C5-6DCC-CE648BD0D5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20F0AB89-A6BA-754A-8B87-8EA4DC3639B0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-22369" y="-26317"/>
            <a:ext cx="1263941" cy="539736"/>
          </a:xfrm>
          <a:prstGeom prst="rect">
            <a:avLst/>
          </a:prstGeom>
        </p:spPr>
      </p:pic>
      <p:sp>
        <p:nvSpPr>
          <p:cNvPr id="7" name="Segnaposto titolo 1">
            <a:extLst>
              <a:ext uri="{FF2B5EF4-FFF2-40B4-BE49-F238E27FC236}">
                <a16:creationId xmlns:a16="http://schemas.microsoft.com/office/drawing/2014/main" id="{11B2A3BE-C18A-D14F-8D24-5D08AC725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87" y="696001"/>
            <a:ext cx="6364448" cy="8013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noProof="0"/>
              <a:t>TITLE GOES HERE</a:t>
            </a:r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8F36086C-DF48-CC4F-82D9-65985E88A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67695" y="119864"/>
            <a:ext cx="504092" cy="20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 baseline="0">
                <a:solidFill>
                  <a:schemeClr val="accent1"/>
                </a:solidFill>
                <a:latin typeface="+mn-lt"/>
              </a:defRPr>
            </a:lvl1pPr>
          </a:lstStyle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DA74534F-378D-7C48-9146-2359DE24C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1788" y="3007869"/>
            <a:ext cx="6364448" cy="132085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pic>
        <p:nvPicPr>
          <p:cNvPr id="11" name="Picture 10" descr="A picture containing logo&#10;&#10;Description automatically generated">
            <a:extLst>
              <a:ext uri="{FF2B5EF4-FFF2-40B4-BE49-F238E27FC236}">
                <a16:creationId xmlns:a16="http://schemas.microsoft.com/office/drawing/2014/main" id="{B9A56A7E-54E4-7833-642D-175D80F3A48A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532533" y="6146800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53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</p:sldLayoutIdLst>
  <p:txStyles>
    <p:titleStyle>
      <a:lvl1pPr algn="l" defTabSz="1219170" rtl="0" eaLnBrk="1" latinLnBrk="0" hangingPunct="1">
        <a:lnSpc>
          <a:spcPts val="2667"/>
        </a:lnSpc>
        <a:spcBef>
          <a:spcPct val="0"/>
        </a:spcBef>
        <a:buNone/>
        <a:defRPr sz="2667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1219170" rtl="0" eaLnBrk="1" latinLnBrk="0" hangingPunct="1">
        <a:lnSpc>
          <a:spcPts val="1600"/>
        </a:lnSpc>
        <a:spcBef>
          <a:spcPts val="1333"/>
        </a:spcBef>
        <a:spcAft>
          <a:spcPts val="667"/>
        </a:spcAft>
        <a:buFontTx/>
        <a:buNone/>
        <a:defRPr sz="1333" kern="1200">
          <a:solidFill>
            <a:schemeClr val="accent2"/>
          </a:solidFill>
          <a:latin typeface="+mn-lt"/>
          <a:ea typeface="+mn-ea"/>
          <a:cs typeface="+mn-cs"/>
        </a:defRPr>
      </a:lvl1pPr>
      <a:lvl2pPr marL="609585" indent="0" algn="l" defTabSz="1219170" rtl="0" eaLnBrk="1" latinLnBrk="0" hangingPunct="1">
        <a:lnSpc>
          <a:spcPts val="1600"/>
        </a:lnSpc>
        <a:spcBef>
          <a:spcPts val="667"/>
        </a:spcBef>
        <a:spcAft>
          <a:spcPts val="667"/>
        </a:spcAft>
        <a:buFontTx/>
        <a:buNone/>
        <a:defRPr sz="1333" kern="1200">
          <a:solidFill>
            <a:schemeClr val="accent2"/>
          </a:solidFill>
          <a:latin typeface="+mn-lt"/>
          <a:ea typeface="+mn-ea"/>
          <a:cs typeface="+mn-cs"/>
        </a:defRPr>
      </a:lvl2pPr>
      <a:lvl3pPr marL="1219170" indent="0" algn="l" defTabSz="1219170" rtl="0" eaLnBrk="1" latinLnBrk="0" hangingPunct="1">
        <a:lnSpc>
          <a:spcPts val="1600"/>
        </a:lnSpc>
        <a:spcBef>
          <a:spcPts val="667"/>
        </a:spcBef>
        <a:spcAft>
          <a:spcPts val="667"/>
        </a:spcAft>
        <a:buFontTx/>
        <a:buNone/>
        <a:defRPr sz="1333" kern="1200">
          <a:solidFill>
            <a:schemeClr val="accent2"/>
          </a:solidFill>
          <a:latin typeface="+mn-lt"/>
          <a:ea typeface="+mn-ea"/>
          <a:cs typeface="+mn-cs"/>
        </a:defRPr>
      </a:lvl3pPr>
      <a:lvl4pPr marL="1828754" indent="0" algn="l" defTabSz="1219170" rtl="0" eaLnBrk="1" latinLnBrk="0" hangingPunct="1">
        <a:lnSpc>
          <a:spcPts val="1600"/>
        </a:lnSpc>
        <a:spcBef>
          <a:spcPts val="667"/>
        </a:spcBef>
        <a:spcAft>
          <a:spcPts val="667"/>
        </a:spcAft>
        <a:buFontTx/>
        <a:buNone/>
        <a:defRPr sz="1333" kern="1200">
          <a:solidFill>
            <a:schemeClr val="accent2"/>
          </a:solidFill>
          <a:latin typeface="+mn-lt"/>
          <a:ea typeface="+mn-ea"/>
          <a:cs typeface="+mn-cs"/>
        </a:defRPr>
      </a:lvl4pPr>
      <a:lvl5pPr marL="2438339" indent="0" algn="l" defTabSz="1219170" rtl="0" eaLnBrk="1" latinLnBrk="0" hangingPunct="1">
        <a:lnSpc>
          <a:spcPts val="1600"/>
        </a:lnSpc>
        <a:spcBef>
          <a:spcPts val="667"/>
        </a:spcBef>
        <a:spcAft>
          <a:spcPts val="667"/>
        </a:spcAft>
        <a:buFontTx/>
        <a:buNone/>
        <a:defRPr sz="1333" kern="1200">
          <a:solidFill>
            <a:schemeClr val="accent2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C25B3C3-1599-4AC0-B93B-9B0090BE44B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7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8" imgW="272" imgH="272" progId="TCLayout.ActiveDocument.1">
                  <p:embed/>
                </p:oleObj>
              </mc:Choice>
              <mc:Fallback>
                <p:oleObj name="Diapositive think-cell" r:id="rId8" imgW="272" imgH="272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C25B3C3-1599-4AC0-B93B-9B0090BE44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Shape, rectangle&#10;&#10;Description automatically generated">
            <a:extLst>
              <a:ext uri="{FF2B5EF4-FFF2-40B4-BE49-F238E27FC236}">
                <a16:creationId xmlns:a16="http://schemas.microsoft.com/office/drawing/2014/main" id="{41BC2CCD-ACFC-5F4B-845E-6B554A2DA7A3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" y="0"/>
            <a:ext cx="9507521" cy="1915459"/>
          </a:xfrm>
          <a:prstGeom prst="rect">
            <a:avLst/>
          </a:prstGeom>
        </p:spPr>
      </p:pic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771787" y="696000"/>
            <a:ext cx="6364448" cy="82271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noProof="0"/>
              <a:t>TITLE GOES HERE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20AA8-1E03-0144-A325-F7E99DE24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67695" y="119864"/>
            <a:ext cx="504092" cy="20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2BC265E-D546-8846-A983-9A041AD6C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9351" y="3007869"/>
            <a:ext cx="5726885" cy="132085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pic>
        <p:nvPicPr>
          <p:cNvPr id="9" name="Picture 8" descr="A picture containing logo&#10;&#10;Description automatically generated">
            <a:extLst>
              <a:ext uri="{FF2B5EF4-FFF2-40B4-BE49-F238E27FC236}">
                <a16:creationId xmlns:a16="http://schemas.microsoft.com/office/drawing/2014/main" id="{0D92D0AF-D4D3-4EE8-63F5-67F689BFE6F8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32533" y="6146800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448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74" r:id="rId1"/>
    <p:sldLayoutId id="2147484675" r:id="rId2"/>
    <p:sldLayoutId id="2147484676" r:id="rId3"/>
    <p:sldLayoutId id="2147484677" r:id="rId4"/>
    <p:sldLayoutId id="2147484678" r:id="rId5"/>
  </p:sldLayoutIdLst>
  <p:hf hdr="0"/>
  <p:txStyles>
    <p:titleStyle>
      <a:lvl1pPr algn="l" defTabSz="390997" rtl="0" eaLnBrk="1" latinLnBrk="0" hangingPunct="1">
        <a:lnSpc>
          <a:spcPts val="2000"/>
        </a:lnSpc>
        <a:spcBef>
          <a:spcPct val="0"/>
        </a:spcBef>
        <a:buNone/>
        <a:defRPr sz="2000" b="1" i="0" kern="1200" cap="all" spc="50" baseline="0">
          <a:solidFill>
            <a:schemeClr val="bg2"/>
          </a:solidFill>
          <a:latin typeface="+mj-lt"/>
          <a:ea typeface="+mj-ea"/>
          <a:cs typeface="IvyMode SemiBold" panose="020B0404020101010102" pitchFamily="34" charset="0"/>
        </a:defRPr>
      </a:lvl1pPr>
    </p:titleStyle>
    <p:bodyStyle>
      <a:lvl1pPr marL="0" indent="0" algn="l" defTabSz="390997" rtl="0" eaLnBrk="1" latinLnBrk="0" hangingPunct="1">
        <a:lnSpc>
          <a:spcPts val="1100"/>
        </a:lnSpc>
        <a:spcBef>
          <a:spcPts val="0"/>
        </a:spcBef>
        <a:spcAft>
          <a:spcPts val="500"/>
        </a:spcAft>
        <a:buFont typeface="Arial"/>
        <a:buNone/>
        <a:defRPr sz="1000" b="0" i="0" kern="1200" baseline="0">
          <a:solidFill>
            <a:schemeClr val="accent2"/>
          </a:solidFill>
          <a:latin typeface="+mn-lt"/>
          <a:ea typeface="+mn-ea"/>
          <a:cs typeface="+mn-cs"/>
        </a:defRPr>
      </a:lvl1pPr>
      <a:lvl2pPr marL="390997" indent="0" algn="l" defTabSz="390997" rtl="0" eaLnBrk="1" latinLnBrk="0" hangingPunct="1">
        <a:lnSpc>
          <a:spcPts val="1100"/>
        </a:lnSpc>
        <a:spcBef>
          <a:spcPts val="0"/>
        </a:spcBef>
        <a:spcAft>
          <a:spcPts val="500"/>
        </a:spcAft>
        <a:buFont typeface="Arial"/>
        <a:buNone/>
        <a:defRPr sz="1000" b="0" i="0" kern="1200" baseline="0">
          <a:solidFill>
            <a:schemeClr val="accent2"/>
          </a:solidFill>
          <a:latin typeface="+mn-lt"/>
          <a:ea typeface="+mn-ea"/>
          <a:cs typeface="+mn-cs"/>
        </a:defRPr>
      </a:lvl2pPr>
      <a:lvl3pPr marL="781995" indent="0" algn="l" defTabSz="390997" rtl="0" eaLnBrk="1" latinLnBrk="0" hangingPunct="1">
        <a:lnSpc>
          <a:spcPts val="1100"/>
        </a:lnSpc>
        <a:spcBef>
          <a:spcPts val="0"/>
        </a:spcBef>
        <a:spcAft>
          <a:spcPts val="500"/>
        </a:spcAft>
        <a:buFont typeface="Arial"/>
        <a:buNone/>
        <a:defRPr sz="1000" b="0" i="0" kern="1200" baseline="0">
          <a:solidFill>
            <a:schemeClr val="accent2"/>
          </a:solidFill>
          <a:latin typeface="+mn-lt"/>
          <a:ea typeface="+mn-ea"/>
          <a:cs typeface="+mn-cs"/>
        </a:defRPr>
      </a:lvl3pPr>
      <a:lvl4pPr marL="1172992" indent="0" algn="l" defTabSz="390997" rtl="0" eaLnBrk="1" latinLnBrk="0" hangingPunct="1">
        <a:lnSpc>
          <a:spcPts val="1100"/>
        </a:lnSpc>
        <a:spcBef>
          <a:spcPts val="0"/>
        </a:spcBef>
        <a:spcAft>
          <a:spcPts val="500"/>
        </a:spcAft>
        <a:buFont typeface="Arial"/>
        <a:buNone/>
        <a:defRPr sz="1000" b="0" i="0" kern="1200" baseline="0">
          <a:solidFill>
            <a:schemeClr val="accent2"/>
          </a:solidFill>
          <a:latin typeface="+mn-lt"/>
          <a:ea typeface="+mn-ea"/>
          <a:cs typeface="+mn-cs"/>
        </a:defRPr>
      </a:lvl4pPr>
      <a:lvl5pPr marL="1563990" indent="0" algn="l" defTabSz="390997" rtl="0" eaLnBrk="1" latinLnBrk="0" hangingPunct="1">
        <a:lnSpc>
          <a:spcPts val="1100"/>
        </a:lnSpc>
        <a:spcBef>
          <a:spcPts val="0"/>
        </a:spcBef>
        <a:spcAft>
          <a:spcPts val="500"/>
        </a:spcAft>
        <a:buFont typeface="Arial"/>
        <a:buNone/>
        <a:defRPr sz="1000" b="0" i="0" kern="1200" baseline="0">
          <a:solidFill>
            <a:schemeClr val="accent2"/>
          </a:solidFill>
          <a:latin typeface="+mn-lt"/>
          <a:ea typeface="+mn-ea"/>
          <a:cs typeface="+mn-cs"/>
        </a:defRPr>
      </a:lvl5pPr>
      <a:lvl6pPr marL="2150486" indent="-195499" algn="l" defTabSz="390997" rtl="0" eaLnBrk="1" latinLnBrk="0" hangingPunct="1">
        <a:spcBef>
          <a:spcPct val="20000"/>
        </a:spcBef>
        <a:buFont typeface="Arial"/>
        <a:buChar char="•"/>
        <a:defRPr sz="1710" kern="1200">
          <a:solidFill>
            <a:schemeClr val="tx1"/>
          </a:solidFill>
          <a:latin typeface="+mn-lt"/>
          <a:ea typeface="+mn-ea"/>
          <a:cs typeface="+mn-cs"/>
        </a:defRPr>
      </a:lvl6pPr>
      <a:lvl7pPr marL="2541483" indent="-195499" algn="l" defTabSz="390997" rtl="0" eaLnBrk="1" latinLnBrk="0" hangingPunct="1">
        <a:spcBef>
          <a:spcPct val="20000"/>
        </a:spcBef>
        <a:buFont typeface="Arial"/>
        <a:buChar char="•"/>
        <a:defRPr sz="1710" kern="1200">
          <a:solidFill>
            <a:schemeClr val="tx1"/>
          </a:solidFill>
          <a:latin typeface="+mn-lt"/>
          <a:ea typeface="+mn-ea"/>
          <a:cs typeface="+mn-cs"/>
        </a:defRPr>
      </a:lvl7pPr>
      <a:lvl8pPr marL="2932481" indent="-195499" algn="l" defTabSz="390997" rtl="0" eaLnBrk="1" latinLnBrk="0" hangingPunct="1">
        <a:spcBef>
          <a:spcPct val="20000"/>
        </a:spcBef>
        <a:buFont typeface="Arial"/>
        <a:buChar char="•"/>
        <a:defRPr sz="1710" kern="1200">
          <a:solidFill>
            <a:schemeClr val="tx1"/>
          </a:solidFill>
          <a:latin typeface="+mn-lt"/>
          <a:ea typeface="+mn-ea"/>
          <a:cs typeface="+mn-cs"/>
        </a:defRPr>
      </a:lvl8pPr>
      <a:lvl9pPr marL="3323478" indent="-195499" algn="l" defTabSz="390997" rtl="0" eaLnBrk="1" latinLnBrk="0" hangingPunct="1">
        <a:spcBef>
          <a:spcPct val="20000"/>
        </a:spcBef>
        <a:buFont typeface="Arial"/>
        <a:buChar char="•"/>
        <a:defRPr sz="171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1pPr>
      <a:lvl2pPr marL="390997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2pPr>
      <a:lvl3pPr marL="781995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3pPr>
      <a:lvl4pPr marL="1172992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4pPr>
      <a:lvl5pPr marL="1563990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5pPr>
      <a:lvl6pPr marL="1954987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6pPr>
      <a:lvl7pPr marL="2345985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7pPr>
      <a:lvl8pPr marL="2736982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8pPr>
      <a:lvl9pPr marL="3127980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E30890F-E90F-4B28-94D9-90E2D29FA5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9" imgW="338" imgH="338" progId="TCLayout.ActiveDocument.1">
                  <p:embed/>
                </p:oleObj>
              </mc:Choice>
              <mc:Fallback>
                <p:oleObj name="Diapositive think-cell" r:id="rId9" imgW="338" imgH="338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E30890F-E90F-4B28-94D9-90E2D29FA5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747125" y="2998256"/>
            <a:ext cx="6839993" cy="430744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r>
              <a:rPr lang="en-GB"/>
              <a:t>Presentation title</a:t>
            </a: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EE462B25-4DB3-5538-5613-9B0B2D4525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67695" y="119864"/>
            <a:ext cx="504092" cy="20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332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08" r:id="rId1"/>
    <p:sldLayoutId id="2147483903" r:id="rId2"/>
    <p:sldLayoutId id="2147484609" r:id="rId3"/>
    <p:sldLayoutId id="2147484561" r:id="rId4"/>
    <p:sldLayoutId id="2147484682" r:id="rId5"/>
    <p:sldLayoutId id="2147484758" r:id="rId6"/>
  </p:sldLayoutIdLst>
  <p:hf hdr="0"/>
  <p:txStyles>
    <p:titleStyle>
      <a:lvl1pPr algn="l" defTabSz="390997" rtl="0" eaLnBrk="1" latinLnBrk="0" hangingPunct="1">
        <a:lnSpc>
          <a:spcPts val="3000"/>
        </a:lnSpc>
        <a:spcBef>
          <a:spcPct val="0"/>
        </a:spcBef>
        <a:buNone/>
        <a:defRPr sz="2800" b="1" i="0" kern="0" cap="all" spc="40" baseline="0">
          <a:solidFill>
            <a:schemeClr val="bg2"/>
          </a:solidFill>
          <a:latin typeface="+mj-lt"/>
          <a:ea typeface="+mj-ea"/>
          <a:cs typeface="IvyMode SemiBold" panose="020B0404020101010102" pitchFamily="34" charset="0"/>
        </a:defRPr>
      </a:lvl1pPr>
    </p:titleStyle>
    <p:bodyStyle>
      <a:lvl1pPr marL="293248" indent="-293248" algn="l" defTabSz="390997" rtl="0" eaLnBrk="1" latinLnBrk="0" hangingPunct="1">
        <a:spcBef>
          <a:spcPct val="20000"/>
        </a:spcBef>
        <a:buFont typeface="Arial"/>
        <a:buChar char="•"/>
        <a:defRPr sz="2737" kern="1200">
          <a:solidFill>
            <a:schemeClr val="tx1"/>
          </a:solidFill>
          <a:latin typeface="+mn-lt"/>
          <a:ea typeface="+mn-ea"/>
          <a:cs typeface="+mn-cs"/>
        </a:defRPr>
      </a:lvl1pPr>
      <a:lvl2pPr marL="635371" indent="-244373" algn="l" defTabSz="390997" rtl="0" eaLnBrk="1" latinLnBrk="0" hangingPunct="1">
        <a:spcBef>
          <a:spcPct val="20000"/>
        </a:spcBef>
        <a:buFont typeface="Arial"/>
        <a:buChar char="–"/>
        <a:defRPr sz="2395" kern="1200">
          <a:solidFill>
            <a:schemeClr val="tx1"/>
          </a:solidFill>
          <a:latin typeface="+mn-lt"/>
          <a:ea typeface="+mn-ea"/>
          <a:cs typeface="+mn-cs"/>
        </a:defRPr>
      </a:lvl2pPr>
      <a:lvl3pPr marL="977494" indent="-195499" algn="l" defTabSz="390997" rtl="0" eaLnBrk="1" latinLnBrk="0" hangingPunct="1">
        <a:spcBef>
          <a:spcPct val="20000"/>
        </a:spcBef>
        <a:buFont typeface="Arial"/>
        <a:buChar char="•"/>
        <a:defRPr sz="2052" kern="1200">
          <a:solidFill>
            <a:schemeClr val="tx1"/>
          </a:solidFill>
          <a:latin typeface="+mn-lt"/>
          <a:ea typeface="+mn-ea"/>
          <a:cs typeface="+mn-cs"/>
        </a:defRPr>
      </a:lvl3pPr>
      <a:lvl4pPr marL="1368491" indent="-195499" algn="l" defTabSz="390997" rtl="0" eaLnBrk="1" latinLnBrk="0" hangingPunct="1">
        <a:spcBef>
          <a:spcPct val="20000"/>
        </a:spcBef>
        <a:buFont typeface="Arial"/>
        <a:buChar char="–"/>
        <a:defRPr sz="1710" kern="1200">
          <a:solidFill>
            <a:schemeClr val="tx1"/>
          </a:solidFill>
          <a:latin typeface="+mn-lt"/>
          <a:ea typeface="+mn-ea"/>
          <a:cs typeface="+mn-cs"/>
        </a:defRPr>
      </a:lvl4pPr>
      <a:lvl5pPr marL="1759488" indent="-195499" algn="l" defTabSz="390997" rtl="0" eaLnBrk="1" latinLnBrk="0" hangingPunct="1">
        <a:spcBef>
          <a:spcPct val="20000"/>
        </a:spcBef>
        <a:buFont typeface="Arial"/>
        <a:buChar char="»"/>
        <a:defRPr sz="1710" kern="1200">
          <a:solidFill>
            <a:schemeClr val="tx1"/>
          </a:solidFill>
          <a:latin typeface="+mn-lt"/>
          <a:ea typeface="+mn-ea"/>
          <a:cs typeface="+mn-cs"/>
        </a:defRPr>
      </a:lvl5pPr>
      <a:lvl6pPr marL="2150486" indent="-195499" algn="l" defTabSz="390997" rtl="0" eaLnBrk="1" latinLnBrk="0" hangingPunct="1">
        <a:spcBef>
          <a:spcPct val="20000"/>
        </a:spcBef>
        <a:buFont typeface="Arial"/>
        <a:buChar char="•"/>
        <a:defRPr sz="1710" kern="1200">
          <a:solidFill>
            <a:schemeClr val="tx1"/>
          </a:solidFill>
          <a:latin typeface="+mn-lt"/>
          <a:ea typeface="+mn-ea"/>
          <a:cs typeface="+mn-cs"/>
        </a:defRPr>
      </a:lvl6pPr>
      <a:lvl7pPr marL="2541483" indent="-195499" algn="l" defTabSz="390997" rtl="0" eaLnBrk="1" latinLnBrk="0" hangingPunct="1">
        <a:spcBef>
          <a:spcPct val="20000"/>
        </a:spcBef>
        <a:buFont typeface="Arial"/>
        <a:buChar char="•"/>
        <a:defRPr sz="1710" kern="1200">
          <a:solidFill>
            <a:schemeClr val="tx1"/>
          </a:solidFill>
          <a:latin typeface="+mn-lt"/>
          <a:ea typeface="+mn-ea"/>
          <a:cs typeface="+mn-cs"/>
        </a:defRPr>
      </a:lvl7pPr>
      <a:lvl8pPr marL="2932481" indent="-195499" algn="l" defTabSz="390997" rtl="0" eaLnBrk="1" latinLnBrk="0" hangingPunct="1">
        <a:spcBef>
          <a:spcPct val="20000"/>
        </a:spcBef>
        <a:buFont typeface="Arial"/>
        <a:buChar char="•"/>
        <a:defRPr sz="1710" kern="1200">
          <a:solidFill>
            <a:schemeClr val="tx1"/>
          </a:solidFill>
          <a:latin typeface="+mn-lt"/>
          <a:ea typeface="+mn-ea"/>
          <a:cs typeface="+mn-cs"/>
        </a:defRPr>
      </a:lvl8pPr>
      <a:lvl9pPr marL="3323478" indent="-195499" algn="l" defTabSz="390997" rtl="0" eaLnBrk="1" latinLnBrk="0" hangingPunct="1">
        <a:spcBef>
          <a:spcPct val="20000"/>
        </a:spcBef>
        <a:buFont typeface="Arial"/>
        <a:buChar char="•"/>
        <a:defRPr sz="171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1pPr>
      <a:lvl2pPr marL="390997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2pPr>
      <a:lvl3pPr marL="781995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3pPr>
      <a:lvl4pPr marL="1172992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4pPr>
      <a:lvl5pPr marL="1563990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5pPr>
      <a:lvl6pPr marL="1954987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6pPr>
      <a:lvl7pPr marL="2345985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7pPr>
      <a:lvl8pPr marL="2736982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8pPr>
      <a:lvl9pPr marL="3127980" algn="l" defTabSz="39099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F6DDE2A3-62FC-452E-8DCE-6F688C1119C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14" imgW="338" imgH="338" progId="TCLayout.ActiveDocument.1">
                  <p:embed/>
                </p:oleObj>
              </mc:Choice>
              <mc:Fallback>
                <p:oleObj name="Diapositive think-cell" r:id="rId14" imgW="338" imgH="338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F6DDE2A3-62FC-452E-8DCE-6F688C1119C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 descr="Shape&#10;&#10;Description automatically generated">
            <a:extLst>
              <a:ext uri="{FF2B5EF4-FFF2-40B4-BE49-F238E27FC236}">
                <a16:creationId xmlns:a16="http://schemas.microsoft.com/office/drawing/2014/main" id="{03676D55-C47B-534E-ABA6-BEA7922AA0CB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2369" y="-26317"/>
            <a:ext cx="1263941" cy="539736"/>
          </a:xfrm>
          <a:prstGeom prst="rect">
            <a:avLst/>
          </a:prstGeom>
        </p:spPr>
      </p:pic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771787" y="696002"/>
            <a:ext cx="6364448" cy="77766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noProof="0"/>
              <a:t>TITLE GOES HERE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20AA8-1E03-0144-A325-F7E99DE24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67695" y="119864"/>
            <a:ext cx="504092" cy="20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rtl="0">
              <a:defRPr sz="1200" b="0" i="0" baseline="0">
                <a:solidFill>
                  <a:schemeClr val="accent1"/>
                </a:solidFill>
                <a:latin typeface="+mn-lt"/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2BC265E-D546-8846-A983-9A041AD6C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1788" y="3007869"/>
            <a:ext cx="6364448" cy="132085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0" name="Picture 9" descr="A picture containing logo&#10;&#10;Description automatically generated">
            <a:extLst>
              <a:ext uri="{FF2B5EF4-FFF2-40B4-BE49-F238E27FC236}">
                <a16:creationId xmlns:a16="http://schemas.microsoft.com/office/drawing/2014/main" id="{2B67DF81-D1D2-A396-A04D-DB92ACF9010B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32533" y="6146800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304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20" r:id="rId1"/>
    <p:sldLayoutId id="2147484421" r:id="rId2"/>
    <p:sldLayoutId id="2147484422" r:id="rId3"/>
    <p:sldLayoutId id="2147484423" r:id="rId4"/>
    <p:sldLayoutId id="2147484424" r:id="rId5"/>
    <p:sldLayoutId id="2147484425" r:id="rId6"/>
    <p:sldLayoutId id="2147484426" r:id="rId7"/>
    <p:sldLayoutId id="2147484427" r:id="rId8"/>
    <p:sldLayoutId id="2147484428" r:id="rId9"/>
    <p:sldLayoutId id="2147484429" r:id="rId10"/>
    <p:sldLayoutId id="2147484430" r:id="rId11"/>
  </p:sldLayoutIdLst>
  <p:hf hdr="0"/>
  <p:txStyles>
    <p:titleStyle>
      <a:lvl1pPr algn="l" defTabSz="390987" rtl="0" eaLnBrk="1" latinLnBrk="0" hangingPunct="1">
        <a:lnSpc>
          <a:spcPts val="2000"/>
        </a:lnSpc>
        <a:spcBef>
          <a:spcPct val="0"/>
        </a:spcBef>
        <a:buNone/>
        <a:defRPr sz="2000" b="1" i="0" kern="1200" cap="all" spc="50" baseline="0">
          <a:solidFill>
            <a:schemeClr val="accent1"/>
          </a:solidFill>
          <a:latin typeface="+mj-lt"/>
          <a:ea typeface="+mj-ea"/>
          <a:cs typeface="IvyMode SemiBold" panose="020B0404020101010102" pitchFamily="34" charset="0"/>
        </a:defRPr>
      </a:lvl1pPr>
    </p:titleStyle>
    <p:bodyStyle>
      <a:lvl1pPr marL="0" indent="0" algn="l" defTabSz="390987" rtl="0" eaLnBrk="1" latinLnBrk="0" hangingPunct="1">
        <a:lnSpc>
          <a:spcPts val="1100"/>
        </a:lnSpc>
        <a:spcBef>
          <a:spcPts val="0"/>
        </a:spcBef>
        <a:spcAft>
          <a:spcPts val="500"/>
        </a:spcAft>
        <a:buFont typeface="Arial"/>
        <a:buNone/>
        <a:defRPr sz="1000" b="0" i="0" kern="1200" baseline="0">
          <a:solidFill>
            <a:schemeClr val="accent4"/>
          </a:solidFill>
          <a:latin typeface="+mn-lt"/>
          <a:ea typeface="+mn-ea"/>
          <a:cs typeface="+mn-cs"/>
        </a:defRPr>
      </a:lvl1pPr>
      <a:lvl2pPr marL="390987" indent="0" algn="l" defTabSz="390987" rtl="0" eaLnBrk="1" latinLnBrk="0" hangingPunct="1">
        <a:lnSpc>
          <a:spcPts val="1100"/>
        </a:lnSpc>
        <a:spcBef>
          <a:spcPts val="0"/>
        </a:spcBef>
        <a:spcAft>
          <a:spcPts val="500"/>
        </a:spcAft>
        <a:buFont typeface="Arial"/>
        <a:buNone/>
        <a:defRPr sz="1000" b="0" i="0" kern="1200" baseline="0">
          <a:solidFill>
            <a:schemeClr val="accent4"/>
          </a:solidFill>
          <a:latin typeface="+mn-lt"/>
          <a:ea typeface="+mn-ea"/>
          <a:cs typeface="+mn-cs"/>
        </a:defRPr>
      </a:lvl2pPr>
      <a:lvl3pPr marL="781976" indent="0" algn="l" defTabSz="390987" rtl="0" eaLnBrk="1" latinLnBrk="0" hangingPunct="1">
        <a:lnSpc>
          <a:spcPts val="1100"/>
        </a:lnSpc>
        <a:spcBef>
          <a:spcPts val="0"/>
        </a:spcBef>
        <a:spcAft>
          <a:spcPts val="500"/>
        </a:spcAft>
        <a:buFont typeface="Arial"/>
        <a:buNone/>
        <a:defRPr sz="1000" b="0" i="0" kern="1200" baseline="0">
          <a:solidFill>
            <a:schemeClr val="accent4"/>
          </a:solidFill>
          <a:latin typeface="+mn-lt"/>
          <a:ea typeface="+mn-ea"/>
          <a:cs typeface="+mn-cs"/>
        </a:defRPr>
      </a:lvl3pPr>
      <a:lvl4pPr marL="1172963" indent="0" algn="l" defTabSz="390987" rtl="0" eaLnBrk="1" latinLnBrk="0" hangingPunct="1">
        <a:lnSpc>
          <a:spcPts val="1100"/>
        </a:lnSpc>
        <a:spcBef>
          <a:spcPts val="0"/>
        </a:spcBef>
        <a:spcAft>
          <a:spcPts val="500"/>
        </a:spcAft>
        <a:buFont typeface="Arial"/>
        <a:buNone/>
        <a:defRPr sz="1000" b="0" i="0" kern="1200" baseline="0">
          <a:solidFill>
            <a:schemeClr val="accent4"/>
          </a:solidFill>
          <a:latin typeface="+mn-lt"/>
          <a:ea typeface="+mn-ea"/>
          <a:cs typeface="+mn-cs"/>
        </a:defRPr>
      </a:lvl4pPr>
      <a:lvl5pPr marL="1563951" indent="0" algn="l" defTabSz="390987" rtl="0" eaLnBrk="1" latinLnBrk="0" hangingPunct="1">
        <a:lnSpc>
          <a:spcPts val="1100"/>
        </a:lnSpc>
        <a:spcBef>
          <a:spcPts val="0"/>
        </a:spcBef>
        <a:spcAft>
          <a:spcPts val="500"/>
        </a:spcAft>
        <a:buFont typeface="Arial"/>
        <a:buNone/>
        <a:defRPr sz="1000" b="0" i="0" kern="1200" baseline="0">
          <a:solidFill>
            <a:schemeClr val="accent4"/>
          </a:solidFill>
          <a:latin typeface="+mn-lt"/>
          <a:ea typeface="+mn-ea"/>
          <a:cs typeface="+mn-cs"/>
        </a:defRPr>
      </a:lvl5pPr>
      <a:lvl6pPr marL="2150432" indent="-195494" algn="l" defTabSz="390987" rtl="0" eaLnBrk="1" latinLnBrk="0" hangingPunct="1">
        <a:spcBef>
          <a:spcPct val="20000"/>
        </a:spcBef>
        <a:buFont typeface="Arial"/>
        <a:buChar char="•"/>
        <a:defRPr sz="1710" kern="1200">
          <a:solidFill>
            <a:schemeClr val="tx1"/>
          </a:solidFill>
          <a:latin typeface="+mn-lt"/>
          <a:ea typeface="+mn-ea"/>
          <a:cs typeface="+mn-cs"/>
        </a:defRPr>
      </a:lvl6pPr>
      <a:lvl7pPr marL="2541419" indent="-195494" algn="l" defTabSz="390987" rtl="0" eaLnBrk="1" latinLnBrk="0" hangingPunct="1">
        <a:spcBef>
          <a:spcPct val="20000"/>
        </a:spcBef>
        <a:buFont typeface="Arial"/>
        <a:buChar char="•"/>
        <a:defRPr sz="1710" kern="1200">
          <a:solidFill>
            <a:schemeClr val="tx1"/>
          </a:solidFill>
          <a:latin typeface="+mn-lt"/>
          <a:ea typeface="+mn-ea"/>
          <a:cs typeface="+mn-cs"/>
        </a:defRPr>
      </a:lvl7pPr>
      <a:lvl8pPr marL="2932408" indent="-195494" algn="l" defTabSz="390987" rtl="0" eaLnBrk="1" latinLnBrk="0" hangingPunct="1">
        <a:spcBef>
          <a:spcPct val="20000"/>
        </a:spcBef>
        <a:buFont typeface="Arial"/>
        <a:buChar char="•"/>
        <a:defRPr sz="1710" kern="1200">
          <a:solidFill>
            <a:schemeClr val="tx1"/>
          </a:solidFill>
          <a:latin typeface="+mn-lt"/>
          <a:ea typeface="+mn-ea"/>
          <a:cs typeface="+mn-cs"/>
        </a:defRPr>
      </a:lvl8pPr>
      <a:lvl9pPr marL="3323395" indent="-195494" algn="l" defTabSz="390987" rtl="0" eaLnBrk="1" latinLnBrk="0" hangingPunct="1">
        <a:spcBef>
          <a:spcPct val="20000"/>
        </a:spcBef>
        <a:buFont typeface="Arial"/>
        <a:buChar char="•"/>
        <a:defRPr sz="171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39098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1pPr>
      <a:lvl2pPr marL="390987" algn="l" defTabSz="39098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2pPr>
      <a:lvl3pPr marL="781976" algn="l" defTabSz="39098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3pPr>
      <a:lvl4pPr marL="1172963" algn="l" defTabSz="39098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4pPr>
      <a:lvl5pPr marL="1563951" algn="l" defTabSz="39098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5pPr>
      <a:lvl6pPr marL="1954938" algn="l" defTabSz="39098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6pPr>
      <a:lvl7pPr marL="2345927" algn="l" defTabSz="39098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7pPr>
      <a:lvl8pPr marL="2736914" algn="l" defTabSz="39098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8pPr>
      <a:lvl9pPr marL="3127902" algn="l" defTabSz="390987" rtl="0" eaLnBrk="1" latinLnBrk="0" hangingPunct="1">
        <a:defRPr sz="15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C25B3C3-1599-4AC0-B93B-9B0090BE44B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29284607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8" imgW="272" imgH="272" progId="TCLayout.ActiveDocument.1">
                  <p:embed/>
                </p:oleObj>
              </mc:Choice>
              <mc:Fallback>
                <p:oleObj name="Diapositive think-cell" r:id="rId8" imgW="272" imgH="272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C25B3C3-1599-4AC0-B93B-9B0090BE44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Shape, rectangle&#10;&#10;Description automatically generated">
            <a:extLst>
              <a:ext uri="{FF2B5EF4-FFF2-40B4-BE49-F238E27FC236}">
                <a16:creationId xmlns:a16="http://schemas.microsoft.com/office/drawing/2014/main" id="{41BC2CCD-ACFC-5F4B-845E-6B554A2DA7A3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" y="0"/>
            <a:ext cx="9507521" cy="1915459"/>
          </a:xfrm>
          <a:prstGeom prst="rect">
            <a:avLst/>
          </a:prstGeom>
        </p:spPr>
      </p:pic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771787" y="696000"/>
            <a:ext cx="6364448" cy="82271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noProof="0"/>
              <a:t>TITLE GOES HERE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20AA8-1E03-0144-A325-F7E99DE24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67695" y="119864"/>
            <a:ext cx="504092" cy="20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2BC265E-D546-8846-A983-9A041AD6C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9351" y="3007869"/>
            <a:ext cx="5726885" cy="132085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pic>
        <p:nvPicPr>
          <p:cNvPr id="9" name="Picture 8" descr="A picture containing logo&#10;&#10;Description automatically generated">
            <a:extLst>
              <a:ext uri="{FF2B5EF4-FFF2-40B4-BE49-F238E27FC236}">
                <a16:creationId xmlns:a16="http://schemas.microsoft.com/office/drawing/2014/main" id="{0D92D0AF-D4D3-4EE8-63F5-67F689BFE6F8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32533" y="6146800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186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840" r:id="rId1"/>
    <p:sldLayoutId id="2147484841" r:id="rId2"/>
    <p:sldLayoutId id="2147484842" r:id="rId3"/>
    <p:sldLayoutId id="2147484843" r:id="rId4"/>
    <p:sldLayoutId id="2147484844" r:id="rId5"/>
  </p:sldLayoutIdLst>
  <p:hf hdr="0"/>
  <p:txStyles>
    <p:titleStyle>
      <a:lvl1pPr algn="l" defTabSz="521316" rtl="0" eaLnBrk="1" latinLnBrk="0" hangingPunct="1">
        <a:lnSpc>
          <a:spcPts val="2667"/>
        </a:lnSpc>
        <a:spcBef>
          <a:spcPct val="0"/>
        </a:spcBef>
        <a:buNone/>
        <a:defRPr sz="2667" b="1" i="0" kern="1200" cap="all" spc="67" baseline="0">
          <a:solidFill>
            <a:schemeClr val="bg2"/>
          </a:solidFill>
          <a:latin typeface="+mj-lt"/>
          <a:ea typeface="+mj-ea"/>
          <a:cs typeface="IvyMode SemiBold" panose="020B0404020101010102" pitchFamily="34" charset="0"/>
        </a:defRPr>
      </a:lvl1pPr>
    </p:titleStyle>
    <p:bodyStyle>
      <a:lvl1pPr marL="0" indent="0" algn="l" defTabSz="521316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2"/>
          </a:solidFill>
          <a:latin typeface="+mn-lt"/>
          <a:ea typeface="+mn-ea"/>
          <a:cs typeface="+mn-cs"/>
        </a:defRPr>
      </a:lvl1pPr>
      <a:lvl2pPr marL="521316" indent="0" algn="l" defTabSz="521316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2"/>
          </a:solidFill>
          <a:latin typeface="+mn-lt"/>
          <a:ea typeface="+mn-ea"/>
          <a:cs typeface="+mn-cs"/>
        </a:defRPr>
      </a:lvl2pPr>
      <a:lvl3pPr marL="1042634" indent="0" algn="l" defTabSz="521316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2"/>
          </a:solidFill>
          <a:latin typeface="+mn-lt"/>
          <a:ea typeface="+mn-ea"/>
          <a:cs typeface="+mn-cs"/>
        </a:defRPr>
      </a:lvl3pPr>
      <a:lvl4pPr marL="1563950" indent="0" algn="l" defTabSz="521316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2"/>
          </a:solidFill>
          <a:latin typeface="+mn-lt"/>
          <a:ea typeface="+mn-ea"/>
          <a:cs typeface="+mn-cs"/>
        </a:defRPr>
      </a:lvl4pPr>
      <a:lvl5pPr marL="2085268" indent="0" algn="l" defTabSz="521316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2"/>
          </a:solidFill>
          <a:latin typeface="+mn-lt"/>
          <a:ea typeface="+mn-ea"/>
          <a:cs typeface="+mn-cs"/>
        </a:defRPr>
      </a:lvl5pPr>
      <a:lvl6pPr marL="2867243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6pPr>
      <a:lvl7pPr marL="3388559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7pPr>
      <a:lvl8pPr marL="3909877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8pPr>
      <a:lvl9pPr marL="4431193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1pPr>
      <a:lvl2pPr marL="521316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2pPr>
      <a:lvl3pPr marL="1042634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3pPr>
      <a:lvl4pPr marL="1563950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4pPr>
      <a:lvl5pPr marL="2085268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5pPr>
      <a:lvl6pPr marL="2606584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6pPr>
      <a:lvl7pPr marL="3127902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7pPr>
      <a:lvl8pPr marL="3649218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8pPr>
      <a:lvl9pPr marL="4170536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A61C9ADB-D2EE-4EF0-8DF5-A4758A62A43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53863276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4" imgW="338" imgH="338" progId="TCLayout.ActiveDocument.1">
                  <p:embed/>
                </p:oleObj>
              </mc:Choice>
              <mc:Fallback>
                <p:oleObj name="Diapositive think-cell" r:id="rId4" imgW="338" imgH="338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A61C9ADB-D2EE-4EF0-8DF5-A4758A62A4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 descr="Shape&#10;&#10;Description automatically generated">
            <a:extLst>
              <a:ext uri="{FF2B5EF4-FFF2-40B4-BE49-F238E27FC236}">
                <a16:creationId xmlns:a16="http://schemas.microsoft.com/office/drawing/2014/main" id="{C4841187-E1AF-5343-9FD4-CC267EC2A8B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747125" y="2998256"/>
            <a:ext cx="6839993" cy="430744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r>
              <a:rPr lang="en-GB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8B8A12-F6D6-7D45-9E9E-F680CEB3F3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47124" y="6135724"/>
            <a:ext cx="3583939" cy="25056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600">
                <a:solidFill>
                  <a:schemeClr val="bg2"/>
                </a:solidFill>
              </a:defRPr>
            </a:lvl1pPr>
          </a:lstStyle>
          <a:p>
            <a:fld id="{F5E8AD73-F7E8-CF4A-8555-B6CA25430F3F}" type="datetimeFigureOut">
              <a:rPr lang="en-US" smtClean="0"/>
              <a:pPr/>
              <a:t>6/12/2026</a:t>
            </a:fld>
            <a:endParaRPr lang="en-US"/>
          </a:p>
        </p:txBody>
      </p:sp>
      <p:pic>
        <p:nvPicPr>
          <p:cNvPr id="6" name="Picture 5" descr="Logo&#10;&#10;Description automatically generated with low confidence">
            <a:extLst>
              <a:ext uri="{FF2B5EF4-FFF2-40B4-BE49-F238E27FC236}">
                <a16:creationId xmlns:a16="http://schemas.microsoft.com/office/drawing/2014/main" id="{80944110-F9E1-094E-8BEA-4DB9494A8A6D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768433" y="5750948"/>
            <a:ext cx="942704" cy="769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58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846" r:id="rId1"/>
  </p:sldLayoutIdLst>
  <p:hf hdr="0"/>
  <p:txStyles>
    <p:titleStyle>
      <a:lvl1pPr algn="l" defTabSz="521316" rtl="0" eaLnBrk="1" latinLnBrk="0" hangingPunct="1">
        <a:lnSpc>
          <a:spcPts val="4000"/>
        </a:lnSpc>
        <a:spcBef>
          <a:spcPct val="0"/>
        </a:spcBef>
        <a:buNone/>
        <a:defRPr sz="3733" b="1" i="0" kern="0" cap="all" spc="53" baseline="0">
          <a:solidFill>
            <a:schemeClr val="bg2"/>
          </a:solidFill>
          <a:latin typeface="+mj-lt"/>
          <a:ea typeface="+mj-ea"/>
          <a:cs typeface="IvyMode SemiBold" panose="020B0404020101010102" pitchFamily="34" charset="0"/>
        </a:defRPr>
      </a:lvl1pPr>
    </p:titleStyle>
    <p:bodyStyle>
      <a:lvl1pPr marL="390988" indent="-390988" algn="l" defTabSz="521316" rtl="0" eaLnBrk="1" latinLnBrk="0" hangingPunct="1">
        <a:spcBef>
          <a:spcPct val="20000"/>
        </a:spcBef>
        <a:buFont typeface="Arial"/>
        <a:buChar char="•"/>
        <a:defRPr sz="3649" kern="1200">
          <a:solidFill>
            <a:schemeClr val="tx1"/>
          </a:solidFill>
          <a:latin typeface="+mn-lt"/>
          <a:ea typeface="+mn-ea"/>
          <a:cs typeface="+mn-cs"/>
        </a:defRPr>
      </a:lvl1pPr>
      <a:lvl2pPr marL="847140" indent="-325823" algn="l" defTabSz="521316" rtl="0" eaLnBrk="1" latinLnBrk="0" hangingPunct="1">
        <a:spcBef>
          <a:spcPct val="20000"/>
        </a:spcBef>
        <a:buFont typeface="Arial"/>
        <a:buChar char="–"/>
        <a:defRPr sz="3193" kern="1200">
          <a:solidFill>
            <a:schemeClr val="tx1"/>
          </a:solidFill>
          <a:latin typeface="+mn-lt"/>
          <a:ea typeface="+mn-ea"/>
          <a:cs typeface="+mn-cs"/>
        </a:defRPr>
      </a:lvl2pPr>
      <a:lvl3pPr marL="1303293" indent="-260659" algn="l" defTabSz="521316" rtl="0" eaLnBrk="1" latinLnBrk="0" hangingPunct="1">
        <a:spcBef>
          <a:spcPct val="20000"/>
        </a:spcBef>
        <a:buFont typeface="Arial"/>
        <a:buChar char="•"/>
        <a:defRPr sz="2736" kern="1200">
          <a:solidFill>
            <a:schemeClr val="tx1"/>
          </a:solidFill>
          <a:latin typeface="+mn-lt"/>
          <a:ea typeface="+mn-ea"/>
          <a:cs typeface="+mn-cs"/>
        </a:defRPr>
      </a:lvl3pPr>
      <a:lvl4pPr marL="1824609" indent="-260659" algn="l" defTabSz="521316" rtl="0" eaLnBrk="1" latinLnBrk="0" hangingPunct="1">
        <a:spcBef>
          <a:spcPct val="20000"/>
        </a:spcBef>
        <a:buFont typeface="Arial"/>
        <a:buChar char="–"/>
        <a:defRPr sz="2280" kern="1200">
          <a:solidFill>
            <a:schemeClr val="tx1"/>
          </a:solidFill>
          <a:latin typeface="+mn-lt"/>
          <a:ea typeface="+mn-ea"/>
          <a:cs typeface="+mn-cs"/>
        </a:defRPr>
      </a:lvl4pPr>
      <a:lvl5pPr marL="2345925" indent="-260659" algn="l" defTabSz="521316" rtl="0" eaLnBrk="1" latinLnBrk="0" hangingPunct="1">
        <a:spcBef>
          <a:spcPct val="20000"/>
        </a:spcBef>
        <a:buFont typeface="Arial"/>
        <a:buChar char="»"/>
        <a:defRPr sz="2280" kern="1200">
          <a:solidFill>
            <a:schemeClr val="tx1"/>
          </a:solidFill>
          <a:latin typeface="+mn-lt"/>
          <a:ea typeface="+mn-ea"/>
          <a:cs typeface="+mn-cs"/>
        </a:defRPr>
      </a:lvl5pPr>
      <a:lvl6pPr marL="2867243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6pPr>
      <a:lvl7pPr marL="3388559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7pPr>
      <a:lvl8pPr marL="3909877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8pPr>
      <a:lvl9pPr marL="4431193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1pPr>
      <a:lvl2pPr marL="521316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2pPr>
      <a:lvl3pPr marL="1042634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3pPr>
      <a:lvl4pPr marL="1563950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4pPr>
      <a:lvl5pPr marL="2085268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5pPr>
      <a:lvl6pPr marL="2606584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6pPr>
      <a:lvl7pPr marL="3127902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7pPr>
      <a:lvl8pPr marL="3649218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8pPr>
      <a:lvl9pPr marL="4170536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F6DDE2A3-62FC-452E-8DCE-6F688C1119C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723364556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14" imgW="338" imgH="338" progId="TCLayout.ActiveDocument.1">
                  <p:embed/>
                </p:oleObj>
              </mc:Choice>
              <mc:Fallback>
                <p:oleObj name="Diapositive think-cell" r:id="rId14" imgW="338" imgH="338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F6DDE2A3-62FC-452E-8DCE-6F688C1119C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 descr="Shape&#10;&#10;Description automatically generated">
            <a:extLst>
              <a:ext uri="{FF2B5EF4-FFF2-40B4-BE49-F238E27FC236}">
                <a16:creationId xmlns:a16="http://schemas.microsoft.com/office/drawing/2014/main" id="{03676D55-C47B-534E-ABA6-BEA7922AA0CB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2369" y="-26317"/>
            <a:ext cx="1263941" cy="539736"/>
          </a:xfrm>
          <a:prstGeom prst="rect">
            <a:avLst/>
          </a:prstGeom>
        </p:spPr>
      </p:pic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771787" y="696002"/>
            <a:ext cx="6364448" cy="77766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noProof="0"/>
              <a:t>TITLE GOES HERE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20AA8-1E03-0144-A325-F7E99DE24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67695" y="119864"/>
            <a:ext cx="504092" cy="20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rtl="0">
              <a:defRPr sz="1200" b="0" i="0" baseline="0">
                <a:solidFill>
                  <a:schemeClr val="accent1"/>
                </a:solidFill>
                <a:latin typeface="+mn-lt"/>
              </a:defRPr>
            </a:lvl1pPr>
          </a:lstStyle>
          <a:p>
            <a:fld id="{29CAE5FC-86E1-1448-8EC3-A22E1B31C8C0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2BC265E-D546-8846-A983-9A041AD6C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1788" y="3007869"/>
            <a:ext cx="6364448" cy="132085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0" name="Picture 9" descr="A picture containing logo&#10;&#10;Description automatically generated">
            <a:extLst>
              <a:ext uri="{FF2B5EF4-FFF2-40B4-BE49-F238E27FC236}">
                <a16:creationId xmlns:a16="http://schemas.microsoft.com/office/drawing/2014/main" id="{2B67DF81-D1D2-A396-A04D-DB92ACF9010B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32533" y="6146800"/>
            <a:ext cx="1659467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389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848" r:id="rId1"/>
    <p:sldLayoutId id="2147484849" r:id="rId2"/>
    <p:sldLayoutId id="2147484850" r:id="rId3"/>
    <p:sldLayoutId id="2147484851" r:id="rId4"/>
    <p:sldLayoutId id="2147484852" r:id="rId5"/>
    <p:sldLayoutId id="2147484853" r:id="rId6"/>
    <p:sldLayoutId id="2147484854" r:id="rId7"/>
    <p:sldLayoutId id="2147484855" r:id="rId8"/>
    <p:sldLayoutId id="2147484856" r:id="rId9"/>
    <p:sldLayoutId id="2147484857" r:id="rId10"/>
    <p:sldLayoutId id="2147484858" r:id="rId11"/>
  </p:sldLayoutIdLst>
  <p:hf hdr="0"/>
  <p:txStyles>
    <p:titleStyle>
      <a:lvl1pPr algn="l" defTabSz="521303" rtl="0" eaLnBrk="1" latinLnBrk="0" hangingPunct="1">
        <a:lnSpc>
          <a:spcPts val="2667"/>
        </a:lnSpc>
        <a:spcBef>
          <a:spcPct val="0"/>
        </a:spcBef>
        <a:buNone/>
        <a:defRPr sz="2667" b="1" i="0" kern="1200" cap="all" spc="67" baseline="0">
          <a:solidFill>
            <a:schemeClr val="accent1"/>
          </a:solidFill>
          <a:latin typeface="+mj-lt"/>
          <a:ea typeface="+mj-ea"/>
          <a:cs typeface="IvyMode SemiBold" panose="020B0404020101010102" pitchFamily="34" charset="0"/>
        </a:defRPr>
      </a:lvl1pPr>
    </p:titleStyle>
    <p:bodyStyle>
      <a:lvl1pPr marL="0" indent="0" algn="l" defTabSz="521303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4"/>
          </a:solidFill>
          <a:latin typeface="+mn-lt"/>
          <a:ea typeface="+mn-ea"/>
          <a:cs typeface="+mn-cs"/>
        </a:defRPr>
      </a:lvl1pPr>
      <a:lvl2pPr marL="521303" indent="0" algn="l" defTabSz="521303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4"/>
          </a:solidFill>
          <a:latin typeface="+mn-lt"/>
          <a:ea typeface="+mn-ea"/>
          <a:cs typeface="+mn-cs"/>
        </a:defRPr>
      </a:lvl2pPr>
      <a:lvl3pPr marL="1042609" indent="0" algn="l" defTabSz="521303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4"/>
          </a:solidFill>
          <a:latin typeface="+mn-lt"/>
          <a:ea typeface="+mn-ea"/>
          <a:cs typeface="+mn-cs"/>
        </a:defRPr>
      </a:lvl3pPr>
      <a:lvl4pPr marL="1563912" indent="0" algn="l" defTabSz="521303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4"/>
          </a:solidFill>
          <a:latin typeface="+mn-lt"/>
          <a:ea typeface="+mn-ea"/>
          <a:cs typeface="+mn-cs"/>
        </a:defRPr>
      </a:lvl4pPr>
      <a:lvl5pPr marL="2085216" indent="0" algn="l" defTabSz="521303" rtl="0" eaLnBrk="1" latinLnBrk="0" hangingPunct="1">
        <a:lnSpc>
          <a:spcPts val="1467"/>
        </a:lnSpc>
        <a:spcBef>
          <a:spcPts val="0"/>
        </a:spcBef>
        <a:spcAft>
          <a:spcPts val="667"/>
        </a:spcAft>
        <a:buFont typeface="Arial"/>
        <a:buNone/>
        <a:defRPr sz="1333" b="0" i="0" kern="1200" baseline="0">
          <a:solidFill>
            <a:schemeClr val="accent4"/>
          </a:solidFill>
          <a:latin typeface="+mn-lt"/>
          <a:ea typeface="+mn-ea"/>
          <a:cs typeface="+mn-cs"/>
        </a:defRPr>
      </a:lvl5pPr>
      <a:lvl6pPr marL="2867171" indent="-260652" algn="l" defTabSz="521303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6pPr>
      <a:lvl7pPr marL="3388474" indent="-260652" algn="l" defTabSz="521303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7pPr>
      <a:lvl8pPr marL="3909780" indent="-260652" algn="l" defTabSz="521303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8pPr>
      <a:lvl9pPr marL="4431083" indent="-260652" algn="l" defTabSz="521303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1pPr>
      <a:lvl2pPr marL="521303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2pPr>
      <a:lvl3pPr marL="1042609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3pPr>
      <a:lvl4pPr marL="1563912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4pPr>
      <a:lvl5pPr marL="2085216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5pPr>
      <a:lvl6pPr marL="2606519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6pPr>
      <a:lvl7pPr marL="3127824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7pPr>
      <a:lvl8pPr marL="3649127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8pPr>
      <a:lvl9pPr marL="4170432" algn="l" defTabSz="521303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E30890F-E90F-4B28-94D9-90E2D29FA5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3052344283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9" imgW="338" imgH="338" progId="TCLayout.ActiveDocument.1">
                  <p:embed/>
                </p:oleObj>
              </mc:Choice>
              <mc:Fallback>
                <p:oleObj name="Diapositive think-cell" r:id="rId9" imgW="338" imgH="338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E30890F-E90F-4B28-94D9-90E2D29FA5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747125" y="2998256"/>
            <a:ext cx="6839993" cy="430744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r>
              <a:rPr lang="en-GB"/>
              <a:t>Presentation title</a:t>
            </a: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EE462B25-4DB3-5538-5613-9B0B2D4525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67695" y="119864"/>
            <a:ext cx="504092" cy="20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fld id="{29CAE5FC-86E1-1448-8EC3-A22E1B31C8C0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980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860" r:id="rId1"/>
    <p:sldLayoutId id="2147484861" r:id="rId2"/>
    <p:sldLayoutId id="2147484862" r:id="rId3"/>
    <p:sldLayoutId id="2147484863" r:id="rId4"/>
    <p:sldLayoutId id="2147484864" r:id="rId5"/>
    <p:sldLayoutId id="2147484865" r:id="rId6"/>
  </p:sldLayoutIdLst>
  <p:hf hdr="0"/>
  <p:txStyles>
    <p:titleStyle>
      <a:lvl1pPr algn="l" defTabSz="521316" rtl="0" eaLnBrk="1" latinLnBrk="0" hangingPunct="1">
        <a:lnSpc>
          <a:spcPts val="4000"/>
        </a:lnSpc>
        <a:spcBef>
          <a:spcPct val="0"/>
        </a:spcBef>
        <a:buNone/>
        <a:defRPr sz="3733" b="1" i="0" kern="0" cap="all" spc="53" baseline="0">
          <a:solidFill>
            <a:schemeClr val="bg2"/>
          </a:solidFill>
          <a:latin typeface="+mj-lt"/>
          <a:ea typeface="+mj-ea"/>
          <a:cs typeface="IvyMode SemiBold" panose="020B0404020101010102" pitchFamily="34" charset="0"/>
        </a:defRPr>
      </a:lvl1pPr>
    </p:titleStyle>
    <p:bodyStyle>
      <a:lvl1pPr marL="390988" indent="-390988" algn="l" defTabSz="521316" rtl="0" eaLnBrk="1" latinLnBrk="0" hangingPunct="1">
        <a:spcBef>
          <a:spcPct val="20000"/>
        </a:spcBef>
        <a:buFont typeface="Arial"/>
        <a:buChar char="•"/>
        <a:defRPr sz="3649" kern="1200">
          <a:solidFill>
            <a:schemeClr val="tx1"/>
          </a:solidFill>
          <a:latin typeface="+mn-lt"/>
          <a:ea typeface="+mn-ea"/>
          <a:cs typeface="+mn-cs"/>
        </a:defRPr>
      </a:lvl1pPr>
      <a:lvl2pPr marL="847140" indent="-325823" algn="l" defTabSz="521316" rtl="0" eaLnBrk="1" latinLnBrk="0" hangingPunct="1">
        <a:spcBef>
          <a:spcPct val="20000"/>
        </a:spcBef>
        <a:buFont typeface="Arial"/>
        <a:buChar char="–"/>
        <a:defRPr sz="3193" kern="1200">
          <a:solidFill>
            <a:schemeClr val="tx1"/>
          </a:solidFill>
          <a:latin typeface="+mn-lt"/>
          <a:ea typeface="+mn-ea"/>
          <a:cs typeface="+mn-cs"/>
        </a:defRPr>
      </a:lvl2pPr>
      <a:lvl3pPr marL="1303293" indent="-260659" algn="l" defTabSz="521316" rtl="0" eaLnBrk="1" latinLnBrk="0" hangingPunct="1">
        <a:spcBef>
          <a:spcPct val="20000"/>
        </a:spcBef>
        <a:buFont typeface="Arial"/>
        <a:buChar char="•"/>
        <a:defRPr sz="2736" kern="1200">
          <a:solidFill>
            <a:schemeClr val="tx1"/>
          </a:solidFill>
          <a:latin typeface="+mn-lt"/>
          <a:ea typeface="+mn-ea"/>
          <a:cs typeface="+mn-cs"/>
        </a:defRPr>
      </a:lvl3pPr>
      <a:lvl4pPr marL="1824609" indent="-260659" algn="l" defTabSz="521316" rtl="0" eaLnBrk="1" latinLnBrk="0" hangingPunct="1">
        <a:spcBef>
          <a:spcPct val="20000"/>
        </a:spcBef>
        <a:buFont typeface="Arial"/>
        <a:buChar char="–"/>
        <a:defRPr sz="2280" kern="1200">
          <a:solidFill>
            <a:schemeClr val="tx1"/>
          </a:solidFill>
          <a:latin typeface="+mn-lt"/>
          <a:ea typeface="+mn-ea"/>
          <a:cs typeface="+mn-cs"/>
        </a:defRPr>
      </a:lvl4pPr>
      <a:lvl5pPr marL="2345925" indent="-260659" algn="l" defTabSz="521316" rtl="0" eaLnBrk="1" latinLnBrk="0" hangingPunct="1">
        <a:spcBef>
          <a:spcPct val="20000"/>
        </a:spcBef>
        <a:buFont typeface="Arial"/>
        <a:buChar char="»"/>
        <a:defRPr sz="2280" kern="1200">
          <a:solidFill>
            <a:schemeClr val="tx1"/>
          </a:solidFill>
          <a:latin typeface="+mn-lt"/>
          <a:ea typeface="+mn-ea"/>
          <a:cs typeface="+mn-cs"/>
        </a:defRPr>
      </a:lvl5pPr>
      <a:lvl6pPr marL="2867243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6pPr>
      <a:lvl7pPr marL="3388559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7pPr>
      <a:lvl8pPr marL="3909877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8pPr>
      <a:lvl9pPr marL="4431193" indent="-260659" algn="l" defTabSz="521316" rtl="0" eaLnBrk="1" latinLnBrk="0" hangingPunct="1">
        <a:spcBef>
          <a:spcPct val="20000"/>
        </a:spcBef>
        <a:buFont typeface="Arial"/>
        <a:buChar char="•"/>
        <a:defRPr sz="22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1pPr>
      <a:lvl2pPr marL="521316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2pPr>
      <a:lvl3pPr marL="1042634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3pPr>
      <a:lvl4pPr marL="1563950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4pPr>
      <a:lvl5pPr marL="2085268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5pPr>
      <a:lvl6pPr marL="2606584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6pPr>
      <a:lvl7pPr marL="3127902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7pPr>
      <a:lvl8pPr marL="3649218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8pPr>
      <a:lvl9pPr marL="4170536" algn="l" defTabSz="521316" rtl="0" eaLnBrk="1" latinLnBrk="0" hangingPunct="1">
        <a:defRPr sz="20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Layout" Target="../slideLayouts/slideLayout51.xml"/><Relationship Id="rId1" Type="http://schemas.openxmlformats.org/officeDocument/2006/relationships/tags" Target="../tags/tag94.xml"/><Relationship Id="rId4" Type="http://schemas.openxmlformats.org/officeDocument/2006/relationships/image" Target="../media/image7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537436C1-0B26-4BAF-B940-BBA0AF9B49E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338" imgH="338" progId="TCLayout.ActiveDocument.1">
                  <p:embed/>
                </p:oleObj>
              </mc:Choice>
              <mc:Fallback>
                <p:oleObj name="Diapositive think-cell" r:id="rId3" imgW="338" imgH="338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537436C1-0B26-4BAF-B940-BBA0AF9B49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E73E0B3E-325A-8847-9B6D-4C6FB8FC8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835" y="2385943"/>
            <a:ext cx="10632076" cy="430744"/>
          </a:xfrm>
        </p:spPr>
        <p:txBody>
          <a:bodyPr vert="horz"/>
          <a:lstStyle/>
          <a:p>
            <a:r>
              <a:rPr lang="en-US"/>
              <a:t>Réunion de marché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A32DA6-86D9-A14B-88E6-2986B12295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9836" y="2940804"/>
            <a:ext cx="10632075" cy="250563"/>
          </a:xfrm>
        </p:spPr>
        <p:txBody>
          <a:bodyPr lIns="0" tIns="0" rIns="0" bIns="0" anchor="t"/>
          <a:lstStyle/>
          <a:p>
            <a:r>
              <a:rPr lang="fr-FR" sz="1850"/>
              <a:t>09/06/2026</a:t>
            </a:r>
            <a:endParaRPr lang="en-US"/>
          </a:p>
        </p:txBody>
      </p:sp>
      <p:sp>
        <p:nvSpPr>
          <p:cNvPr id="6" name="Espace réservé du texte 6">
            <a:extLst>
              <a:ext uri="{FF2B5EF4-FFF2-40B4-BE49-F238E27FC236}">
                <a16:creationId xmlns:a16="http://schemas.microsoft.com/office/drawing/2014/main" id="{DD99818F-9197-4FDE-846A-7938FB95B618}"/>
              </a:ext>
            </a:extLst>
          </p:cNvPr>
          <p:cNvSpPr txBox="1">
            <a:spLocks/>
          </p:cNvSpPr>
          <p:nvPr/>
        </p:nvSpPr>
        <p:spPr>
          <a:xfrm>
            <a:off x="583635" y="3315484"/>
            <a:ext cx="10416059" cy="1071581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defRPr lang="en-GB" sz="1530" b="0" kern="1200" baseline="0">
                <a:solidFill>
                  <a:srgbClr val="8B8E8F"/>
                </a:solidFill>
                <a:latin typeface="Arial"/>
                <a:ea typeface="+mn-ea"/>
                <a:cs typeface="Arial"/>
                <a:sym typeface="Arial"/>
              </a:defRPr>
            </a:lvl1pPr>
            <a:lvl2pPr marL="180975" indent="-180975" algn="l" defTabSz="457200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Wingdings" pitchFamily="2" charset="2"/>
              <a:buChar char="§"/>
              <a:defRPr lang="en-GB" sz="1300" kern="1200" dirty="0" smtClean="0">
                <a:solidFill>
                  <a:schemeClr val="tx1"/>
                </a:solidFill>
                <a:latin typeface="Arial"/>
                <a:ea typeface="+mn-ea"/>
                <a:cs typeface="Arial"/>
                <a:sym typeface="Arial"/>
              </a:defRPr>
            </a:lvl2pPr>
            <a:lvl3pPr marL="361950" indent="-180975" algn="l" defTabSz="457200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Arial" pitchFamily="34" charset="0"/>
              <a:buChar char="•"/>
              <a:defRPr lang="en-GB" sz="1300" kern="1200" dirty="0" smtClean="0">
                <a:solidFill>
                  <a:schemeClr val="tx1"/>
                </a:solidFill>
                <a:latin typeface="Arial"/>
                <a:ea typeface="+mn-ea"/>
                <a:cs typeface="Arial"/>
                <a:sym typeface="Arial"/>
              </a:defRPr>
            </a:lvl3pPr>
            <a:lvl4pPr marL="542925" indent="-187325" algn="l" defTabSz="457200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Symbol" pitchFamily="18" charset="2"/>
              <a:buChar char="-"/>
              <a:defRPr lang="en-GB" sz="1300" kern="1200" dirty="0" smtClean="0">
                <a:solidFill>
                  <a:schemeClr val="tx1"/>
                </a:solidFill>
                <a:latin typeface="Arial"/>
                <a:ea typeface="+mn-ea"/>
                <a:cs typeface="Arial"/>
                <a:sym typeface="Arial"/>
              </a:defRPr>
            </a:lvl4pPr>
            <a:lvl5pPr marL="909638" indent="-179388" algn="l" defTabSz="457200" rtl="0" eaLnBrk="1" fontAlgn="base" hangingPunct="1">
              <a:lnSpc>
                <a:spcPts val="1200"/>
              </a:lnSpc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Wingdings" pitchFamily="2" charset="2"/>
              <a:buChar char="Ø"/>
              <a:defRPr lang="en-GB" sz="1000" kern="1200" dirty="0">
                <a:solidFill>
                  <a:schemeClr val="tx1"/>
                </a:solidFill>
                <a:latin typeface="+mn-lt"/>
                <a:ea typeface="+mn-ea"/>
                <a:cs typeface="Arial Regular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n-US" sz="1600" b="1" u="sng" dirty="0">
                <a:solidFill>
                  <a:srgbClr val="FFFFFF"/>
                </a:solidFill>
              </a:rPr>
              <a:t>Agenda: </a:t>
            </a:r>
          </a:p>
          <a:p>
            <a:pPr defTabSz="609585"/>
            <a:endParaRPr lang="en-US" sz="400" b="1" u="sng" dirty="0">
              <a:solidFill>
                <a:srgbClr val="FFFFFF"/>
              </a:solidFill>
            </a:endParaRPr>
          </a:p>
          <a:p>
            <a:pPr defTabSz="609585"/>
            <a:endParaRPr lang="en-US" sz="400" dirty="0">
              <a:solidFill>
                <a:srgbClr val="FFFFFF"/>
              </a:solidFill>
            </a:endParaRPr>
          </a:p>
          <a:p>
            <a:pPr defTabSz="609585"/>
            <a:r>
              <a:rPr lang="en-US" sz="1600" dirty="0">
                <a:solidFill>
                  <a:srgbClr val="FFFFFF"/>
                </a:solidFill>
              </a:rPr>
              <a:t>1. Weekly Macro &amp; Market Catch Up</a:t>
            </a:r>
            <a:endParaRPr lang="en-US" sz="400" dirty="0">
              <a:solidFill>
                <a:srgbClr val="FFFFFF"/>
              </a:solidFill>
            </a:endParaRPr>
          </a:p>
          <a:p>
            <a:pPr defTabSz="609585"/>
            <a:endParaRPr lang="en-US" sz="500" dirty="0">
              <a:solidFill>
                <a:srgbClr val="FFFFFF"/>
              </a:solidFill>
            </a:endParaRPr>
          </a:p>
          <a:p>
            <a:pPr defTabSz="609585"/>
            <a:r>
              <a:rPr lang="en-US" sz="1600" dirty="0">
                <a:solidFill>
                  <a:srgbClr val="FFFFFF"/>
                </a:solidFill>
              </a:rPr>
              <a:t>2. </a:t>
            </a:r>
            <a:r>
              <a:rPr lang="fr-FR" sz="1600" dirty="0">
                <a:solidFill>
                  <a:srgbClr val="FFFFFF"/>
                </a:solidFill>
              </a:rPr>
              <a:t>Quantum</a:t>
            </a:r>
            <a:endParaRPr lang="en-US" sz="1600" noProof="0" dirty="0">
              <a:solidFill>
                <a:srgbClr val="FFFFFF"/>
              </a:solidFill>
            </a:endParaRPr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B0C7D741-CCE9-4AEF-A75F-DFD7F2F440F6}"/>
              </a:ext>
            </a:extLst>
          </p:cNvPr>
          <p:cNvSpPr txBox="1">
            <a:spLocks/>
          </p:cNvSpPr>
          <p:nvPr/>
        </p:nvSpPr>
        <p:spPr>
          <a:xfrm>
            <a:off x="766174" y="5971249"/>
            <a:ext cx="8557034" cy="886751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457200" rtl="0" eaLnBrk="1" latinLnBrk="0" hangingPunct="1">
              <a:lnSpc>
                <a:spcPts val="3500"/>
              </a:lnSpc>
              <a:spcBef>
                <a:spcPct val="0"/>
              </a:spcBef>
              <a:buNone/>
              <a:defRPr sz="3300" b="1" i="0" kern="1200" baseline="0">
                <a:solidFill>
                  <a:schemeClr val="tx2"/>
                </a:solidFill>
                <a:latin typeface="Arial"/>
                <a:ea typeface="+mj-ea"/>
                <a:cs typeface="+mj-cs"/>
              </a:defRPr>
            </a:lvl1pPr>
          </a:lstStyle>
          <a:p>
            <a:r>
              <a:rPr lang="en-US" sz="1428" i="1">
                <a:solidFill>
                  <a:schemeClr val="bg1"/>
                </a:solidFill>
              </a:rPr>
              <a:t>STRICTLY PRIVATE AND CONFIDENTIAL – NOT TO BE CIRCULATED</a:t>
            </a:r>
          </a:p>
        </p:txBody>
      </p:sp>
    </p:spTree>
    <p:extLst>
      <p:ext uri="{BB962C8B-B14F-4D97-AF65-F5344CB8AC3E}">
        <p14:creationId xmlns:p14="http://schemas.microsoft.com/office/powerpoint/2010/main" val="3026808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B67C890-BBBF-46AC-A9F2-CBF254529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408" y="44616"/>
            <a:ext cx="10822455" cy="300679"/>
          </a:xfrm>
        </p:spPr>
        <p:txBody>
          <a:bodyPr/>
          <a:lstStyle/>
          <a:p>
            <a:r>
              <a:rPr lang="en-US" sz="1600" b="1"/>
              <a:t>Weekly macro </a:t>
            </a:r>
            <a:r>
              <a:rPr lang="en-US" sz="1600"/>
              <a:t>&amp; market </a:t>
            </a:r>
            <a:r>
              <a:rPr lang="en-US" sz="1600" b="1"/>
              <a:t>Catch Up</a:t>
            </a:r>
            <a:endParaRPr lang="en-US" sz="1600" noProof="0"/>
          </a:p>
        </p:txBody>
      </p:sp>
      <p:sp>
        <p:nvSpPr>
          <p:cNvPr id="6" name="Chevron 3">
            <a:extLst>
              <a:ext uri="{FF2B5EF4-FFF2-40B4-BE49-F238E27FC236}">
                <a16:creationId xmlns:a16="http://schemas.microsoft.com/office/drawing/2014/main" id="{150AE148-8EC5-DDE3-095C-B9AF08A8B78F}"/>
              </a:ext>
            </a:extLst>
          </p:cNvPr>
          <p:cNvSpPr/>
          <p:nvPr/>
        </p:nvSpPr>
        <p:spPr>
          <a:xfrm>
            <a:off x="1255471" y="537523"/>
            <a:ext cx="6827825" cy="6093865"/>
          </a:xfrm>
          <a:prstGeom prst="roundRect">
            <a:avLst>
              <a:gd name="adj" fmla="val 7375"/>
            </a:avLst>
          </a:prstGeom>
          <a:solidFill>
            <a:schemeClr val="bg1">
              <a:lumMod val="85000"/>
              <a:alpha val="25000"/>
            </a:schemeClr>
          </a:solidFill>
          <a:ln w="12700" cap="flat" cmpd="sng" algn="ctr">
            <a:noFill/>
            <a:prstDash val="dash"/>
          </a:ln>
          <a:effectLst/>
        </p:spPr>
        <p:txBody>
          <a:bodyPr spcFirstLastPara="0" vert="horz" wrap="square" lIns="12573" tIns="12573" rIns="12573" bIns="12573" numCol="1" spcCol="1270" anchor="t" anchorCtr="0">
            <a:noAutofit/>
          </a:bodyPr>
          <a:lstStyle/>
          <a:p>
            <a:pPr lvl="1" algn="just"/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/>
                <a:ea typeface="+mn-lt"/>
                <a:cs typeface="Arial" panose="020B0604020202020204"/>
              </a:rPr>
              <a:t>Hot Topic: </a:t>
            </a:r>
            <a:r>
              <a:rPr lang="en-US" sz="1200" b="1" kern="0" dirty="0">
                <a:latin typeface="Arial" panose="020B0604020202020204"/>
                <a:ea typeface="+mn-lt"/>
                <a:cs typeface="Arial" panose="020B0604020202020204"/>
              </a:rPr>
              <a:t>US-Iran </a:t>
            </a: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lt"/>
                <a:cs typeface="Arial" panose="020B0604020202020204"/>
              </a:rPr>
              <a:t>war </a:t>
            </a: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lt"/>
                <a:cs typeface="Arial" panose="020B0604020202020204"/>
                <a:sym typeface="Wingdings" panose="05000000000000000000" pitchFamily="2" charset="2"/>
              </a:rPr>
              <a:t> </a:t>
            </a: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lt"/>
                <a:cs typeface="Arial" panose="020B0604020202020204"/>
              </a:rPr>
              <a:t>inflation pressures </a:t>
            </a: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lt"/>
                <a:cs typeface="Arial" panose="020B0604020202020204"/>
                <a:sym typeface="Wingdings" panose="05000000000000000000" pitchFamily="2" charset="2"/>
              </a:rPr>
              <a:t></a:t>
            </a: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lt"/>
                <a:cs typeface="Arial" panose="020B0604020202020204"/>
              </a:rPr>
              <a:t> major DM central bank reacting</a:t>
            </a:r>
            <a:endParaRPr lang="en-US" sz="300" b="1" dirty="0">
              <a:latin typeface="Arial" panose="020B0604020202020204" pitchFamily="34" charset="0"/>
              <a:ea typeface="+mn-lt"/>
              <a:cs typeface="Arial" panose="020B0604020202020204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0000"/>
                </a:solidFill>
                <a:latin typeface="Arial" panose="020B0604020202020204" pitchFamily="34" charset="0"/>
                <a:ea typeface="+mn-lt"/>
                <a:cs typeface="Arial" panose="020B0604020202020204"/>
              </a:rPr>
              <a:t>XXX</a:t>
            </a:r>
            <a:endParaRPr lang="en-US" sz="1100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0000"/>
              </a:solidFill>
              <a:latin typeface="Arial" panose="020B0604020202020204" pitchFamily="34" charset="0"/>
              <a:ea typeface="+mn-lt"/>
              <a:cs typeface="Arial" panose="020B0604020202020204"/>
            </a:endParaRPr>
          </a:p>
          <a:p>
            <a:pPr lvl="1" algn="just"/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/>
                <a:ea typeface="+mn-lt"/>
                <a:cs typeface="Arial" panose="020B0604020202020204"/>
              </a:rPr>
              <a:t>United States (US)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b="1" dirty="0"/>
              <a:t>US CPI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b="1" dirty="0"/>
              <a:t>SpaceX’s IPO</a:t>
            </a:r>
            <a:endParaRPr lang="en-US" sz="1100" dirty="0"/>
          </a:p>
          <a:p>
            <a:pPr algn="just"/>
            <a:r>
              <a:rPr lang="en-US" sz="1100" b="1" kern="0" dirty="0">
                <a:solidFill>
                  <a:srgbClr val="C00000"/>
                </a:solidFill>
              </a:rPr>
              <a:t>Markets: </a:t>
            </a:r>
            <a:r>
              <a:rPr lang="en-US" sz="1100" dirty="0"/>
              <a:t>XXX</a:t>
            </a:r>
          </a:p>
          <a:p>
            <a:pPr algn="just"/>
            <a:r>
              <a:rPr kumimoji="0" lang="en-US" sz="1100" b="1" i="1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Next:</a:t>
            </a:r>
            <a:r>
              <a:rPr lang="en-US" sz="1100" i="1" dirty="0"/>
              <a:t> </a:t>
            </a:r>
            <a:r>
              <a:rPr lang="en-US" sz="1100" b="1" i="1" dirty="0"/>
              <a:t>FED (17/06)</a:t>
            </a:r>
            <a:endParaRPr lang="en-US" sz="400" b="1" kern="0" dirty="0">
              <a:solidFill>
                <a:srgbClr val="C00000"/>
              </a:solidFill>
              <a:highlight>
                <a:srgbClr val="FFFF00"/>
              </a:highlight>
              <a:latin typeface="Arial" panose="020B0604020202020204"/>
              <a:ea typeface="+mn-lt"/>
              <a:cs typeface="Arial" panose="020B0604020202020204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n-US" sz="400" b="1" kern="0" dirty="0">
              <a:solidFill>
                <a:srgbClr val="C00000"/>
              </a:solidFill>
              <a:highlight>
                <a:srgbClr val="FFFF00"/>
              </a:highlight>
              <a:latin typeface="Arial" panose="020B0604020202020204"/>
              <a:ea typeface="+mn-lt"/>
              <a:cs typeface="Arial" panose="020B0604020202020204"/>
            </a:endParaRPr>
          </a:p>
          <a:p>
            <a:pPr lvl="1" algn="just">
              <a:defRPr/>
            </a:pPr>
            <a:r>
              <a:rPr lang="en-US" sz="1400" b="1" kern="0" dirty="0">
                <a:solidFill>
                  <a:srgbClr val="C00000"/>
                </a:solidFill>
                <a:latin typeface="Arial" panose="020B0604020202020204"/>
                <a:ea typeface="+mn-lt"/>
                <a:cs typeface="Arial" panose="020B0604020202020204"/>
              </a:rPr>
              <a:t>Euro </a:t>
            </a:r>
            <a:r>
              <a:rPr lang="en-US" sz="1400" b="1" kern="0" dirty="0">
                <a:solidFill>
                  <a:srgbClr val="C00000"/>
                </a:solidFill>
                <a:ea typeface="+mn-lt"/>
                <a:cs typeface="Arial" panose="020B0604020202020204"/>
              </a:rPr>
              <a:t>Area (EA) </a:t>
            </a:r>
            <a:r>
              <a:rPr lang="en-US" sz="1400" b="1" kern="0" dirty="0">
                <a:solidFill>
                  <a:srgbClr val="C00000"/>
                </a:solidFill>
                <a:latin typeface="Arial" panose="020B0604020202020204"/>
                <a:ea typeface="+mn-lt"/>
                <a:cs typeface="Arial" panose="020B0604020202020204"/>
              </a:rPr>
              <a:t>&amp; Europe</a:t>
            </a:r>
            <a:endParaRPr lang="en-US" sz="1100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0000"/>
                </a:solidFill>
                <a:latin typeface="Arial" panose="020B0604020202020204" pitchFamily="34" charset="0"/>
                <a:ea typeface="+mn-lt"/>
                <a:cs typeface="Arial" panose="020B0604020202020204"/>
              </a:rPr>
              <a:t>The </a:t>
            </a:r>
            <a:r>
              <a:rPr lang="en-US" sz="1100" b="1" dirty="0">
                <a:solidFill>
                  <a:srgbClr val="000000"/>
                </a:solidFill>
                <a:latin typeface="Arial" panose="020B0604020202020204" pitchFamily="34" charset="0"/>
                <a:ea typeface="+mn-lt"/>
                <a:cs typeface="Arial" panose="020B0604020202020204"/>
              </a:rPr>
              <a:t>ECB lifted its deposit and main refinancing rates by 25bps</a:t>
            </a:r>
            <a:r>
              <a:rPr lang="en-US" sz="1100" dirty="0">
                <a:solidFill>
                  <a:srgbClr val="000000"/>
                </a:solidFill>
                <a:latin typeface="Arial" panose="020B0604020202020204" pitchFamily="34" charset="0"/>
                <a:ea typeface="+mn-lt"/>
                <a:cs typeface="Arial" panose="020B0604020202020204"/>
              </a:rPr>
              <a:t> in June, to 2.25% and 2.40% respectively, matching the consensus. They now expects inflation to remain significantly above target through this year and next, underpinning the need to tighten policy. Headline inflation increased to 3% for 2026. Marginal increase for core inflation.</a:t>
            </a:r>
            <a:endParaRPr lang="en-US" sz="1100" dirty="0"/>
          </a:p>
          <a:p>
            <a:pPr algn="just"/>
            <a:r>
              <a:rPr lang="en-US" sz="1100" b="1" kern="0" dirty="0">
                <a:solidFill>
                  <a:srgbClr val="C00000"/>
                </a:solidFill>
              </a:rPr>
              <a:t>Markets: </a:t>
            </a:r>
            <a:r>
              <a:rPr lang="en-US" sz="1100" dirty="0"/>
              <a:t>X hikes priced in. GenAM expects a hike in September.</a:t>
            </a:r>
          </a:p>
          <a:p>
            <a:pPr algn="just"/>
            <a:r>
              <a:rPr lang="en-US" sz="1100" b="1" i="1" kern="0" dirty="0">
                <a:solidFill>
                  <a:srgbClr val="C00000"/>
                </a:solidFill>
              </a:rPr>
              <a:t>Next: </a:t>
            </a:r>
            <a:r>
              <a:rPr lang="en-US" sz="1100" i="1" dirty="0"/>
              <a:t>XXX</a:t>
            </a:r>
            <a:endParaRPr lang="en-US" sz="400" i="1" kern="0" dirty="0">
              <a:highlight>
                <a:srgbClr val="FFFF00"/>
              </a:highlight>
              <a:latin typeface="Arial" panose="020B0604020202020204"/>
            </a:endParaRPr>
          </a:p>
          <a:p>
            <a:pPr algn="just">
              <a:defRPr/>
            </a:pPr>
            <a:endParaRPr lang="en-US" sz="400" i="1" kern="0" dirty="0">
              <a:highlight>
                <a:srgbClr val="FFFF00"/>
              </a:highlight>
              <a:latin typeface="Arial" panose="020B0604020202020204"/>
            </a:endParaRPr>
          </a:p>
          <a:p>
            <a:pPr lvl="1" algn="just">
              <a:defRPr/>
            </a:pPr>
            <a:r>
              <a:rPr lang="en-US" sz="1400" b="1" kern="0" dirty="0">
                <a:solidFill>
                  <a:srgbClr val="C00000"/>
                </a:solidFill>
                <a:ea typeface="+mn-lt"/>
                <a:cs typeface="Arial" panose="020B0604020202020204"/>
              </a:rPr>
              <a:t>Rest of the World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dirty="0"/>
              <a:t>China CPI stayed subdued? (reflecting weak domestic demand and lingering deflation pressures)</a:t>
            </a:r>
            <a:endParaRPr lang="en-US" sz="1100" b="1" dirty="0"/>
          </a:p>
          <a:p>
            <a:pPr algn="just"/>
            <a:r>
              <a:rPr lang="en-US" sz="1100" b="1" i="1" kern="0" dirty="0">
                <a:solidFill>
                  <a:srgbClr val="C00000"/>
                </a:solidFill>
              </a:rPr>
              <a:t>Next: </a:t>
            </a:r>
            <a:r>
              <a:rPr lang="en-US" sz="1100" i="1" dirty="0"/>
              <a:t>XXX</a:t>
            </a:r>
          </a:p>
          <a:p>
            <a:pPr algn="just"/>
            <a:endParaRPr lang="en-US" sz="1100" i="1" dirty="0"/>
          </a:p>
          <a:p>
            <a:pPr algn="just">
              <a:defRPr/>
            </a:pPr>
            <a:endParaRPr lang="en-US" sz="400" i="1" kern="0" dirty="0">
              <a:highlight>
                <a:srgbClr val="FFFF00"/>
              </a:highlight>
              <a:latin typeface="Arial" panose="020B0604020202020204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77B8741-AC5D-E03C-1532-C44808B3C746}"/>
              </a:ext>
            </a:extLst>
          </p:cNvPr>
          <p:cNvSpPr txBox="1"/>
          <p:nvPr/>
        </p:nvSpPr>
        <p:spPr>
          <a:xfrm>
            <a:off x="166074" y="156410"/>
            <a:ext cx="374968" cy="253916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</a:t>
            </a:r>
            <a:endParaRPr kumimoji="0" lang="fr-FR" sz="1200" b="1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7" name="Group 24">
            <a:extLst>
              <a:ext uri="{FF2B5EF4-FFF2-40B4-BE49-F238E27FC236}">
                <a16:creationId xmlns:a16="http://schemas.microsoft.com/office/drawing/2014/main" id="{49D4FE1E-B84F-CE90-25E3-BBF12FC5B54E}"/>
              </a:ext>
            </a:extLst>
          </p:cNvPr>
          <p:cNvGrpSpPr>
            <a:grpSpLocks noChangeAspect="1"/>
          </p:cNvGrpSpPr>
          <p:nvPr/>
        </p:nvGrpSpPr>
        <p:grpSpPr>
          <a:xfrm>
            <a:off x="510450" y="1016784"/>
            <a:ext cx="544149" cy="544396"/>
            <a:chOff x="2026525" y="5295343"/>
            <a:chExt cx="576000" cy="576261"/>
          </a:xfrm>
        </p:grpSpPr>
        <p:sp>
          <p:nvSpPr>
            <p:cNvPr id="12" name="Oval 2">
              <a:extLst>
                <a:ext uri="{FF2B5EF4-FFF2-40B4-BE49-F238E27FC236}">
                  <a16:creationId xmlns:a16="http://schemas.microsoft.com/office/drawing/2014/main" id="{6EA1E6A1-C820-3B41-BC69-C420ACF25C19}"/>
                </a:ext>
              </a:extLst>
            </p:cNvPr>
            <p:cNvSpPr/>
            <p:nvPr/>
          </p:nvSpPr>
          <p:spPr>
            <a:xfrm>
              <a:off x="2026525" y="5295343"/>
              <a:ext cx="576000" cy="57626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pic>
          <p:nvPicPr>
            <p:cNvPr id="13" name="Picture 1">
              <a:extLst>
                <a:ext uri="{FF2B5EF4-FFF2-40B4-BE49-F238E27FC236}">
                  <a16:creationId xmlns:a16="http://schemas.microsoft.com/office/drawing/2014/main" id="{5370D1DA-602A-4E35-AAA8-878A4086E3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66691" y="5324064"/>
              <a:ext cx="495669" cy="495669"/>
            </a:xfrm>
            <a:prstGeom prst="rect">
              <a:avLst/>
            </a:prstGeom>
          </p:spPr>
        </p:pic>
      </p:grpSp>
      <p:pic>
        <p:nvPicPr>
          <p:cNvPr id="14" name="Picture 4">
            <a:extLst>
              <a:ext uri="{FF2B5EF4-FFF2-40B4-BE49-F238E27FC236}">
                <a16:creationId xmlns:a16="http://schemas.microsoft.com/office/drawing/2014/main" id="{6E439650-76CC-70D9-1921-1DF2D523BB37}"/>
              </a:ext>
            </a:extLst>
          </p:cNvPr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10450" y="2571724"/>
            <a:ext cx="544149" cy="54439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>
            <a:extLst>
              <a:ext uri="{FF2B5EF4-FFF2-40B4-BE49-F238E27FC236}">
                <a16:creationId xmlns:a16="http://schemas.microsoft.com/office/drawing/2014/main" id="{9689E683-E758-BD7D-A37F-E9D997EE1E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55" r="16655"/>
          <a:stretch>
            <a:fillRect/>
          </a:stretch>
        </p:blipFill>
        <p:spPr bwMode="auto">
          <a:xfrm>
            <a:off x="510451" y="4312614"/>
            <a:ext cx="544148" cy="544148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7B7D20DD-AC1C-CDCB-AC49-DB466922D20E}"/>
              </a:ext>
            </a:extLst>
          </p:cNvPr>
          <p:cNvSpPr txBox="1"/>
          <p:nvPr/>
        </p:nvSpPr>
        <p:spPr>
          <a:xfrm>
            <a:off x="8272756" y="321633"/>
            <a:ext cx="37351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AA1B17"/>
                </a:solidFill>
                <a:effectLst/>
                <a:uLnTx/>
                <a:uFillTx/>
                <a:latin typeface="Arial" panose="020B0604020202020204"/>
              </a:rPr>
              <a:t>Figure 1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</a:rPr>
              <a:t>: </a:t>
            </a:r>
            <a:r>
              <a:rPr lang="en-US" sz="1100" b="1">
                <a:solidFill>
                  <a:srgbClr val="000000"/>
                </a:solidFill>
              </a:rPr>
              <a:t>Market moves</a:t>
            </a:r>
          </a:p>
        </p:txBody>
      </p:sp>
      <p:grpSp>
        <p:nvGrpSpPr>
          <p:cNvPr id="4" name="Group 49">
            <a:extLst>
              <a:ext uri="{FF2B5EF4-FFF2-40B4-BE49-F238E27FC236}">
                <a16:creationId xmlns:a16="http://schemas.microsoft.com/office/drawing/2014/main" id="{1398D56D-5B7B-C211-1449-DB14DB072252}"/>
              </a:ext>
            </a:extLst>
          </p:cNvPr>
          <p:cNvGrpSpPr/>
          <p:nvPr/>
        </p:nvGrpSpPr>
        <p:grpSpPr>
          <a:xfrm>
            <a:off x="360550" y="5863825"/>
            <a:ext cx="794485" cy="544148"/>
            <a:chOff x="4585719" y="6402029"/>
            <a:chExt cx="652512" cy="445464"/>
          </a:xfrm>
        </p:grpSpPr>
        <p:sp>
          <p:nvSpPr>
            <p:cNvPr id="5" name="Oval 28">
              <a:extLst>
                <a:ext uri="{FF2B5EF4-FFF2-40B4-BE49-F238E27FC236}">
                  <a16:creationId xmlns:a16="http://schemas.microsoft.com/office/drawing/2014/main" id="{205CEB51-8609-668E-D703-E2CE3E4979DC}"/>
                </a:ext>
              </a:extLst>
            </p:cNvPr>
            <p:cNvSpPr/>
            <p:nvPr/>
          </p:nvSpPr>
          <p:spPr>
            <a:xfrm>
              <a:off x="4689344" y="6402029"/>
              <a:ext cx="445262" cy="44546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noProof="0"/>
            </a:p>
          </p:txBody>
        </p:sp>
        <p:pic>
          <p:nvPicPr>
            <p:cNvPr id="9" name="Picture 10" descr="Vector Maps of the World | Free Vector Maps">
              <a:extLst>
                <a:ext uri="{FF2B5EF4-FFF2-40B4-BE49-F238E27FC236}">
                  <a16:creationId xmlns:a16="http://schemas.microsoft.com/office/drawing/2014/main" id="{825FBB4B-7208-EBA5-05F9-1021F70292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088" b="21176"/>
            <a:stretch>
              <a:fillRect/>
            </a:stretch>
          </p:blipFill>
          <p:spPr bwMode="auto">
            <a:xfrm>
              <a:off x="4585719" y="6481038"/>
              <a:ext cx="652512" cy="287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ZoneTexte 9">
            <a:extLst>
              <a:ext uri="{FF2B5EF4-FFF2-40B4-BE49-F238E27FC236}">
                <a16:creationId xmlns:a16="http://schemas.microsoft.com/office/drawing/2014/main" id="{DA22DD93-AC91-7A01-36A9-3DBCECBA8C55}"/>
              </a:ext>
            </a:extLst>
          </p:cNvPr>
          <p:cNvSpPr txBox="1"/>
          <p:nvPr/>
        </p:nvSpPr>
        <p:spPr>
          <a:xfrm>
            <a:off x="8083296" y="3378868"/>
            <a:ext cx="3991221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0" algn="just"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AA1B17"/>
                </a:solidFill>
                <a:effectLst/>
                <a:uLnTx/>
                <a:uFillTx/>
                <a:latin typeface="Arial" panose="020B0604020202020204"/>
              </a:rPr>
              <a:t>Figure </a:t>
            </a:r>
            <a:r>
              <a:rPr lang="en-US" sz="1100" b="1" dirty="0">
                <a:solidFill>
                  <a:srgbClr val="AA1B17"/>
                </a:solidFill>
                <a:latin typeface="Arial" panose="020B0604020202020204"/>
              </a:rPr>
              <a:t>2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</a:rPr>
              <a:t>: </a:t>
            </a:r>
            <a:r>
              <a:rPr lang="en-US" sz="1100" b="1" noProof="0" dirty="0">
                <a:solidFill>
                  <a:srgbClr val="000000"/>
                </a:solidFill>
              </a:rPr>
              <a:t>More hawkish tone / more stagflationary picture</a:t>
            </a:r>
            <a:endParaRPr lang="en-US" sz="1100" b="1" dirty="0">
              <a:solidFill>
                <a:srgbClr val="000000"/>
              </a:solidFill>
            </a:endParaRP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83E0A2B5-75B4-6795-DD21-92D6356C852E}"/>
              </a:ext>
            </a:extLst>
          </p:cNvPr>
          <p:cNvGrpSpPr/>
          <p:nvPr/>
        </p:nvGrpSpPr>
        <p:grpSpPr>
          <a:xfrm>
            <a:off x="8284168" y="3616816"/>
            <a:ext cx="2527516" cy="3241184"/>
            <a:chOff x="8272756" y="2176934"/>
            <a:chExt cx="2740503" cy="3635974"/>
          </a:xfrm>
        </p:grpSpPr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13EA1D-E9A9-337C-45C7-969E4E7AA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72756" y="2176934"/>
              <a:ext cx="2740503" cy="1878369"/>
            </a:xfrm>
            <a:prstGeom prst="rect">
              <a:avLst/>
            </a:prstGeom>
          </p:spPr>
        </p:pic>
        <p:pic>
          <p:nvPicPr>
            <p:cNvPr id="21" name="Image 20">
              <a:extLst>
                <a:ext uri="{FF2B5EF4-FFF2-40B4-BE49-F238E27FC236}">
                  <a16:creationId xmlns:a16="http://schemas.microsoft.com/office/drawing/2014/main" id="{B28D07D9-E099-FF0A-80CE-A4BCD5E63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09903" y="3934539"/>
              <a:ext cx="2681619" cy="18783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83618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10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4162&quot;&gt;&lt;version val=&quot;2707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2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3&quot;&gt;&lt;elem m_fUsage=&quot;6.51321559900000046639E+00&quot;&gt;&lt;m_msothmcolidx val=&quot;0&quot;/&gt;&lt;m_rgb r=&quot;BD&quot; g=&quot;20&quot; b=&quot;27&quot;/&gt;&lt;m_nBrightness tagver0=&quot;26206&quot; tagname0=&quot;m_nBrightnessUNRECOGNIZED&quot; val=&quot;0&quot;/&gt;&lt;/elem&gt;&lt;elem m_fUsage=&quot;1.63715960793000947504E+00&quot;&gt;&lt;m_msothmcolidx val=&quot;0&quot;/&gt;&lt;m_rgb r=&quot;B7&quot; g=&quot;1C&quot; b=&quot;1C&quot;/&gt;&lt;m_nBrightness tagver0=&quot;26206&quot; tagname0=&quot;m_nBrightnessUNRECOGNIZED&quot; val=&quot;0&quot;/&gt;&lt;/elem&gt;&lt;elem m_fUsage=&quot;3.48678440100000153201E-01&quot;&gt;&lt;m_msothmcolidx val=&quot;0&quot;/&gt;&lt;m_rgb r=&quot;FB&quot; g=&quot;B6&quot; b=&quot;95&quot;/&gt;&lt;m_nBrightness tagver0=&quot;26206&quot; tagname0=&quot;m_nBrightnessUNRECOGNIZED&quot; val=&quot;0&quot;/&gt;&lt;/elem&gt;&lt;/m_vecMRU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vRxxGO6m5jkDpwnxtuDA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xMq9Ev2S2Ctux_NDY1xDA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vRxxGO6m5jkDpwnxtuDA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xMq9Ev2S2Ctux_NDY1xDA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2_GENERALI_TEMPLATE_16-9">
  <a:themeElements>
    <a:clrScheme name="Generali">
      <a:dk1>
        <a:sysClr val="windowText" lastClr="000000"/>
      </a:dk1>
      <a:lt1>
        <a:srgbClr val="FFFFFF"/>
      </a:lt1>
      <a:dk2>
        <a:srgbClr val="C21C1D"/>
      </a:dk2>
      <a:lt2>
        <a:srgbClr val="FEEEE6"/>
      </a:lt2>
      <a:accent1>
        <a:srgbClr val="D8D8D8"/>
      </a:accent1>
      <a:accent2>
        <a:srgbClr val="C25439"/>
      </a:accent2>
      <a:accent3>
        <a:srgbClr val="E9B09A"/>
      </a:accent3>
      <a:accent4>
        <a:srgbClr val="D8D8D8"/>
      </a:accent4>
      <a:accent5>
        <a:srgbClr val="7F7F7F"/>
      </a:accent5>
      <a:accent6>
        <a:srgbClr val="4F5152"/>
      </a:accent6>
      <a:hlink>
        <a:srgbClr val="BD2027"/>
      </a:hlink>
      <a:folHlink>
        <a:srgbClr val="C25439"/>
      </a:folHlink>
    </a:clrScheme>
    <a:fontScheme name="BE_typografia">
      <a:majorFont>
        <a:latin typeface="Arial Regular"/>
        <a:ea typeface="Arial Italic"/>
        <a:cs typeface=""/>
      </a:majorFont>
      <a:minorFont>
        <a:latin typeface="Arial Regular"/>
        <a:ea typeface="Arial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C00000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>
          <a:defRPr sz="1400" dirty="0">
            <a:latin typeface="Arial" pitchFamily="34" charset="0"/>
            <a:cs typeface="Arial" pitchFamily="34" charset="0"/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6"/>
        </a:lnRef>
        <a:fillRef idx="0">
          <a:schemeClr val="accent6"/>
        </a:fillRef>
        <a:effectRef idx="0">
          <a:schemeClr val="accent6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3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COVERS">
  <a:themeElements>
    <a:clrScheme name="GENERALI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C21B17"/>
      </a:accent1>
      <a:accent2>
        <a:srgbClr val="323232"/>
      </a:accent2>
      <a:accent3>
        <a:srgbClr val="707070"/>
      </a:accent3>
      <a:accent4>
        <a:srgbClr val="A0A0A0"/>
      </a:accent4>
      <a:accent5>
        <a:srgbClr val="DCDCDC"/>
      </a:accent5>
      <a:accent6>
        <a:srgbClr val="AA1B17"/>
      </a:accent6>
      <a:hlink>
        <a:srgbClr val="C11A16"/>
      </a:hlink>
      <a:folHlink>
        <a:srgbClr val="32323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7_PAGES">
  <a:themeElements>
    <a:clrScheme name="GENERALI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C21B17"/>
      </a:accent1>
      <a:accent2>
        <a:srgbClr val="323232"/>
      </a:accent2>
      <a:accent3>
        <a:srgbClr val="707070"/>
      </a:accent3>
      <a:accent4>
        <a:srgbClr val="A0A0A0"/>
      </a:accent4>
      <a:accent5>
        <a:srgbClr val="DCDCDC"/>
      </a:accent5>
      <a:accent6>
        <a:srgbClr val="AA1B17"/>
      </a:accent6>
      <a:hlink>
        <a:srgbClr val="C11A16"/>
      </a:hlink>
      <a:folHlink>
        <a:srgbClr val="32323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1_Custom Design">
  <a:themeElements>
    <a:clrScheme name="GENERALI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C21B17"/>
      </a:accent1>
      <a:accent2>
        <a:srgbClr val="323232"/>
      </a:accent2>
      <a:accent3>
        <a:srgbClr val="707070"/>
      </a:accent3>
      <a:accent4>
        <a:srgbClr val="A0A0A0"/>
      </a:accent4>
      <a:accent5>
        <a:srgbClr val="DCDCDC"/>
      </a:accent5>
      <a:accent6>
        <a:srgbClr val="AA1B17"/>
      </a:accent6>
      <a:hlink>
        <a:srgbClr val="C11A16"/>
      </a:hlink>
      <a:folHlink>
        <a:srgbClr val="32323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INDEX">
  <a:themeElements>
    <a:clrScheme name="GENERALI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C21B17"/>
      </a:accent1>
      <a:accent2>
        <a:srgbClr val="323232"/>
      </a:accent2>
      <a:accent3>
        <a:srgbClr val="707070"/>
      </a:accent3>
      <a:accent4>
        <a:srgbClr val="A0A0A0"/>
      </a:accent4>
      <a:accent5>
        <a:srgbClr val="DCDCDC"/>
      </a:accent5>
      <a:accent6>
        <a:srgbClr val="AA1B17"/>
      </a:accent6>
      <a:hlink>
        <a:srgbClr val="C11A16"/>
      </a:hlink>
      <a:folHlink>
        <a:srgbClr val="32323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1_DIVIDERS">
  <a:themeElements>
    <a:clrScheme name="GENERALI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C21B17"/>
      </a:accent1>
      <a:accent2>
        <a:srgbClr val="323232"/>
      </a:accent2>
      <a:accent3>
        <a:srgbClr val="707070"/>
      </a:accent3>
      <a:accent4>
        <a:srgbClr val="A0A0A0"/>
      </a:accent4>
      <a:accent5>
        <a:srgbClr val="DCDCDC"/>
      </a:accent5>
      <a:accent6>
        <a:srgbClr val="AA1B17"/>
      </a:accent6>
      <a:hlink>
        <a:srgbClr val="C11A16"/>
      </a:hlink>
      <a:folHlink>
        <a:srgbClr val="32323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7.xml><?xml version="1.0" encoding="utf-8"?>
<a:theme xmlns:a="http://schemas.openxmlformats.org/drawingml/2006/main" name="6_PAGES">
  <a:themeElements>
    <a:clrScheme name="GENERALI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C21B17"/>
      </a:accent1>
      <a:accent2>
        <a:srgbClr val="323232"/>
      </a:accent2>
      <a:accent3>
        <a:srgbClr val="707070"/>
      </a:accent3>
      <a:accent4>
        <a:srgbClr val="A0A0A0"/>
      </a:accent4>
      <a:accent5>
        <a:srgbClr val="DCDCDC"/>
      </a:accent5>
      <a:accent6>
        <a:srgbClr val="AA1B17"/>
      </a:accent6>
      <a:hlink>
        <a:srgbClr val="C11A16"/>
      </a:hlink>
      <a:folHlink>
        <a:srgbClr val="32323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noFill/>
        <a:ln w="3175" cap="flat" cmpd="sng" algn="ctr">
          <a:solidFill>
            <a:sysClr val="windowText" lastClr="000000"/>
          </a:solidFill>
          <a:prstDash val="dash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a:spPr>
      <a:bodyPr/>
      <a:lstStyle/>
    </a:lnDef>
  </a:objectDefaults>
  <a:extraClrSchemeLst/>
</a:theme>
</file>

<file path=ppt/theme/theme8.xml><?xml version="1.0" encoding="utf-8"?>
<a:theme xmlns:a="http://schemas.openxmlformats.org/drawingml/2006/main" name="1_INDEX">
  <a:themeElements>
    <a:clrScheme name="GENERALI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C21B17"/>
      </a:accent1>
      <a:accent2>
        <a:srgbClr val="323232"/>
      </a:accent2>
      <a:accent3>
        <a:srgbClr val="707070"/>
      </a:accent3>
      <a:accent4>
        <a:srgbClr val="A0A0A0"/>
      </a:accent4>
      <a:accent5>
        <a:srgbClr val="DCDCDC"/>
      </a:accent5>
      <a:accent6>
        <a:srgbClr val="AA1B17"/>
      </a:accent6>
      <a:hlink>
        <a:srgbClr val="C11A16"/>
      </a:hlink>
      <a:folHlink>
        <a:srgbClr val="32323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9.xml><?xml version="1.0" encoding="utf-8"?>
<a:theme xmlns:a="http://schemas.openxmlformats.org/drawingml/2006/main" name="3_COVERS">
  <a:themeElements>
    <a:clrScheme name="GENERALI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C21B17"/>
      </a:accent1>
      <a:accent2>
        <a:srgbClr val="323232"/>
      </a:accent2>
      <a:accent3>
        <a:srgbClr val="707070"/>
      </a:accent3>
      <a:accent4>
        <a:srgbClr val="A0A0A0"/>
      </a:accent4>
      <a:accent5>
        <a:srgbClr val="DCDCDC"/>
      </a:accent5>
      <a:accent6>
        <a:srgbClr val="AA1B17"/>
      </a:accent6>
      <a:hlink>
        <a:srgbClr val="C11A16"/>
      </a:hlink>
      <a:folHlink>
        <a:srgbClr val="32323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0.xml><?xml version="1.0" encoding="utf-8"?>
<a:theme xmlns:a="http://schemas.openxmlformats.org/drawingml/2006/main" name="8_PAGES">
  <a:themeElements>
    <a:clrScheme name="GENERALI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C21B17"/>
      </a:accent1>
      <a:accent2>
        <a:srgbClr val="323232"/>
      </a:accent2>
      <a:accent3>
        <a:srgbClr val="707070"/>
      </a:accent3>
      <a:accent4>
        <a:srgbClr val="A0A0A0"/>
      </a:accent4>
      <a:accent5>
        <a:srgbClr val="DCDCDC"/>
      </a:accent5>
      <a:accent6>
        <a:srgbClr val="AA1B17"/>
      </a:accent6>
      <a:hlink>
        <a:srgbClr val="C11A16"/>
      </a:hlink>
      <a:folHlink>
        <a:srgbClr val="32323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noFill/>
        <a:ln w="3175" cap="flat" cmpd="sng" algn="ctr">
          <a:solidFill>
            <a:sysClr val="windowText" lastClr="000000"/>
          </a:solidFill>
          <a:prstDash val="dash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a:spPr>
      <a:bodyPr/>
      <a:lstStyle/>
    </a:lnDef>
  </a:objectDefaults>
  <a:extraClrSchemeLst/>
</a:theme>
</file>

<file path=ppt/theme/theme11.xml><?xml version="1.0" encoding="utf-8"?>
<a:theme xmlns:a="http://schemas.openxmlformats.org/drawingml/2006/main" name="2_DIVIDERS">
  <a:themeElements>
    <a:clrScheme name="GENERALI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C21B17"/>
      </a:accent1>
      <a:accent2>
        <a:srgbClr val="323232"/>
      </a:accent2>
      <a:accent3>
        <a:srgbClr val="707070"/>
      </a:accent3>
      <a:accent4>
        <a:srgbClr val="A0A0A0"/>
      </a:accent4>
      <a:accent5>
        <a:srgbClr val="DCDCDC"/>
      </a:accent5>
      <a:accent6>
        <a:srgbClr val="AA1B17"/>
      </a:accent6>
      <a:hlink>
        <a:srgbClr val="C11A16"/>
      </a:hlink>
      <a:folHlink>
        <a:srgbClr val="32323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BBSettings xmlns="http://schemas.bloomberg.com/settings/1.0">
  <Item name="DocumentId_Charts">{DE186FCE-5AF5-4BF0-9259-E4F7CE4A8BBA}</Item>
</BBSetting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0E230A34C0124E8F2E204D0CBF8E9D" ma:contentTypeVersion="8" ma:contentTypeDescription="Create a new document." ma:contentTypeScope="" ma:versionID="7d5682d4fc317426113e07c1c323419b">
  <xsd:schema xmlns:xsd="http://www.w3.org/2001/XMLSchema" xmlns:xs="http://www.w3.org/2001/XMLSchema" xmlns:p="http://schemas.microsoft.com/office/2006/metadata/properties" xmlns:ns2="937341cb-ed47-43a5-ad1f-4ef6817d7f24" targetNamespace="http://schemas.microsoft.com/office/2006/metadata/properties" ma:root="true" ma:fieldsID="c01af8900c852e9c5b4cf1cf2c3bbfbb" ns2:_="">
    <xsd:import namespace="937341cb-ed47-43a5-ad1f-4ef6817d7f2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37341cb-ed47-43a5-ad1f-4ef6817d7f2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4286BA6-0CB6-431D-A9F8-DE8274B118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48E55FC-6EEC-4252-89BF-D87A04DB3006}">
  <ds:schemaRefs>
    <ds:schemaRef ds:uri="http://schemas.bloomberg.com/settings/1.0"/>
  </ds:schemaRefs>
</ds:datastoreItem>
</file>

<file path=customXml/itemProps3.xml><?xml version="1.0" encoding="utf-8"?>
<ds:datastoreItem xmlns:ds="http://schemas.openxmlformats.org/officeDocument/2006/customXml" ds:itemID="{2D7D59E4-AAC1-424D-B109-B977E26D86DA}">
  <ds:schemaRefs>
    <ds:schemaRef ds:uri="937341cb-ed47-43a5-ad1f-4ef6817d7f2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AD507F51-6E40-40A1-BD5F-475947297CF1}">
  <ds:schemaRefs>
    <ds:schemaRef ds:uri="http://purl.org/dc/dcmitype/"/>
    <ds:schemaRef ds:uri="http://purl.org/dc/elements/1.1/"/>
    <ds:schemaRef ds:uri="937341cb-ed47-43a5-ad1f-4ef6817d7f24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191</Words>
  <Application>Microsoft Office PowerPoint</Application>
  <PresentationFormat>Grand écran</PresentationFormat>
  <Paragraphs>31</Paragraphs>
  <Slides>2</Slides>
  <Notes>1</Notes>
  <HiddenSlides>0</HiddenSlides>
  <MMClips>0</MMClips>
  <ScaleCrop>false</ScaleCrop>
  <HeadingPairs>
    <vt:vector size="8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11</vt:i4>
      </vt:variant>
      <vt:variant>
        <vt:lpstr>Serveurs OLE incorporés</vt:lpstr>
      </vt:variant>
      <vt:variant>
        <vt:i4>2</vt:i4>
      </vt:variant>
      <vt:variant>
        <vt:lpstr>Titres des diapositives</vt:lpstr>
      </vt:variant>
      <vt:variant>
        <vt:i4>2</vt:i4>
      </vt:variant>
    </vt:vector>
  </HeadingPairs>
  <TitlesOfParts>
    <vt:vector size="22" baseType="lpstr">
      <vt:lpstr>Aptos</vt:lpstr>
      <vt:lpstr>Arial</vt:lpstr>
      <vt:lpstr>Arial</vt:lpstr>
      <vt:lpstr>Arial Regular</vt:lpstr>
      <vt:lpstr>Calibri</vt:lpstr>
      <vt:lpstr>Symbol</vt:lpstr>
      <vt:lpstr>Wingdings</vt:lpstr>
      <vt:lpstr>2_GENERALI_TEMPLATE_16-9</vt:lpstr>
      <vt:lpstr>COVERS</vt:lpstr>
      <vt:lpstr>7_PAGES</vt:lpstr>
      <vt:lpstr>1_Custom Design</vt:lpstr>
      <vt:lpstr>INDEX</vt:lpstr>
      <vt:lpstr>1_DIVIDERS</vt:lpstr>
      <vt:lpstr>6_PAGES</vt:lpstr>
      <vt:lpstr>1_INDEX</vt:lpstr>
      <vt:lpstr>3_COVERS</vt:lpstr>
      <vt:lpstr>8_PAGES</vt:lpstr>
      <vt:lpstr>2_DIVIDERS</vt:lpstr>
      <vt:lpstr>Diapositiva think-cell</vt:lpstr>
      <vt:lpstr>Diapositive think-cell</vt:lpstr>
      <vt:lpstr>Réunion de marché</vt:lpstr>
      <vt:lpstr>Weekly macro &amp; market Catch Up</vt:lpstr>
    </vt:vector>
  </TitlesOfParts>
  <Company>Generali Business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Braganti Lorenzo</dc:creator>
  <cp:keywords>Internal</cp:keywords>
  <cp:lastModifiedBy>BOUVIER Mathilde</cp:lastModifiedBy>
  <cp:revision>1</cp:revision>
  <cp:lastPrinted>2026-03-11T07:48:53Z</cp:lastPrinted>
  <dcterms:created xsi:type="dcterms:W3CDTF">2018-09-13T17:33:59Z</dcterms:created>
  <dcterms:modified xsi:type="dcterms:W3CDTF">2026-06-12T08:44:12Z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ad12b7ba-ef86-4f0f-95c5-981728d9bff2</vt:lpwstr>
  </property>
  <property fmtid="{D5CDD505-2E9C-101B-9397-08002B2CF9AE}" pid="3" name="Classification">
    <vt:lpwstr>Internal</vt:lpwstr>
  </property>
  <property fmtid="{D5CDD505-2E9C-101B-9397-08002B2CF9AE}" pid="4" name="MSIP_Label_5bf4bb52-9e9d-4296-940a-59002820a53c_Enabled">
    <vt:lpwstr>true</vt:lpwstr>
  </property>
  <property fmtid="{D5CDD505-2E9C-101B-9397-08002B2CF9AE}" pid="5" name="MSIP_Label_5bf4bb52-9e9d-4296-940a-59002820a53c_SetDate">
    <vt:lpwstr>2021-09-06T10:46:33Z</vt:lpwstr>
  </property>
  <property fmtid="{D5CDD505-2E9C-101B-9397-08002B2CF9AE}" pid="6" name="MSIP_Label_5bf4bb52-9e9d-4296-940a-59002820a53c_Method">
    <vt:lpwstr>Standard</vt:lpwstr>
  </property>
  <property fmtid="{D5CDD505-2E9C-101B-9397-08002B2CF9AE}" pid="7" name="MSIP_Label_5bf4bb52-9e9d-4296-940a-59002820a53c_Name">
    <vt:lpwstr>5bf4bb52-9e9d-4296-940a-59002820a53c</vt:lpwstr>
  </property>
  <property fmtid="{D5CDD505-2E9C-101B-9397-08002B2CF9AE}" pid="8" name="MSIP_Label_5bf4bb52-9e9d-4296-940a-59002820a53c_SiteId">
    <vt:lpwstr>cbeb3ecc-6f45-4183-b5a8-088140deae5d</vt:lpwstr>
  </property>
  <property fmtid="{D5CDD505-2E9C-101B-9397-08002B2CF9AE}" pid="9" name="MSIP_Label_5bf4bb52-9e9d-4296-940a-59002820a53c_ActionId">
    <vt:lpwstr>2273e326-eb35-4cc0-8da2-52b6268fb72b</vt:lpwstr>
  </property>
  <property fmtid="{D5CDD505-2E9C-101B-9397-08002B2CF9AE}" pid="10" name="MSIP_Label_5bf4bb52-9e9d-4296-940a-59002820a53c_ContentBits">
    <vt:lpwstr>0</vt:lpwstr>
  </property>
  <property fmtid="{D5CDD505-2E9C-101B-9397-08002B2CF9AE}" pid="11" name="_NewReviewCycle">
    <vt:lpwstr/>
  </property>
  <property fmtid="{D5CDD505-2E9C-101B-9397-08002B2CF9AE}" pid="12" name="ContentTypeId">
    <vt:lpwstr>0x010100A10E230A34C0124E8F2E204D0CBF8E9D</vt:lpwstr>
  </property>
  <property fmtid="{D5CDD505-2E9C-101B-9397-08002B2CF9AE}" pid="13" name="MSIP_Label_5bf4bb52-9e9d-4296-940a-59002820a53c_Tag">
    <vt:lpwstr>10, 3, 0, 2</vt:lpwstr>
  </property>
</Properties>
</file>